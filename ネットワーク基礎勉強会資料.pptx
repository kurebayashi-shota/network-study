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82.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87.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88.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8" r:id="rId4"/>
  </p:sldMasterIdLst>
  <p:notesMasterIdLst>
    <p:notesMasterId r:id="rId206"/>
  </p:notesMasterIdLst>
  <p:handoutMasterIdLst>
    <p:handoutMasterId r:id="rId207"/>
  </p:handoutMasterIdLst>
  <p:sldIdLst>
    <p:sldId id="410" r:id="rId5"/>
    <p:sldId id="406" r:id="rId6"/>
    <p:sldId id="455" r:id="rId7"/>
    <p:sldId id="456" r:id="rId8"/>
    <p:sldId id="452" r:id="rId9"/>
    <p:sldId id="383" r:id="rId10"/>
    <p:sldId id="409" r:id="rId11"/>
    <p:sldId id="389" r:id="rId12"/>
    <p:sldId id="391" r:id="rId13"/>
    <p:sldId id="397" r:id="rId14"/>
    <p:sldId id="408" r:id="rId15"/>
    <p:sldId id="412" r:id="rId16"/>
    <p:sldId id="413" r:id="rId17"/>
    <p:sldId id="414" r:id="rId18"/>
    <p:sldId id="415" r:id="rId19"/>
    <p:sldId id="411" r:id="rId20"/>
    <p:sldId id="416" r:id="rId21"/>
    <p:sldId id="418" r:id="rId22"/>
    <p:sldId id="420" r:id="rId23"/>
    <p:sldId id="421" r:id="rId24"/>
    <p:sldId id="422" r:id="rId25"/>
    <p:sldId id="423" r:id="rId26"/>
    <p:sldId id="424" r:id="rId27"/>
    <p:sldId id="425" r:id="rId28"/>
    <p:sldId id="427" r:id="rId29"/>
    <p:sldId id="428" r:id="rId30"/>
    <p:sldId id="429" r:id="rId31"/>
    <p:sldId id="430" r:id="rId32"/>
    <p:sldId id="434" r:id="rId33"/>
    <p:sldId id="431" r:id="rId34"/>
    <p:sldId id="432" r:id="rId35"/>
    <p:sldId id="435" r:id="rId36"/>
    <p:sldId id="436" r:id="rId37"/>
    <p:sldId id="437" r:id="rId38"/>
    <p:sldId id="439" r:id="rId39"/>
    <p:sldId id="440" r:id="rId40"/>
    <p:sldId id="441" r:id="rId41"/>
    <p:sldId id="442" r:id="rId42"/>
    <p:sldId id="443" r:id="rId43"/>
    <p:sldId id="444" r:id="rId44"/>
    <p:sldId id="438" r:id="rId45"/>
    <p:sldId id="446" r:id="rId46"/>
    <p:sldId id="447" r:id="rId47"/>
    <p:sldId id="448" r:id="rId48"/>
    <p:sldId id="445" r:id="rId49"/>
    <p:sldId id="454" r:id="rId50"/>
    <p:sldId id="453" r:id="rId51"/>
    <p:sldId id="451" r:id="rId52"/>
    <p:sldId id="449" r:id="rId53"/>
    <p:sldId id="450" r:id="rId54"/>
    <p:sldId id="457" r:id="rId55"/>
    <p:sldId id="458" r:id="rId56"/>
    <p:sldId id="459" r:id="rId57"/>
    <p:sldId id="460" r:id="rId58"/>
    <p:sldId id="461" r:id="rId59"/>
    <p:sldId id="463" r:id="rId60"/>
    <p:sldId id="462" r:id="rId61"/>
    <p:sldId id="464" r:id="rId62"/>
    <p:sldId id="465" r:id="rId63"/>
    <p:sldId id="466" r:id="rId64"/>
    <p:sldId id="468" r:id="rId65"/>
    <p:sldId id="469" r:id="rId66"/>
    <p:sldId id="470" r:id="rId67"/>
    <p:sldId id="471" r:id="rId68"/>
    <p:sldId id="472" r:id="rId69"/>
    <p:sldId id="473" r:id="rId70"/>
    <p:sldId id="474" r:id="rId71"/>
    <p:sldId id="475" r:id="rId72"/>
    <p:sldId id="476" r:id="rId73"/>
    <p:sldId id="477" r:id="rId74"/>
    <p:sldId id="478" r:id="rId75"/>
    <p:sldId id="479" r:id="rId76"/>
    <p:sldId id="482" r:id="rId77"/>
    <p:sldId id="485" r:id="rId78"/>
    <p:sldId id="487" r:id="rId79"/>
    <p:sldId id="488" r:id="rId80"/>
    <p:sldId id="489" r:id="rId81"/>
    <p:sldId id="490" r:id="rId82"/>
    <p:sldId id="493" r:id="rId83"/>
    <p:sldId id="491" r:id="rId84"/>
    <p:sldId id="492" r:id="rId85"/>
    <p:sldId id="494" r:id="rId86"/>
    <p:sldId id="613" r:id="rId87"/>
    <p:sldId id="495" r:id="rId88"/>
    <p:sldId id="496" r:id="rId89"/>
    <p:sldId id="497" r:id="rId90"/>
    <p:sldId id="499" r:id="rId91"/>
    <p:sldId id="480" r:id="rId92"/>
    <p:sldId id="510" r:id="rId93"/>
    <p:sldId id="511" r:id="rId94"/>
    <p:sldId id="513" r:id="rId95"/>
    <p:sldId id="512" r:id="rId96"/>
    <p:sldId id="500" r:id="rId97"/>
    <p:sldId id="501" r:id="rId98"/>
    <p:sldId id="565" r:id="rId99"/>
    <p:sldId id="566" r:id="rId100"/>
    <p:sldId id="567" r:id="rId101"/>
    <p:sldId id="569" r:id="rId102"/>
    <p:sldId id="571" r:id="rId103"/>
    <p:sldId id="572" r:id="rId104"/>
    <p:sldId id="573" r:id="rId105"/>
    <p:sldId id="514" r:id="rId106"/>
    <p:sldId id="563" r:id="rId107"/>
    <p:sldId id="503" r:id="rId108"/>
    <p:sldId id="504" r:id="rId109"/>
    <p:sldId id="505" r:id="rId110"/>
    <p:sldId id="507" r:id="rId111"/>
    <p:sldId id="508" r:id="rId112"/>
    <p:sldId id="509" r:id="rId113"/>
    <p:sldId id="564" r:id="rId114"/>
    <p:sldId id="515" r:id="rId115"/>
    <p:sldId id="516" r:id="rId116"/>
    <p:sldId id="520" r:id="rId117"/>
    <p:sldId id="521" r:id="rId118"/>
    <p:sldId id="522" r:id="rId119"/>
    <p:sldId id="523" r:id="rId120"/>
    <p:sldId id="525" r:id="rId121"/>
    <p:sldId id="527" r:id="rId122"/>
    <p:sldId id="526" r:id="rId123"/>
    <p:sldId id="528" r:id="rId124"/>
    <p:sldId id="529" r:id="rId125"/>
    <p:sldId id="530" r:id="rId126"/>
    <p:sldId id="532" r:id="rId127"/>
    <p:sldId id="531" r:id="rId128"/>
    <p:sldId id="533" r:id="rId129"/>
    <p:sldId id="537" r:id="rId130"/>
    <p:sldId id="536" r:id="rId131"/>
    <p:sldId id="538" r:id="rId132"/>
    <p:sldId id="539" r:id="rId133"/>
    <p:sldId id="540" r:id="rId134"/>
    <p:sldId id="541" r:id="rId135"/>
    <p:sldId id="542" r:id="rId136"/>
    <p:sldId id="551" r:id="rId137"/>
    <p:sldId id="616" r:id="rId138"/>
    <p:sldId id="553" r:id="rId139"/>
    <p:sldId id="555" r:id="rId140"/>
    <p:sldId id="554" r:id="rId141"/>
    <p:sldId id="556" r:id="rId142"/>
    <p:sldId id="558" r:id="rId143"/>
    <p:sldId id="557" r:id="rId144"/>
    <p:sldId id="559" r:id="rId145"/>
    <p:sldId id="560" r:id="rId146"/>
    <p:sldId id="561" r:id="rId147"/>
    <p:sldId id="562" r:id="rId148"/>
    <p:sldId id="614" r:id="rId149"/>
    <p:sldId id="581" r:id="rId150"/>
    <p:sldId id="549" r:id="rId151"/>
    <p:sldId id="545" r:id="rId152"/>
    <p:sldId id="547" r:id="rId153"/>
    <p:sldId id="544" r:id="rId154"/>
    <p:sldId id="543" r:id="rId155"/>
    <p:sldId id="550" r:id="rId156"/>
    <p:sldId id="546" r:id="rId157"/>
    <p:sldId id="552" r:id="rId158"/>
    <p:sldId id="548" r:id="rId159"/>
    <p:sldId id="574" r:id="rId160"/>
    <p:sldId id="576" r:id="rId161"/>
    <p:sldId id="589" r:id="rId162"/>
    <p:sldId id="579" r:id="rId163"/>
    <p:sldId id="577" r:id="rId164"/>
    <p:sldId id="607" r:id="rId165"/>
    <p:sldId id="578" r:id="rId166"/>
    <p:sldId id="575" r:id="rId167"/>
    <p:sldId id="601" r:id="rId168"/>
    <p:sldId id="606" r:id="rId169"/>
    <p:sldId id="580" r:id="rId170"/>
    <p:sldId id="582" r:id="rId171"/>
    <p:sldId id="583" r:id="rId172"/>
    <p:sldId id="584" r:id="rId173"/>
    <p:sldId id="585" r:id="rId174"/>
    <p:sldId id="612" r:id="rId175"/>
    <p:sldId id="586" r:id="rId176"/>
    <p:sldId id="587" r:id="rId177"/>
    <p:sldId id="608" r:id="rId178"/>
    <p:sldId id="609" r:id="rId179"/>
    <p:sldId id="610" r:id="rId180"/>
    <p:sldId id="592" r:id="rId181"/>
    <p:sldId id="588" r:id="rId182"/>
    <p:sldId id="591" r:id="rId183"/>
    <p:sldId id="593" r:id="rId184"/>
    <p:sldId id="594" r:id="rId185"/>
    <p:sldId id="595" r:id="rId186"/>
    <p:sldId id="597" r:id="rId187"/>
    <p:sldId id="598" r:id="rId188"/>
    <p:sldId id="599" r:id="rId189"/>
    <p:sldId id="600" r:id="rId190"/>
    <p:sldId id="604" r:id="rId191"/>
    <p:sldId id="605" r:id="rId192"/>
    <p:sldId id="602" r:id="rId193"/>
    <p:sldId id="611" r:id="rId194"/>
    <p:sldId id="603" r:id="rId195"/>
    <p:sldId id="568" r:id="rId196"/>
    <p:sldId id="570" r:id="rId197"/>
    <p:sldId id="407" r:id="rId198"/>
    <p:sldId id="486" r:id="rId199"/>
    <p:sldId id="405" r:id="rId200"/>
    <p:sldId id="481" r:id="rId201"/>
    <p:sldId id="484" r:id="rId202"/>
    <p:sldId id="483" r:id="rId203"/>
    <p:sldId id="404" r:id="rId204"/>
    <p:sldId id="403" r:id="rId205"/>
  </p:sldIdLst>
  <p:sldSz cx="12192000" cy="6858000"/>
  <p:notesSz cx="6858000" cy="9144000"/>
  <p:defaultTextStyle>
    <a:defPPr rtl="0">
      <a:defRPr lang="ja-JP"/>
    </a:defPPr>
    <a:lvl1pPr marL="0" algn="l" defTabSz="914400" rtl="0" eaLnBrk="1" latinLnBrk="0" hangingPunct="1">
      <a:defRPr lang="ja-JP" sz="1800" kern="1200">
        <a:solidFill>
          <a:schemeClr val="tx1"/>
        </a:solidFill>
        <a:latin typeface="+mn-lt"/>
        <a:ea typeface="+mn-ea"/>
        <a:cs typeface="+mn-cs"/>
      </a:defRPr>
    </a:lvl1pPr>
    <a:lvl2pPr marL="457200" algn="l" defTabSz="914400" rtl="0" eaLnBrk="1" latinLnBrk="0" hangingPunct="1">
      <a:defRPr lang="ja-JP" sz="1800" kern="1200">
        <a:solidFill>
          <a:schemeClr val="tx1"/>
        </a:solidFill>
        <a:latin typeface="+mn-lt"/>
        <a:ea typeface="+mn-ea"/>
        <a:cs typeface="+mn-cs"/>
      </a:defRPr>
    </a:lvl2pPr>
    <a:lvl3pPr marL="914400" algn="l" defTabSz="914400" rtl="0" eaLnBrk="1" latinLnBrk="0" hangingPunct="1">
      <a:defRPr lang="ja-JP" sz="1800" kern="1200">
        <a:solidFill>
          <a:schemeClr val="tx1"/>
        </a:solidFill>
        <a:latin typeface="+mn-lt"/>
        <a:ea typeface="+mn-ea"/>
        <a:cs typeface="+mn-cs"/>
      </a:defRPr>
    </a:lvl3pPr>
    <a:lvl4pPr marL="1371600" algn="l" defTabSz="914400" rtl="0" eaLnBrk="1" latinLnBrk="0" hangingPunct="1">
      <a:defRPr lang="ja-JP" sz="1800" kern="1200">
        <a:solidFill>
          <a:schemeClr val="tx1"/>
        </a:solidFill>
        <a:latin typeface="+mn-lt"/>
        <a:ea typeface="+mn-ea"/>
        <a:cs typeface="+mn-cs"/>
      </a:defRPr>
    </a:lvl4pPr>
    <a:lvl5pPr marL="1828800" algn="l" defTabSz="914400" rtl="0" eaLnBrk="1" latinLnBrk="0" hangingPunct="1">
      <a:defRPr lang="ja-JP" sz="1800" kern="1200">
        <a:solidFill>
          <a:schemeClr val="tx1"/>
        </a:solidFill>
        <a:latin typeface="+mn-lt"/>
        <a:ea typeface="+mn-ea"/>
        <a:cs typeface="+mn-cs"/>
      </a:defRPr>
    </a:lvl5pPr>
    <a:lvl6pPr marL="2286000" algn="l" defTabSz="914400" rtl="0" eaLnBrk="1" latinLnBrk="0" hangingPunct="1">
      <a:defRPr lang="ja-JP" sz="1800" kern="1200">
        <a:solidFill>
          <a:schemeClr val="tx1"/>
        </a:solidFill>
        <a:latin typeface="+mn-lt"/>
        <a:ea typeface="+mn-ea"/>
        <a:cs typeface="+mn-cs"/>
      </a:defRPr>
    </a:lvl6pPr>
    <a:lvl7pPr marL="2743200" algn="l" defTabSz="914400" rtl="0" eaLnBrk="1" latinLnBrk="0" hangingPunct="1">
      <a:defRPr lang="ja-JP" sz="1800" kern="1200">
        <a:solidFill>
          <a:schemeClr val="tx1"/>
        </a:solidFill>
        <a:latin typeface="+mn-lt"/>
        <a:ea typeface="+mn-ea"/>
        <a:cs typeface="+mn-cs"/>
      </a:defRPr>
    </a:lvl7pPr>
    <a:lvl8pPr marL="3200400" algn="l" defTabSz="914400" rtl="0" eaLnBrk="1" latinLnBrk="0" hangingPunct="1">
      <a:defRPr lang="ja-JP" sz="1800" kern="1200">
        <a:solidFill>
          <a:schemeClr val="tx1"/>
        </a:solidFill>
        <a:latin typeface="+mn-lt"/>
        <a:ea typeface="+mn-ea"/>
        <a:cs typeface="+mn-cs"/>
      </a:defRPr>
    </a:lvl8pPr>
    <a:lvl9pPr marL="3657600" algn="l" defTabSz="914400" rtl="0" eaLnBrk="1" latinLnBrk="0" hangingPunct="1">
      <a:defRPr lang="ja-JP"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0F197192-C7FB-B25F-5E17-15D676496A02}" name="VA 26" initials="2V" userId="S::va26@softtex.co.jp::dcf537b9-5b03-463d-a66a-ee9791cf5e26"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作成者"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495A2"/>
    <a:srgbClr val="B2E2F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A107856-5554-42FB-B03E-39F5DBC370B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93" autoAdjust="0"/>
    <p:restoredTop sz="95273" autoAdjust="0"/>
  </p:normalViewPr>
  <p:slideViewPr>
    <p:cSldViewPr snapToGrid="0">
      <p:cViewPr varScale="1">
        <p:scale>
          <a:sx n="59" d="100"/>
          <a:sy n="59" d="100"/>
        </p:scale>
        <p:origin x="84" y="96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97" d="100"/>
          <a:sy n="97" d="100"/>
        </p:scale>
        <p:origin x="2868" y="72"/>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slide" Target="slides/slide166.xml"/><Relationship Id="rId191" Type="http://schemas.openxmlformats.org/officeDocument/2006/relationships/slide" Target="slides/slide187.xml"/><Relationship Id="rId205" Type="http://schemas.openxmlformats.org/officeDocument/2006/relationships/slide" Target="slides/slide201.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slide" Target="slides/slide177.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92" Type="http://schemas.openxmlformats.org/officeDocument/2006/relationships/slide" Target="slides/slide188.xml"/><Relationship Id="rId206" Type="http://schemas.openxmlformats.org/officeDocument/2006/relationships/notesMaster" Target="notesMasters/notesMaster1.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slide" Target="slides/slide178.xml"/><Relationship Id="rId6" Type="http://schemas.openxmlformats.org/officeDocument/2006/relationships/slide" Target="slides/slide2.xml"/><Relationship Id="rId23" Type="http://schemas.openxmlformats.org/officeDocument/2006/relationships/slide" Target="slides/slide19.xml"/><Relationship Id="rId119" Type="http://schemas.openxmlformats.org/officeDocument/2006/relationships/slide" Target="slides/slide115.xml"/><Relationship Id="rId44" Type="http://schemas.openxmlformats.org/officeDocument/2006/relationships/slide" Target="slides/slide40.xml"/><Relationship Id="rId65" Type="http://schemas.openxmlformats.org/officeDocument/2006/relationships/slide" Target="slides/slide61.xml"/><Relationship Id="rId86" Type="http://schemas.openxmlformats.org/officeDocument/2006/relationships/slide" Target="slides/slide82.xml"/><Relationship Id="rId130" Type="http://schemas.openxmlformats.org/officeDocument/2006/relationships/slide" Target="slides/slide126.xml"/><Relationship Id="rId151" Type="http://schemas.openxmlformats.org/officeDocument/2006/relationships/slide" Target="slides/slide147.xml"/><Relationship Id="rId172" Type="http://schemas.openxmlformats.org/officeDocument/2006/relationships/slide" Target="slides/slide168.xml"/><Relationship Id="rId193" Type="http://schemas.openxmlformats.org/officeDocument/2006/relationships/slide" Target="slides/slide189.xml"/><Relationship Id="rId207" Type="http://schemas.openxmlformats.org/officeDocument/2006/relationships/handoutMaster" Target="handoutMasters/handoutMaster1.xml"/><Relationship Id="rId13" Type="http://schemas.openxmlformats.org/officeDocument/2006/relationships/slide" Target="slides/slide9.xml"/><Relationship Id="rId109" Type="http://schemas.openxmlformats.org/officeDocument/2006/relationships/slide" Target="slides/slide105.xml"/><Relationship Id="rId34" Type="http://schemas.openxmlformats.org/officeDocument/2006/relationships/slide" Target="slides/slide30.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20" Type="http://schemas.openxmlformats.org/officeDocument/2006/relationships/slide" Target="slides/slide116.xml"/><Relationship Id="rId141" Type="http://schemas.openxmlformats.org/officeDocument/2006/relationships/slide" Target="slides/slide137.xml"/><Relationship Id="rId7" Type="http://schemas.openxmlformats.org/officeDocument/2006/relationships/slide" Target="slides/slide3.xml"/><Relationship Id="rId162" Type="http://schemas.openxmlformats.org/officeDocument/2006/relationships/slide" Target="slides/slide158.xml"/><Relationship Id="rId183" Type="http://schemas.openxmlformats.org/officeDocument/2006/relationships/slide" Target="slides/slide179.xml"/><Relationship Id="rId24" Type="http://schemas.openxmlformats.org/officeDocument/2006/relationships/slide" Target="slides/slide20.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31" Type="http://schemas.openxmlformats.org/officeDocument/2006/relationships/slide" Target="slides/slide127.xml"/><Relationship Id="rId152" Type="http://schemas.openxmlformats.org/officeDocument/2006/relationships/slide" Target="slides/slide148.xml"/><Relationship Id="rId173" Type="http://schemas.openxmlformats.org/officeDocument/2006/relationships/slide" Target="slides/slide169.xml"/><Relationship Id="rId194" Type="http://schemas.openxmlformats.org/officeDocument/2006/relationships/slide" Target="slides/slide190.xml"/><Relationship Id="rId208" Type="http://schemas.openxmlformats.org/officeDocument/2006/relationships/commentAuthors" Target="commentAuthors.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184" Type="http://schemas.openxmlformats.org/officeDocument/2006/relationships/slide" Target="slides/slide180.xml"/><Relationship Id="rId189" Type="http://schemas.openxmlformats.org/officeDocument/2006/relationships/slide" Target="slides/slide185.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79" Type="http://schemas.openxmlformats.org/officeDocument/2006/relationships/slide" Target="slides/slide175.xml"/><Relationship Id="rId195" Type="http://schemas.openxmlformats.org/officeDocument/2006/relationships/slide" Target="slides/slide191.xml"/><Relationship Id="rId209" Type="http://schemas.openxmlformats.org/officeDocument/2006/relationships/presProps" Target="presProps.xml"/><Relationship Id="rId190" Type="http://schemas.openxmlformats.org/officeDocument/2006/relationships/slide" Target="slides/slide186.xml"/><Relationship Id="rId204" Type="http://schemas.openxmlformats.org/officeDocument/2006/relationships/slide" Target="slides/slide200.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slide" Target="slides/slide165.xml"/><Relationship Id="rId185" Type="http://schemas.openxmlformats.org/officeDocument/2006/relationships/slide" Target="slides/slide181.xml"/><Relationship Id="rId4" Type="http://schemas.openxmlformats.org/officeDocument/2006/relationships/slideMaster" Target="slideMasters/slideMaster1.xml"/><Relationship Id="rId9" Type="http://schemas.openxmlformats.org/officeDocument/2006/relationships/slide" Target="slides/slide5.xml"/><Relationship Id="rId180" Type="http://schemas.openxmlformats.org/officeDocument/2006/relationships/slide" Target="slides/slide176.xml"/><Relationship Id="rId210" Type="http://schemas.openxmlformats.org/officeDocument/2006/relationships/viewProps" Target="viewProps.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211" Type="http://schemas.openxmlformats.org/officeDocument/2006/relationships/theme" Target="theme/theme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201" Type="http://schemas.openxmlformats.org/officeDocument/2006/relationships/slide" Target="slides/slide197.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1" Type="http://schemas.openxmlformats.org/officeDocument/2006/relationships/customXml" Target="../customXml/item1.xml"/><Relationship Id="rId212" Type="http://schemas.openxmlformats.org/officeDocument/2006/relationships/tableStyles" Target="tableStyles.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202" Type="http://schemas.openxmlformats.org/officeDocument/2006/relationships/slide" Target="slides/slide198.xml"/><Relationship Id="rId18" Type="http://schemas.openxmlformats.org/officeDocument/2006/relationships/slide" Target="slides/slide14.xml"/><Relationship Id="rId39" Type="http://schemas.openxmlformats.org/officeDocument/2006/relationships/slide" Target="slides/slide35.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71" Type="http://schemas.openxmlformats.org/officeDocument/2006/relationships/slide" Target="slides/slide67.xml"/><Relationship Id="rId92" Type="http://schemas.openxmlformats.org/officeDocument/2006/relationships/slide" Target="slides/slide88.xml"/><Relationship Id="rId213" Type="http://schemas.microsoft.com/office/2018/10/relationships/authors" Target="authors.xml"/><Relationship Id="rId2" Type="http://schemas.openxmlformats.org/officeDocument/2006/relationships/customXml" Target="../customXml/item2.xml"/><Relationship Id="rId29" Type="http://schemas.openxmlformats.org/officeDocument/2006/relationships/slide" Target="slides/slide25.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s>
</file>

<file path=ppt/diagrams/_rels/data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svg"/><Relationship Id="rId1" Type="http://schemas.openxmlformats.org/officeDocument/2006/relationships/image" Target="../media/image42.png"/><Relationship Id="rId6" Type="http://schemas.openxmlformats.org/officeDocument/2006/relationships/image" Target="../media/image47.svg"/><Relationship Id="rId5" Type="http://schemas.openxmlformats.org/officeDocument/2006/relationships/image" Target="../media/image46.png"/><Relationship Id="rId4" Type="http://schemas.openxmlformats.org/officeDocument/2006/relationships/image" Target="../media/image45.svg"/></Relationships>
</file>

<file path=ppt/diagrams/_rels/data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_rels/data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svg"/><Relationship Id="rId1" Type="http://schemas.openxmlformats.org/officeDocument/2006/relationships/image" Target="../media/image42.png"/><Relationship Id="rId6" Type="http://schemas.openxmlformats.org/officeDocument/2006/relationships/image" Target="../media/image47.svg"/><Relationship Id="rId5" Type="http://schemas.openxmlformats.org/officeDocument/2006/relationships/image" Target="../media/image46.png"/><Relationship Id="rId4" Type="http://schemas.openxmlformats.org/officeDocument/2006/relationships/image" Target="../media/image45.svg"/></Relationships>
</file>

<file path=ppt/diagrams/_rels/drawing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svg"/><Relationship Id="rId1" Type="http://schemas.openxmlformats.org/officeDocument/2006/relationships/image" Target="../media/image42.png"/><Relationship Id="rId6" Type="http://schemas.openxmlformats.org/officeDocument/2006/relationships/image" Target="../media/image47.svg"/><Relationship Id="rId5" Type="http://schemas.openxmlformats.org/officeDocument/2006/relationships/image" Target="../media/image46.png"/><Relationship Id="rId4" Type="http://schemas.openxmlformats.org/officeDocument/2006/relationships/image" Target="../media/image45.svg"/></Relationships>
</file>

<file path=ppt/diagrams/_rels/drawing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_rels/drawing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svg"/><Relationship Id="rId1" Type="http://schemas.openxmlformats.org/officeDocument/2006/relationships/image" Target="../media/image42.png"/><Relationship Id="rId6" Type="http://schemas.openxmlformats.org/officeDocument/2006/relationships/image" Target="../media/image47.svg"/><Relationship Id="rId5" Type="http://schemas.openxmlformats.org/officeDocument/2006/relationships/image" Target="../media/image46.png"/><Relationship Id="rId4" Type="http://schemas.openxmlformats.org/officeDocument/2006/relationships/image" Target="../media/image4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0F41578-FAD5-42A4-A34F-FE9CD7758C24}"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40FBC269-5A61-4B71-8609-6A8556600150}">
      <dgm:prSet/>
      <dgm:spPr/>
      <dgm:t>
        <a:bodyPr/>
        <a:lstStyle/>
        <a:p>
          <a:r>
            <a:rPr lang="en-US" dirty="0"/>
            <a:t>DNS</a:t>
          </a:r>
          <a:r>
            <a:rPr lang="ja-JP" altLang="en-US" dirty="0"/>
            <a:t>を利用したドメインでのアクセス</a:t>
          </a:r>
          <a:endParaRPr lang="en-US" dirty="0"/>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dgm:spPr/>
      <dgm:t>
        <a:bodyPr/>
        <a:lstStyle/>
        <a:p>
          <a:endParaRPr lang="en-US"/>
        </a:p>
      </dgm:t>
    </dgm:pt>
    <dgm:pt modelId="{77BDEFDC-2C0A-4D07-9133-214764B0DAC5}">
      <dgm:prSet/>
      <dgm:spPr/>
      <dgm:t>
        <a:bodyPr/>
        <a:lstStyle/>
        <a:p>
          <a:r>
            <a:rPr lang="en-US"/>
            <a:t>IP</a:t>
          </a:r>
          <a:r>
            <a:rPr lang="ja-JP" altLang="en-US"/>
            <a:t>アドレスを固定する</a:t>
          </a:r>
          <a:endParaRPr lang="en-US" dirty="0"/>
        </a:p>
      </dgm:t>
    </dgm:pt>
    <dgm:pt modelId="{83C561C0-186A-4707-9313-E7F0A880332A}" type="parTrans" cxnId="{E86150B5-FE14-4FF6-BCB5-0F9490F7D7A4}">
      <dgm:prSet/>
      <dgm:spPr/>
      <dgm:t>
        <a:bodyPr/>
        <a:lstStyle/>
        <a:p>
          <a:endParaRPr kumimoji="1" lang="ja-JP" altLang="en-US"/>
        </a:p>
      </dgm:t>
    </dgm:pt>
    <dgm:pt modelId="{BF1CFD7D-D0CB-4523-BEA9-265F1D203674}" type="sibTrans" cxnId="{E86150B5-FE14-4FF6-BCB5-0F9490F7D7A4}">
      <dgm:prSet/>
      <dgm:spPr/>
      <dgm:t>
        <a:bodyPr/>
        <a:lstStyle/>
        <a:p>
          <a:endParaRPr kumimoji="1" lang="ja-JP" altLang="en-US"/>
        </a:p>
      </dgm:t>
    </dgm:pt>
    <dgm:pt modelId="{60EB7537-B410-47DD-BBDA-497F06D0B086}" type="pres">
      <dgm:prSet presAssocID="{B0F41578-FAD5-42A4-A34F-FE9CD7758C24}" presName="hierChild1" presStyleCnt="0">
        <dgm:presLayoutVars>
          <dgm:chPref val="1"/>
          <dgm:dir/>
          <dgm:animOne val="branch"/>
          <dgm:animLvl val="lvl"/>
          <dgm:resizeHandles/>
        </dgm:presLayoutVars>
      </dgm:prSet>
      <dgm:spPr/>
    </dgm:pt>
    <dgm:pt modelId="{AB2F6E7E-A204-46F5-A5A8-16582B765B14}" type="pres">
      <dgm:prSet presAssocID="{40FBC269-5A61-4B71-8609-6A8556600150}" presName="hierRoot1" presStyleCnt="0"/>
      <dgm:spPr/>
    </dgm:pt>
    <dgm:pt modelId="{DFC68B2F-EBF7-41F2-944D-D75264704CFC}" type="pres">
      <dgm:prSet presAssocID="{40FBC269-5A61-4B71-8609-6A8556600150}" presName="composite" presStyleCnt="0"/>
      <dgm:spPr/>
    </dgm:pt>
    <dgm:pt modelId="{373FF800-69EB-4205-B1D8-8F498CDFF575}" type="pres">
      <dgm:prSet presAssocID="{40FBC269-5A61-4B71-8609-6A8556600150}" presName="background" presStyleLbl="node0" presStyleIdx="0" presStyleCnt="2"/>
      <dgm:spPr/>
    </dgm:pt>
    <dgm:pt modelId="{354A934F-2880-4477-90F6-9FA28E034040}" type="pres">
      <dgm:prSet presAssocID="{40FBC269-5A61-4B71-8609-6A8556600150}" presName="text" presStyleLbl="fgAcc0" presStyleIdx="0" presStyleCnt="2">
        <dgm:presLayoutVars>
          <dgm:chPref val="3"/>
        </dgm:presLayoutVars>
      </dgm:prSet>
      <dgm:spPr/>
    </dgm:pt>
    <dgm:pt modelId="{07CA52C9-5A36-4658-A25E-6E74A68D101A}" type="pres">
      <dgm:prSet presAssocID="{40FBC269-5A61-4B71-8609-6A8556600150}" presName="hierChild2" presStyleCnt="0"/>
      <dgm:spPr/>
    </dgm:pt>
    <dgm:pt modelId="{D8E509CB-4A8E-499A-8C0F-90F7959B8C9A}" type="pres">
      <dgm:prSet presAssocID="{77BDEFDC-2C0A-4D07-9133-214764B0DAC5}" presName="hierRoot1" presStyleCnt="0"/>
      <dgm:spPr/>
    </dgm:pt>
    <dgm:pt modelId="{714B6F90-E844-497C-BCAB-A8CDB4C6AC07}" type="pres">
      <dgm:prSet presAssocID="{77BDEFDC-2C0A-4D07-9133-214764B0DAC5}" presName="composite" presStyleCnt="0"/>
      <dgm:spPr/>
    </dgm:pt>
    <dgm:pt modelId="{AEA5D098-DD8E-47B4-BA39-30C5EC46EC3A}" type="pres">
      <dgm:prSet presAssocID="{77BDEFDC-2C0A-4D07-9133-214764B0DAC5}" presName="background" presStyleLbl="node0" presStyleIdx="1" presStyleCnt="2"/>
      <dgm:spPr/>
    </dgm:pt>
    <dgm:pt modelId="{97D329B5-F65D-4B93-B82B-A56CEFC4D48B}" type="pres">
      <dgm:prSet presAssocID="{77BDEFDC-2C0A-4D07-9133-214764B0DAC5}" presName="text" presStyleLbl="fgAcc0" presStyleIdx="1" presStyleCnt="2">
        <dgm:presLayoutVars>
          <dgm:chPref val="3"/>
        </dgm:presLayoutVars>
      </dgm:prSet>
      <dgm:spPr/>
    </dgm:pt>
    <dgm:pt modelId="{A9C253C4-0DCF-4AA2-8D39-B4F3854A62C8}" type="pres">
      <dgm:prSet presAssocID="{77BDEFDC-2C0A-4D07-9133-214764B0DAC5}" presName="hierChild2" presStyleCnt="0"/>
      <dgm:spPr/>
    </dgm:pt>
  </dgm:ptLst>
  <dgm:cxnLst>
    <dgm:cxn modelId="{4BFCE010-C91D-48F8-B4E6-BE61ED32C229}" type="presOf" srcId="{77BDEFDC-2C0A-4D07-9133-214764B0DAC5}" destId="{97D329B5-F65D-4B93-B82B-A56CEFC4D48B}" srcOrd="0" destOrd="0" presId="urn:microsoft.com/office/officeart/2005/8/layout/hierarchy1"/>
    <dgm:cxn modelId="{6DAE4D73-CC1B-4A42-A717-E0DA9DCEF4D4}" type="presOf" srcId="{B0F41578-FAD5-42A4-A34F-FE9CD7758C24}" destId="{60EB7537-B410-47DD-BBDA-497F06D0B086}" srcOrd="0" destOrd="0" presId="urn:microsoft.com/office/officeart/2005/8/layout/hierarchy1"/>
    <dgm:cxn modelId="{F252F855-D92D-4288-A4A4-C5E68441036F}" type="presOf" srcId="{40FBC269-5A61-4B71-8609-6A8556600150}" destId="{354A934F-2880-4477-90F6-9FA28E034040}" srcOrd="0" destOrd="0" presId="urn:microsoft.com/office/officeart/2005/8/layout/hierarchy1"/>
    <dgm:cxn modelId="{FA4909A0-6DC8-439E-A1F0-E937D5A40003}" srcId="{B0F41578-FAD5-42A4-A34F-FE9CD7758C24}" destId="{40FBC269-5A61-4B71-8609-6A8556600150}" srcOrd="0" destOrd="0" parTransId="{DF3ED330-CD4F-42D3-A5E2-56C92A29E17F}" sibTransId="{3F213DCF-361F-44B6-8D69-E3D9AB9DB39A}"/>
    <dgm:cxn modelId="{E86150B5-FE14-4FF6-BCB5-0F9490F7D7A4}" srcId="{B0F41578-FAD5-42A4-A34F-FE9CD7758C24}" destId="{77BDEFDC-2C0A-4D07-9133-214764B0DAC5}" srcOrd="1" destOrd="0" parTransId="{83C561C0-186A-4707-9313-E7F0A880332A}" sibTransId="{BF1CFD7D-D0CB-4523-BEA9-265F1D203674}"/>
    <dgm:cxn modelId="{A7A9847E-1005-4078-AD1B-9EBA6EFB2DD7}" type="presParOf" srcId="{60EB7537-B410-47DD-BBDA-497F06D0B086}" destId="{AB2F6E7E-A204-46F5-A5A8-16582B765B14}" srcOrd="0" destOrd="0" presId="urn:microsoft.com/office/officeart/2005/8/layout/hierarchy1"/>
    <dgm:cxn modelId="{1B0760AB-5EFE-423E-91F8-D4E40ABA64A4}" type="presParOf" srcId="{AB2F6E7E-A204-46F5-A5A8-16582B765B14}" destId="{DFC68B2F-EBF7-41F2-944D-D75264704CFC}" srcOrd="0" destOrd="0" presId="urn:microsoft.com/office/officeart/2005/8/layout/hierarchy1"/>
    <dgm:cxn modelId="{DAA5134A-F14D-4F9C-974C-9975F1A82BDA}" type="presParOf" srcId="{DFC68B2F-EBF7-41F2-944D-D75264704CFC}" destId="{373FF800-69EB-4205-B1D8-8F498CDFF575}" srcOrd="0" destOrd="0" presId="urn:microsoft.com/office/officeart/2005/8/layout/hierarchy1"/>
    <dgm:cxn modelId="{43217AE6-966A-4782-9FB2-42061D2A7433}" type="presParOf" srcId="{DFC68B2F-EBF7-41F2-944D-D75264704CFC}" destId="{354A934F-2880-4477-90F6-9FA28E034040}" srcOrd="1" destOrd="0" presId="urn:microsoft.com/office/officeart/2005/8/layout/hierarchy1"/>
    <dgm:cxn modelId="{BDE7EC63-DDA5-4CAC-8F51-666F5B4082CE}" type="presParOf" srcId="{AB2F6E7E-A204-46F5-A5A8-16582B765B14}" destId="{07CA52C9-5A36-4658-A25E-6E74A68D101A}" srcOrd="1" destOrd="0" presId="urn:microsoft.com/office/officeart/2005/8/layout/hierarchy1"/>
    <dgm:cxn modelId="{45EAF451-918F-44C4-A782-AA0843547F90}" type="presParOf" srcId="{60EB7537-B410-47DD-BBDA-497F06D0B086}" destId="{D8E509CB-4A8E-499A-8C0F-90F7959B8C9A}" srcOrd="1" destOrd="0" presId="urn:microsoft.com/office/officeart/2005/8/layout/hierarchy1"/>
    <dgm:cxn modelId="{1398E59D-4BCB-4266-930C-89DD6754DA17}" type="presParOf" srcId="{D8E509CB-4A8E-499A-8C0F-90F7959B8C9A}" destId="{714B6F90-E844-497C-BCAB-A8CDB4C6AC07}" srcOrd="0" destOrd="0" presId="urn:microsoft.com/office/officeart/2005/8/layout/hierarchy1"/>
    <dgm:cxn modelId="{0B44ACCD-D8CE-4186-82AA-D5C469276EAF}" type="presParOf" srcId="{714B6F90-E844-497C-BCAB-A8CDB4C6AC07}" destId="{AEA5D098-DD8E-47B4-BA39-30C5EC46EC3A}" srcOrd="0" destOrd="0" presId="urn:microsoft.com/office/officeart/2005/8/layout/hierarchy1"/>
    <dgm:cxn modelId="{53B29B10-F668-4A07-A95C-6356A05E31A8}" type="presParOf" srcId="{714B6F90-E844-497C-BCAB-A8CDB4C6AC07}" destId="{97D329B5-F65D-4B93-B82B-A56CEFC4D48B}" srcOrd="1" destOrd="0" presId="urn:microsoft.com/office/officeart/2005/8/layout/hierarchy1"/>
    <dgm:cxn modelId="{A8D668BE-939B-40AE-B51B-6DE35741A6AD}" type="presParOf" srcId="{D8E509CB-4A8E-499A-8C0F-90F7959B8C9A}" destId="{A9C253C4-0DCF-4AA2-8D39-B4F3854A62C8}"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0F41578-FAD5-42A4-A34F-FE9CD7758C24}" type="doc">
      <dgm:prSet loTypeId="urn:microsoft.com/office/officeart/2018/2/layout/IconVerticalSolidList" loCatId="icon" qsTypeId="urn:microsoft.com/office/officeart/2005/8/quickstyle/simple2" qsCatId="simple" csTypeId="urn:microsoft.com/office/officeart/2005/8/colors/accent2_2" csCatId="accent2" phldr="1"/>
      <dgm:spPr/>
      <dgm:t>
        <a:bodyPr/>
        <a:lstStyle/>
        <a:p>
          <a:endParaRPr lang="en-US"/>
        </a:p>
      </dgm:t>
    </dgm:pt>
    <dgm:pt modelId="{40FBC269-5A61-4B71-8609-6A8556600150}">
      <dgm:prSet/>
      <dgm:spPr/>
      <dgm:t>
        <a:bodyPr/>
        <a:lstStyle/>
        <a:p>
          <a:pPr>
            <a:lnSpc>
              <a:spcPct val="100000"/>
            </a:lnSpc>
          </a:pPr>
          <a:r>
            <a:rPr lang="ja-JP" altLang="en-US" dirty="0">
              <a:solidFill>
                <a:schemeClr val="bg1"/>
              </a:solidFill>
            </a:rPr>
            <a:t>サーバー</a:t>
          </a:r>
          <a:endParaRPr lang="en-US" dirty="0">
            <a:solidFill>
              <a:schemeClr val="bg1"/>
            </a:solidFill>
          </a:endParaRPr>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phldrT="1" phldr="0"/>
      <dgm:spPr/>
      <dgm:t>
        <a:bodyPr/>
        <a:lstStyle/>
        <a:p>
          <a:endParaRPr lang="en-US"/>
        </a:p>
      </dgm:t>
    </dgm:pt>
    <dgm:pt modelId="{5E372BF3-15D5-4068-9C8E-415CEE501BE7}">
      <dgm:prSet/>
      <dgm:spPr/>
      <dgm:t>
        <a:bodyPr/>
        <a:lstStyle/>
        <a:p>
          <a:pPr>
            <a:lnSpc>
              <a:spcPct val="100000"/>
            </a:lnSpc>
          </a:pPr>
          <a:r>
            <a:rPr lang="ja-JP" altLang="en-US" dirty="0">
              <a:solidFill>
                <a:schemeClr val="bg1"/>
              </a:solidFill>
            </a:rPr>
            <a:t>ネットワークプリンター、ネットワークストレージ</a:t>
          </a:r>
          <a:r>
            <a:rPr lang="en-US" altLang="ja-JP" dirty="0">
              <a:solidFill>
                <a:schemeClr val="bg1"/>
              </a:solidFill>
            </a:rPr>
            <a:t>(NAS)</a:t>
          </a:r>
          <a:endParaRPr lang="en-US" dirty="0">
            <a:solidFill>
              <a:schemeClr val="bg1"/>
            </a:solidFill>
          </a:endParaRPr>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phldrT="2" phldr="0"/>
      <dgm:spPr/>
      <dgm:t>
        <a:bodyPr/>
        <a:lstStyle/>
        <a:p>
          <a:endParaRPr lang="en-US"/>
        </a:p>
      </dgm:t>
    </dgm:pt>
    <dgm:pt modelId="{F3F62740-98FA-4C6C-AB20-FAF6CA6D230C}">
      <dgm:prSet/>
      <dgm:spPr/>
      <dgm:t>
        <a:bodyPr/>
        <a:lstStyle/>
        <a:p>
          <a:pPr>
            <a:lnSpc>
              <a:spcPct val="100000"/>
            </a:lnSpc>
          </a:pPr>
          <a:r>
            <a:rPr kumimoji="1" lang="ja-JP" altLang="en-US" b="0" i="0" dirty="0">
              <a:solidFill>
                <a:schemeClr val="bg1"/>
              </a:solidFill>
            </a:rPr>
            <a:t>通信の管理をしたい</a:t>
          </a:r>
          <a:endParaRPr lang="en-US" dirty="0">
            <a:solidFill>
              <a:schemeClr val="bg1"/>
            </a:solidFill>
          </a:endParaRPr>
        </a:p>
      </dgm:t>
    </dgm:pt>
    <dgm:pt modelId="{4C843FB8-CAAD-41F9-92FC-6CC6B9A7D4C8}" type="parTrans" cxnId="{165F12B2-E37E-4876-AB06-31371514557D}">
      <dgm:prSet/>
      <dgm:spPr/>
      <dgm:t>
        <a:bodyPr/>
        <a:lstStyle/>
        <a:p>
          <a:endParaRPr lang="en-US"/>
        </a:p>
      </dgm:t>
    </dgm:pt>
    <dgm:pt modelId="{05405B03-2754-4A85-8CFE-AD377FFCEA51}" type="sibTrans" cxnId="{165F12B2-E37E-4876-AB06-31371514557D}">
      <dgm:prSet phldrT="3" phldr="0"/>
      <dgm:spPr/>
      <dgm:t>
        <a:bodyPr/>
        <a:lstStyle/>
        <a:p>
          <a:endParaRPr lang="en-US"/>
        </a:p>
      </dgm:t>
    </dgm:pt>
    <dgm:pt modelId="{16291AAB-9C59-4523-82FF-645680AA39C4}" type="pres">
      <dgm:prSet presAssocID="{B0F41578-FAD5-42A4-A34F-FE9CD7758C24}" presName="root" presStyleCnt="0">
        <dgm:presLayoutVars>
          <dgm:dir/>
          <dgm:resizeHandles val="exact"/>
        </dgm:presLayoutVars>
      </dgm:prSet>
      <dgm:spPr/>
    </dgm:pt>
    <dgm:pt modelId="{F5E71A5D-5DA1-4293-A4A4-57C41AF0768C}" type="pres">
      <dgm:prSet presAssocID="{40FBC269-5A61-4B71-8609-6A8556600150}" presName="compNode" presStyleCnt="0"/>
      <dgm:spPr/>
    </dgm:pt>
    <dgm:pt modelId="{C8B0E2DF-1725-42DE-8962-EB48B50A5A8D}" type="pres">
      <dgm:prSet presAssocID="{40FBC269-5A61-4B71-8609-6A8556600150}" presName="bgRect" presStyleLbl="bgShp" presStyleIdx="0" presStyleCnt="3"/>
      <dgm:spPr/>
    </dgm:pt>
    <dgm:pt modelId="{53D20F3B-8499-48B1-9958-F0AECD574E05}" type="pres">
      <dgm:prSet presAssocID="{40FBC269-5A61-4B71-8609-6A8556600150}"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effectLst>
          <a:innerShdw blurRad="63500" dist="50800">
            <a:prstClr val="black">
              <a:alpha val="50000"/>
            </a:prstClr>
          </a:innerShdw>
        </a:effectLst>
      </dgm:spPr>
      <dgm:extLst>
        <a:ext uri="{E40237B7-FDA0-4F09-8148-C483321AD2D9}">
          <dgm14:cNvPr xmlns:dgm14="http://schemas.microsoft.com/office/drawing/2010/diagram" id="0" name="" descr="サーバー"/>
        </a:ext>
      </dgm:extLst>
    </dgm:pt>
    <dgm:pt modelId="{3775B15C-142D-4A07-BB0C-5D2936ACBA2C}" type="pres">
      <dgm:prSet presAssocID="{40FBC269-5A61-4B71-8609-6A8556600150}" presName="spaceRect" presStyleCnt="0"/>
      <dgm:spPr/>
    </dgm:pt>
    <dgm:pt modelId="{18C7B5CD-A315-4852-8624-2FF24A48BD8C}" type="pres">
      <dgm:prSet presAssocID="{40FBC269-5A61-4B71-8609-6A8556600150}" presName="parTx" presStyleLbl="revTx" presStyleIdx="0" presStyleCnt="3">
        <dgm:presLayoutVars>
          <dgm:chMax val="0"/>
          <dgm:chPref val="0"/>
        </dgm:presLayoutVars>
      </dgm:prSet>
      <dgm:spPr/>
    </dgm:pt>
    <dgm:pt modelId="{C001120E-CFA1-4382-B054-A111429E707B}" type="pres">
      <dgm:prSet presAssocID="{3F213DCF-361F-44B6-8D69-E3D9AB9DB39A}" presName="sibTrans" presStyleCnt="0"/>
      <dgm:spPr/>
    </dgm:pt>
    <dgm:pt modelId="{A65E6D41-CB9B-4ADE-87CD-1E493A8C5C55}" type="pres">
      <dgm:prSet presAssocID="{5E372BF3-15D5-4068-9C8E-415CEE501BE7}" presName="compNode" presStyleCnt="0"/>
      <dgm:spPr/>
    </dgm:pt>
    <dgm:pt modelId="{21E68339-7F1B-445B-8A7B-97102D1571B3}" type="pres">
      <dgm:prSet presAssocID="{5E372BF3-15D5-4068-9C8E-415CEE501BE7}" presName="bgRect" presStyleLbl="bgShp" presStyleIdx="1" presStyleCnt="3"/>
      <dgm:spPr/>
    </dgm:pt>
    <dgm:pt modelId="{418A977F-9EBE-450C-A2BC-77E0EB1D1B73}" type="pres">
      <dgm:prSet presAssocID="{5E372BF3-15D5-4068-9C8E-415CEE501BE7}"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effectLst>
          <a:innerShdw blurRad="63500" dist="50800">
            <a:prstClr val="black">
              <a:alpha val="50000"/>
            </a:prstClr>
          </a:innerShdw>
        </a:effectLst>
      </dgm:spPr>
      <dgm:extLst>
        <a:ext uri="{E40237B7-FDA0-4F09-8148-C483321AD2D9}">
          <dgm14:cNvPr xmlns:dgm14="http://schemas.microsoft.com/office/drawing/2010/diagram" id="0" name="" descr="User Network"/>
        </a:ext>
      </dgm:extLst>
    </dgm:pt>
    <dgm:pt modelId="{E1140C95-9674-47E6-91E8-13137071E3BE}" type="pres">
      <dgm:prSet presAssocID="{5E372BF3-15D5-4068-9C8E-415CEE501BE7}" presName="spaceRect" presStyleCnt="0"/>
      <dgm:spPr/>
    </dgm:pt>
    <dgm:pt modelId="{6AA03709-740E-412F-9044-30D57361EBD2}" type="pres">
      <dgm:prSet presAssocID="{5E372BF3-15D5-4068-9C8E-415CEE501BE7}" presName="parTx" presStyleLbl="revTx" presStyleIdx="1" presStyleCnt="3">
        <dgm:presLayoutVars>
          <dgm:chMax val="0"/>
          <dgm:chPref val="0"/>
        </dgm:presLayoutVars>
      </dgm:prSet>
      <dgm:spPr/>
    </dgm:pt>
    <dgm:pt modelId="{A5B25A38-E5B6-4066-ACAB-551A3125BCA6}" type="pres">
      <dgm:prSet presAssocID="{5899DC42-FFEC-4F02-9EFD-8692CB31202D}" presName="sibTrans" presStyleCnt="0"/>
      <dgm:spPr/>
    </dgm:pt>
    <dgm:pt modelId="{3251F3AE-AD25-4830-8015-785F61A19812}" type="pres">
      <dgm:prSet presAssocID="{F3F62740-98FA-4C6C-AB20-FAF6CA6D230C}" presName="compNode" presStyleCnt="0"/>
      <dgm:spPr/>
    </dgm:pt>
    <dgm:pt modelId="{0CFB056C-D245-46C6-9724-B5D4ED25BEAE}" type="pres">
      <dgm:prSet presAssocID="{F3F62740-98FA-4C6C-AB20-FAF6CA6D230C}" presName="bgRect" presStyleLbl="bgShp" presStyleIdx="2" presStyleCnt="3"/>
      <dgm:spPr/>
    </dgm:pt>
    <dgm:pt modelId="{CD40D670-1751-42F6-8360-F25BC5F79CC7}" type="pres">
      <dgm:prSet presAssocID="{F3F62740-98FA-4C6C-AB20-FAF6CA6D230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effectLst>
          <a:innerShdw blurRad="63500" dist="50800">
            <a:prstClr val="black">
              <a:alpha val="50000"/>
            </a:prstClr>
          </a:innerShdw>
        </a:effectLst>
      </dgm:spPr>
      <dgm:extLst>
        <a:ext uri="{E40237B7-FDA0-4F09-8148-C483321AD2D9}">
          <dgm14:cNvPr xmlns:dgm14="http://schemas.microsoft.com/office/drawing/2010/diagram" id="0" name="" descr="ワイヤレス"/>
        </a:ext>
      </dgm:extLst>
    </dgm:pt>
    <dgm:pt modelId="{A7BFC09A-736A-4006-8956-E994F3D638B1}" type="pres">
      <dgm:prSet presAssocID="{F3F62740-98FA-4C6C-AB20-FAF6CA6D230C}" presName="spaceRect" presStyleCnt="0"/>
      <dgm:spPr/>
    </dgm:pt>
    <dgm:pt modelId="{C41A0EDE-F8B1-472E-A6E4-4C611606401F}" type="pres">
      <dgm:prSet presAssocID="{F3F62740-98FA-4C6C-AB20-FAF6CA6D230C}" presName="parTx" presStyleLbl="revTx" presStyleIdx="2" presStyleCnt="3">
        <dgm:presLayoutVars>
          <dgm:chMax val="0"/>
          <dgm:chPref val="0"/>
        </dgm:presLayoutVars>
      </dgm:prSet>
      <dgm:spPr/>
    </dgm:pt>
  </dgm:ptLst>
  <dgm:cxnLst>
    <dgm:cxn modelId="{7407C925-04DF-4BAA-A662-09E0D24C97FB}" type="presOf" srcId="{40FBC269-5A61-4B71-8609-6A8556600150}" destId="{18C7B5CD-A315-4852-8624-2FF24A48BD8C}" srcOrd="0" destOrd="0" presId="urn:microsoft.com/office/officeart/2018/2/layout/IconVerticalSolidList"/>
    <dgm:cxn modelId="{3FB4EC67-3682-47A4-8337-3A494B4C4757}" type="presOf" srcId="{B0F41578-FAD5-42A4-A34F-FE9CD7758C24}" destId="{16291AAB-9C59-4523-82FF-645680AA39C4}" srcOrd="0" destOrd="0" presId="urn:microsoft.com/office/officeart/2018/2/layout/IconVerticalSolidList"/>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165F12B2-E37E-4876-AB06-31371514557D}" srcId="{B0F41578-FAD5-42A4-A34F-FE9CD7758C24}" destId="{F3F62740-98FA-4C6C-AB20-FAF6CA6D230C}" srcOrd="2" destOrd="0" parTransId="{4C843FB8-CAAD-41F9-92FC-6CC6B9A7D4C8}" sibTransId="{05405B03-2754-4A85-8CFE-AD377FFCEA51}"/>
    <dgm:cxn modelId="{DE6BC1C7-0C9F-4AF5-81F2-03E952011233}" type="presOf" srcId="{F3F62740-98FA-4C6C-AB20-FAF6CA6D230C}" destId="{C41A0EDE-F8B1-472E-A6E4-4C611606401F}" srcOrd="0" destOrd="0" presId="urn:microsoft.com/office/officeart/2018/2/layout/IconVerticalSolidList"/>
    <dgm:cxn modelId="{46221CDC-5B29-46F6-8789-E82A941E53CC}" type="presOf" srcId="{5E372BF3-15D5-4068-9C8E-415CEE501BE7}" destId="{6AA03709-740E-412F-9044-30D57361EBD2}" srcOrd="0" destOrd="0" presId="urn:microsoft.com/office/officeart/2018/2/layout/IconVerticalSolidList"/>
    <dgm:cxn modelId="{179865DF-6A3D-489E-BBC0-9080ECD76A4B}" type="presParOf" srcId="{16291AAB-9C59-4523-82FF-645680AA39C4}" destId="{F5E71A5D-5DA1-4293-A4A4-57C41AF0768C}" srcOrd="0" destOrd="0" presId="urn:microsoft.com/office/officeart/2018/2/layout/IconVerticalSolidList"/>
    <dgm:cxn modelId="{2A9BA643-8F96-4CC7-AB76-72EF593E0F6C}" type="presParOf" srcId="{F5E71A5D-5DA1-4293-A4A4-57C41AF0768C}" destId="{C8B0E2DF-1725-42DE-8962-EB48B50A5A8D}" srcOrd="0" destOrd="0" presId="urn:microsoft.com/office/officeart/2018/2/layout/IconVerticalSolidList"/>
    <dgm:cxn modelId="{8F8B56B8-3C92-486D-99E4-6C477190D42F}" type="presParOf" srcId="{F5E71A5D-5DA1-4293-A4A4-57C41AF0768C}" destId="{53D20F3B-8499-48B1-9958-F0AECD574E05}" srcOrd="1" destOrd="0" presId="urn:microsoft.com/office/officeart/2018/2/layout/IconVerticalSolidList"/>
    <dgm:cxn modelId="{88162054-AA04-4CEC-B1B4-B87CAFC2D851}" type="presParOf" srcId="{F5E71A5D-5DA1-4293-A4A4-57C41AF0768C}" destId="{3775B15C-142D-4A07-BB0C-5D2936ACBA2C}" srcOrd="2" destOrd="0" presId="urn:microsoft.com/office/officeart/2018/2/layout/IconVerticalSolidList"/>
    <dgm:cxn modelId="{36AC3507-EFD1-4D6C-8643-F013FB3956A1}" type="presParOf" srcId="{F5E71A5D-5DA1-4293-A4A4-57C41AF0768C}" destId="{18C7B5CD-A315-4852-8624-2FF24A48BD8C}" srcOrd="3" destOrd="0" presId="urn:microsoft.com/office/officeart/2018/2/layout/IconVerticalSolidList"/>
    <dgm:cxn modelId="{72597DE2-C058-40DD-8F3B-70277EB28AC0}" type="presParOf" srcId="{16291AAB-9C59-4523-82FF-645680AA39C4}" destId="{C001120E-CFA1-4382-B054-A111429E707B}" srcOrd="1" destOrd="0" presId="urn:microsoft.com/office/officeart/2018/2/layout/IconVerticalSolidList"/>
    <dgm:cxn modelId="{EB668081-80AD-4FF3-A8C4-57F5420012BD}" type="presParOf" srcId="{16291AAB-9C59-4523-82FF-645680AA39C4}" destId="{A65E6D41-CB9B-4ADE-87CD-1E493A8C5C55}" srcOrd="2" destOrd="0" presId="urn:microsoft.com/office/officeart/2018/2/layout/IconVerticalSolidList"/>
    <dgm:cxn modelId="{6EED9DEC-3F42-4643-ADA1-C9B204075E77}" type="presParOf" srcId="{A65E6D41-CB9B-4ADE-87CD-1E493A8C5C55}" destId="{21E68339-7F1B-445B-8A7B-97102D1571B3}" srcOrd="0" destOrd="0" presId="urn:microsoft.com/office/officeart/2018/2/layout/IconVerticalSolidList"/>
    <dgm:cxn modelId="{1DD76BEA-170B-497D-B09D-1151B07F648B}" type="presParOf" srcId="{A65E6D41-CB9B-4ADE-87CD-1E493A8C5C55}" destId="{418A977F-9EBE-450C-A2BC-77E0EB1D1B73}" srcOrd="1" destOrd="0" presId="urn:microsoft.com/office/officeart/2018/2/layout/IconVerticalSolidList"/>
    <dgm:cxn modelId="{0CD9B535-1756-4E49-B9E8-6D292EACB147}" type="presParOf" srcId="{A65E6D41-CB9B-4ADE-87CD-1E493A8C5C55}" destId="{E1140C95-9674-47E6-91E8-13137071E3BE}" srcOrd="2" destOrd="0" presId="urn:microsoft.com/office/officeart/2018/2/layout/IconVerticalSolidList"/>
    <dgm:cxn modelId="{5511919E-A2B9-4328-96A6-E10B5789D852}" type="presParOf" srcId="{A65E6D41-CB9B-4ADE-87CD-1E493A8C5C55}" destId="{6AA03709-740E-412F-9044-30D57361EBD2}" srcOrd="3" destOrd="0" presId="urn:microsoft.com/office/officeart/2018/2/layout/IconVerticalSolidList"/>
    <dgm:cxn modelId="{728C9842-0749-4B1E-B062-7228187DD931}" type="presParOf" srcId="{16291AAB-9C59-4523-82FF-645680AA39C4}" destId="{A5B25A38-E5B6-4066-ACAB-551A3125BCA6}" srcOrd="3" destOrd="0" presId="urn:microsoft.com/office/officeart/2018/2/layout/IconVerticalSolidList"/>
    <dgm:cxn modelId="{52FEADC5-C59D-41BC-B94A-B9D6AB40506A}" type="presParOf" srcId="{16291AAB-9C59-4523-82FF-645680AA39C4}" destId="{3251F3AE-AD25-4830-8015-785F61A19812}" srcOrd="4" destOrd="0" presId="urn:microsoft.com/office/officeart/2018/2/layout/IconVerticalSolidList"/>
    <dgm:cxn modelId="{72136893-A518-419B-B93A-0F46097F10BB}" type="presParOf" srcId="{3251F3AE-AD25-4830-8015-785F61A19812}" destId="{0CFB056C-D245-46C6-9724-B5D4ED25BEAE}" srcOrd="0" destOrd="0" presId="urn:microsoft.com/office/officeart/2018/2/layout/IconVerticalSolidList"/>
    <dgm:cxn modelId="{0744EABA-5C8A-4C37-A344-99BD9137B8DA}" type="presParOf" srcId="{3251F3AE-AD25-4830-8015-785F61A19812}" destId="{CD40D670-1751-42F6-8360-F25BC5F79CC7}" srcOrd="1" destOrd="0" presId="urn:microsoft.com/office/officeart/2018/2/layout/IconVerticalSolidList"/>
    <dgm:cxn modelId="{58E684D2-6EBB-4721-A48E-D29F9CD4B926}" type="presParOf" srcId="{3251F3AE-AD25-4830-8015-785F61A19812}" destId="{A7BFC09A-736A-4006-8956-E994F3D638B1}" srcOrd="2" destOrd="0" presId="urn:microsoft.com/office/officeart/2018/2/layout/IconVerticalSolidList"/>
    <dgm:cxn modelId="{C3637289-78A3-4DD5-92AE-7F67C3047B6C}" type="presParOf" srcId="{3251F3AE-AD25-4830-8015-785F61A19812}" destId="{C41A0EDE-F8B1-472E-A6E4-4C611606401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0F41578-FAD5-42A4-A34F-FE9CD7758C24}" type="doc">
      <dgm:prSet loTypeId="urn:microsoft.com/office/officeart/2018/2/layout/IconVerticalSolidList" loCatId="icon" qsTypeId="urn:microsoft.com/office/officeart/2005/8/quickstyle/simple2" qsCatId="simple" csTypeId="urn:microsoft.com/office/officeart/2005/8/colors/accent2_2" csCatId="accent2" phldr="1"/>
      <dgm:spPr/>
      <dgm:t>
        <a:bodyPr/>
        <a:lstStyle/>
        <a:p>
          <a:endParaRPr lang="en-US"/>
        </a:p>
      </dgm:t>
    </dgm:pt>
    <dgm:pt modelId="{40FBC269-5A61-4B71-8609-6A8556600150}">
      <dgm:prSet/>
      <dgm:spPr/>
      <dgm:t>
        <a:bodyPr/>
        <a:lstStyle/>
        <a:p>
          <a:pPr>
            <a:lnSpc>
              <a:spcPct val="100000"/>
            </a:lnSpc>
          </a:pPr>
          <a:r>
            <a:rPr kumimoji="1" lang="en-US" altLang="en-US">
              <a:solidFill>
                <a:schemeClr val="bg1"/>
              </a:solidFill>
            </a:rPr>
            <a:t>Web</a:t>
          </a:r>
          <a:r>
            <a:rPr kumimoji="1" lang="ja-JP" altLang="en-US">
              <a:solidFill>
                <a:schemeClr val="bg1"/>
              </a:solidFill>
            </a:rPr>
            <a:t>サイトにアクセスできない</a:t>
          </a:r>
          <a:endParaRPr lang="en-US" dirty="0">
            <a:solidFill>
              <a:schemeClr val="bg1"/>
            </a:solidFill>
          </a:endParaRPr>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phldrT="1" phldr="0"/>
      <dgm:spPr/>
      <dgm:t>
        <a:bodyPr/>
        <a:lstStyle/>
        <a:p>
          <a:endParaRPr lang="en-US"/>
        </a:p>
      </dgm:t>
    </dgm:pt>
    <dgm:pt modelId="{5E372BF3-15D5-4068-9C8E-415CEE501BE7}">
      <dgm:prSet/>
      <dgm:spPr/>
      <dgm:t>
        <a:bodyPr/>
        <a:lstStyle/>
        <a:p>
          <a:pPr>
            <a:lnSpc>
              <a:spcPct val="100000"/>
            </a:lnSpc>
          </a:pPr>
          <a:r>
            <a:rPr kumimoji="1" lang="ja-JP" altLang="en-US">
              <a:solidFill>
                <a:schemeClr val="bg1"/>
              </a:solidFill>
            </a:rPr>
            <a:t>メールが届かない</a:t>
          </a:r>
          <a:endParaRPr lang="en-US" dirty="0">
            <a:solidFill>
              <a:schemeClr val="bg1"/>
            </a:solidFill>
          </a:endParaRPr>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phldrT="2" phldr="0"/>
      <dgm:spPr/>
      <dgm:t>
        <a:bodyPr/>
        <a:lstStyle/>
        <a:p>
          <a:endParaRPr lang="en-US"/>
        </a:p>
      </dgm:t>
    </dgm:pt>
    <dgm:pt modelId="{16291AAB-9C59-4523-82FF-645680AA39C4}" type="pres">
      <dgm:prSet presAssocID="{B0F41578-FAD5-42A4-A34F-FE9CD7758C24}" presName="root" presStyleCnt="0">
        <dgm:presLayoutVars>
          <dgm:dir/>
          <dgm:resizeHandles val="exact"/>
        </dgm:presLayoutVars>
      </dgm:prSet>
      <dgm:spPr/>
    </dgm:pt>
    <dgm:pt modelId="{F5E71A5D-5DA1-4293-A4A4-57C41AF0768C}" type="pres">
      <dgm:prSet presAssocID="{40FBC269-5A61-4B71-8609-6A8556600150}" presName="compNode" presStyleCnt="0"/>
      <dgm:spPr/>
    </dgm:pt>
    <dgm:pt modelId="{C8B0E2DF-1725-42DE-8962-EB48B50A5A8D}" type="pres">
      <dgm:prSet presAssocID="{40FBC269-5A61-4B71-8609-6A8556600150}" presName="bgRect" presStyleLbl="bgShp" presStyleIdx="0" presStyleCnt="2"/>
      <dgm:spPr/>
    </dgm:pt>
    <dgm:pt modelId="{53D20F3B-8499-48B1-9958-F0AECD574E05}" type="pres">
      <dgm:prSet presAssocID="{40FBC269-5A61-4B71-8609-6A8556600150}" presName="iconRect" presStyleLbl="node1" presStyleIdx="0" presStyleCnt="2"/>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effectLst>
          <a:innerShdw blurRad="63500" dist="50800">
            <a:prstClr val="black">
              <a:alpha val="50000"/>
            </a:prstClr>
          </a:innerShdw>
        </a:effectLst>
      </dgm:spPr>
      <dgm:extLst>
        <a:ext uri="{E40237B7-FDA0-4F09-8148-C483321AD2D9}">
          <dgm14:cNvPr xmlns:dgm14="http://schemas.microsoft.com/office/drawing/2010/diagram" id="0" name="" descr="ブログ 単色塗りつぶし"/>
        </a:ext>
      </dgm:extLst>
    </dgm:pt>
    <dgm:pt modelId="{3775B15C-142D-4A07-BB0C-5D2936ACBA2C}" type="pres">
      <dgm:prSet presAssocID="{40FBC269-5A61-4B71-8609-6A8556600150}" presName="spaceRect" presStyleCnt="0"/>
      <dgm:spPr/>
    </dgm:pt>
    <dgm:pt modelId="{18C7B5CD-A315-4852-8624-2FF24A48BD8C}" type="pres">
      <dgm:prSet presAssocID="{40FBC269-5A61-4B71-8609-6A8556600150}" presName="parTx" presStyleLbl="revTx" presStyleIdx="0" presStyleCnt="2">
        <dgm:presLayoutVars>
          <dgm:chMax val="0"/>
          <dgm:chPref val="0"/>
        </dgm:presLayoutVars>
      </dgm:prSet>
      <dgm:spPr/>
    </dgm:pt>
    <dgm:pt modelId="{C001120E-CFA1-4382-B054-A111429E707B}" type="pres">
      <dgm:prSet presAssocID="{3F213DCF-361F-44B6-8D69-E3D9AB9DB39A}" presName="sibTrans" presStyleCnt="0"/>
      <dgm:spPr/>
    </dgm:pt>
    <dgm:pt modelId="{A65E6D41-CB9B-4ADE-87CD-1E493A8C5C55}" type="pres">
      <dgm:prSet presAssocID="{5E372BF3-15D5-4068-9C8E-415CEE501BE7}" presName="compNode" presStyleCnt="0"/>
      <dgm:spPr/>
    </dgm:pt>
    <dgm:pt modelId="{21E68339-7F1B-445B-8A7B-97102D1571B3}" type="pres">
      <dgm:prSet presAssocID="{5E372BF3-15D5-4068-9C8E-415CEE501BE7}" presName="bgRect" presStyleLbl="bgShp" presStyleIdx="1" presStyleCnt="2"/>
      <dgm:spPr/>
    </dgm:pt>
    <dgm:pt modelId="{418A977F-9EBE-450C-A2BC-77E0EB1D1B73}" type="pres">
      <dgm:prSet presAssocID="{5E372BF3-15D5-4068-9C8E-415CEE501BE7}" presName="iconRect" presStyleLbl="node1" presStyleIdx="1" presStyleCnt="2"/>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effectLst>
          <a:innerShdw blurRad="63500" dist="50800">
            <a:prstClr val="black">
              <a:alpha val="50000"/>
            </a:prstClr>
          </a:innerShdw>
        </a:effectLst>
      </dgm:spPr>
      <dgm:extLst>
        <a:ext uri="{E40237B7-FDA0-4F09-8148-C483321AD2D9}">
          <dgm14:cNvPr xmlns:dgm14="http://schemas.microsoft.com/office/drawing/2010/diagram" id="0" name="" descr="電子メール 単色塗りつぶし"/>
        </a:ext>
      </dgm:extLst>
    </dgm:pt>
    <dgm:pt modelId="{E1140C95-9674-47E6-91E8-13137071E3BE}" type="pres">
      <dgm:prSet presAssocID="{5E372BF3-15D5-4068-9C8E-415CEE501BE7}" presName="spaceRect" presStyleCnt="0"/>
      <dgm:spPr/>
    </dgm:pt>
    <dgm:pt modelId="{6AA03709-740E-412F-9044-30D57361EBD2}" type="pres">
      <dgm:prSet presAssocID="{5E372BF3-15D5-4068-9C8E-415CEE501BE7}" presName="parTx" presStyleLbl="revTx" presStyleIdx="1" presStyleCnt="2">
        <dgm:presLayoutVars>
          <dgm:chMax val="0"/>
          <dgm:chPref val="0"/>
        </dgm:presLayoutVars>
      </dgm:prSet>
      <dgm:spPr/>
    </dgm:pt>
  </dgm:ptLst>
  <dgm:cxnLst>
    <dgm:cxn modelId="{7407C925-04DF-4BAA-A662-09E0D24C97FB}" type="presOf" srcId="{40FBC269-5A61-4B71-8609-6A8556600150}" destId="{18C7B5CD-A315-4852-8624-2FF24A48BD8C}" srcOrd="0" destOrd="0" presId="urn:microsoft.com/office/officeart/2018/2/layout/IconVerticalSolidList"/>
    <dgm:cxn modelId="{3FB4EC67-3682-47A4-8337-3A494B4C4757}" type="presOf" srcId="{B0F41578-FAD5-42A4-A34F-FE9CD7758C24}" destId="{16291AAB-9C59-4523-82FF-645680AA39C4}" srcOrd="0" destOrd="0" presId="urn:microsoft.com/office/officeart/2018/2/layout/IconVerticalSolidList"/>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46221CDC-5B29-46F6-8789-E82A941E53CC}" type="presOf" srcId="{5E372BF3-15D5-4068-9C8E-415CEE501BE7}" destId="{6AA03709-740E-412F-9044-30D57361EBD2}" srcOrd="0" destOrd="0" presId="urn:microsoft.com/office/officeart/2018/2/layout/IconVerticalSolidList"/>
    <dgm:cxn modelId="{179865DF-6A3D-489E-BBC0-9080ECD76A4B}" type="presParOf" srcId="{16291AAB-9C59-4523-82FF-645680AA39C4}" destId="{F5E71A5D-5DA1-4293-A4A4-57C41AF0768C}" srcOrd="0" destOrd="0" presId="urn:microsoft.com/office/officeart/2018/2/layout/IconVerticalSolidList"/>
    <dgm:cxn modelId="{2A9BA643-8F96-4CC7-AB76-72EF593E0F6C}" type="presParOf" srcId="{F5E71A5D-5DA1-4293-A4A4-57C41AF0768C}" destId="{C8B0E2DF-1725-42DE-8962-EB48B50A5A8D}" srcOrd="0" destOrd="0" presId="urn:microsoft.com/office/officeart/2018/2/layout/IconVerticalSolidList"/>
    <dgm:cxn modelId="{8F8B56B8-3C92-486D-99E4-6C477190D42F}" type="presParOf" srcId="{F5E71A5D-5DA1-4293-A4A4-57C41AF0768C}" destId="{53D20F3B-8499-48B1-9958-F0AECD574E05}" srcOrd="1" destOrd="0" presId="urn:microsoft.com/office/officeart/2018/2/layout/IconVerticalSolidList"/>
    <dgm:cxn modelId="{88162054-AA04-4CEC-B1B4-B87CAFC2D851}" type="presParOf" srcId="{F5E71A5D-5DA1-4293-A4A4-57C41AF0768C}" destId="{3775B15C-142D-4A07-BB0C-5D2936ACBA2C}" srcOrd="2" destOrd="0" presId="urn:microsoft.com/office/officeart/2018/2/layout/IconVerticalSolidList"/>
    <dgm:cxn modelId="{36AC3507-EFD1-4D6C-8643-F013FB3956A1}" type="presParOf" srcId="{F5E71A5D-5DA1-4293-A4A4-57C41AF0768C}" destId="{18C7B5CD-A315-4852-8624-2FF24A48BD8C}" srcOrd="3" destOrd="0" presId="urn:microsoft.com/office/officeart/2018/2/layout/IconVerticalSolidList"/>
    <dgm:cxn modelId="{72597DE2-C058-40DD-8F3B-70277EB28AC0}" type="presParOf" srcId="{16291AAB-9C59-4523-82FF-645680AA39C4}" destId="{C001120E-CFA1-4382-B054-A111429E707B}" srcOrd="1" destOrd="0" presId="urn:microsoft.com/office/officeart/2018/2/layout/IconVerticalSolidList"/>
    <dgm:cxn modelId="{EB668081-80AD-4FF3-A8C4-57F5420012BD}" type="presParOf" srcId="{16291AAB-9C59-4523-82FF-645680AA39C4}" destId="{A65E6D41-CB9B-4ADE-87CD-1E493A8C5C55}" srcOrd="2" destOrd="0" presId="urn:microsoft.com/office/officeart/2018/2/layout/IconVerticalSolidList"/>
    <dgm:cxn modelId="{6EED9DEC-3F42-4643-ADA1-C9B204075E77}" type="presParOf" srcId="{A65E6D41-CB9B-4ADE-87CD-1E493A8C5C55}" destId="{21E68339-7F1B-445B-8A7B-97102D1571B3}" srcOrd="0" destOrd="0" presId="urn:microsoft.com/office/officeart/2018/2/layout/IconVerticalSolidList"/>
    <dgm:cxn modelId="{1DD76BEA-170B-497D-B09D-1151B07F648B}" type="presParOf" srcId="{A65E6D41-CB9B-4ADE-87CD-1E493A8C5C55}" destId="{418A977F-9EBE-450C-A2BC-77E0EB1D1B73}" srcOrd="1" destOrd="0" presId="urn:microsoft.com/office/officeart/2018/2/layout/IconVerticalSolidList"/>
    <dgm:cxn modelId="{0CD9B535-1756-4E49-B9E8-6D292EACB147}" type="presParOf" srcId="{A65E6D41-CB9B-4ADE-87CD-1E493A8C5C55}" destId="{E1140C95-9674-47E6-91E8-13137071E3BE}" srcOrd="2" destOrd="0" presId="urn:microsoft.com/office/officeart/2018/2/layout/IconVerticalSolidList"/>
    <dgm:cxn modelId="{5511919E-A2B9-4328-96A6-E10B5789D852}" type="presParOf" srcId="{A65E6D41-CB9B-4ADE-87CD-1E493A8C5C55}" destId="{6AA03709-740E-412F-9044-30D57361EBD2}"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0F41578-FAD5-42A4-A34F-FE9CD7758C24}" type="doc">
      <dgm:prSet loTypeId="urn:microsoft.com/office/officeart/2005/8/layout/hierarchy1" loCatId="hierarchy" qsTypeId="urn:microsoft.com/office/officeart/2005/8/quickstyle/simple2" qsCatId="simple" csTypeId="urn:microsoft.com/office/officeart/2005/8/colors/accent3_2" csCatId="accent3" phldr="1"/>
      <dgm:spPr/>
      <dgm:t>
        <a:bodyPr/>
        <a:lstStyle/>
        <a:p>
          <a:endParaRPr lang="en-US"/>
        </a:p>
      </dgm:t>
    </dgm:pt>
    <dgm:pt modelId="{40FBC269-5A61-4B71-8609-6A8556600150}">
      <dgm:prSet/>
      <dgm:spPr/>
      <dgm:t>
        <a:bodyPr/>
        <a:lstStyle/>
        <a:p>
          <a:r>
            <a:rPr lang="en-US" altLang="ja-JP" dirty="0"/>
            <a:t>NAT</a:t>
          </a:r>
          <a:r>
            <a:rPr lang="ja-JP" altLang="en-US" dirty="0"/>
            <a:t>は</a:t>
          </a:r>
          <a:r>
            <a:rPr lang="en-US" altLang="ja-JP" dirty="0"/>
            <a:t>IP</a:t>
          </a:r>
          <a:r>
            <a:rPr lang="ja-JP" altLang="en-US" dirty="0"/>
            <a:t>アドレスのみ変換</a:t>
          </a:r>
          <a:endParaRPr lang="en-US" dirty="0"/>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dgm:spPr/>
      <dgm:t>
        <a:bodyPr/>
        <a:lstStyle/>
        <a:p>
          <a:endParaRPr lang="en-US"/>
        </a:p>
      </dgm:t>
    </dgm:pt>
    <dgm:pt modelId="{5E372BF3-15D5-4068-9C8E-415CEE501BE7}">
      <dgm:prSet/>
      <dgm:spPr/>
      <dgm:t>
        <a:bodyPr/>
        <a:lstStyle/>
        <a:p>
          <a:r>
            <a:rPr lang="en-US" altLang="ja-JP" dirty="0"/>
            <a:t>NAPT</a:t>
          </a:r>
          <a:r>
            <a:rPr lang="ja-JP" altLang="en-US" dirty="0"/>
            <a:t>は</a:t>
          </a:r>
          <a:r>
            <a:rPr lang="en-US" altLang="ja-JP" dirty="0"/>
            <a:t>IP</a:t>
          </a:r>
          <a:r>
            <a:rPr lang="ja-JP" altLang="en-US" dirty="0"/>
            <a:t>アドレスとポート番号を変換</a:t>
          </a:r>
          <a:endParaRPr lang="en-US" dirty="0"/>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dgm:spPr/>
      <dgm:t>
        <a:bodyPr/>
        <a:lstStyle/>
        <a:p>
          <a:endParaRPr lang="en-US"/>
        </a:p>
      </dgm:t>
    </dgm:pt>
    <dgm:pt modelId="{7ACA7DEE-8528-433C-8CFF-7DB47EBECE3A}" type="pres">
      <dgm:prSet presAssocID="{B0F41578-FAD5-42A4-A34F-FE9CD7758C24}" presName="hierChild1" presStyleCnt="0">
        <dgm:presLayoutVars>
          <dgm:chPref val="1"/>
          <dgm:dir/>
          <dgm:animOne val="branch"/>
          <dgm:animLvl val="lvl"/>
          <dgm:resizeHandles/>
        </dgm:presLayoutVars>
      </dgm:prSet>
      <dgm:spPr/>
    </dgm:pt>
    <dgm:pt modelId="{4FB26C1F-5648-4A28-AEE8-A0A8C2344A92}" type="pres">
      <dgm:prSet presAssocID="{40FBC269-5A61-4B71-8609-6A8556600150}" presName="hierRoot1" presStyleCnt="0"/>
      <dgm:spPr/>
    </dgm:pt>
    <dgm:pt modelId="{4CEDF375-F1FB-43BA-8EDC-6749BC6807F9}" type="pres">
      <dgm:prSet presAssocID="{40FBC269-5A61-4B71-8609-6A8556600150}" presName="composite" presStyleCnt="0"/>
      <dgm:spPr/>
    </dgm:pt>
    <dgm:pt modelId="{8B916C81-90A1-4C5C-89EA-20CC98B21DE5}" type="pres">
      <dgm:prSet presAssocID="{40FBC269-5A61-4B71-8609-6A8556600150}" presName="background" presStyleLbl="node0" presStyleIdx="0" presStyleCnt="2"/>
      <dgm:spPr/>
    </dgm:pt>
    <dgm:pt modelId="{191F5CA0-3D2D-4247-933C-B762790796D7}" type="pres">
      <dgm:prSet presAssocID="{40FBC269-5A61-4B71-8609-6A8556600150}" presName="text" presStyleLbl="fgAcc0" presStyleIdx="0" presStyleCnt="2">
        <dgm:presLayoutVars>
          <dgm:chPref val="3"/>
        </dgm:presLayoutVars>
      </dgm:prSet>
      <dgm:spPr/>
    </dgm:pt>
    <dgm:pt modelId="{12C902E4-2B6A-4161-A258-66E013004474}" type="pres">
      <dgm:prSet presAssocID="{40FBC269-5A61-4B71-8609-6A8556600150}" presName="hierChild2" presStyleCnt="0"/>
      <dgm:spPr/>
    </dgm:pt>
    <dgm:pt modelId="{B97B7969-FF74-4991-913C-4E5B684EE0EA}" type="pres">
      <dgm:prSet presAssocID="{5E372BF3-15D5-4068-9C8E-415CEE501BE7}" presName="hierRoot1" presStyleCnt="0"/>
      <dgm:spPr/>
    </dgm:pt>
    <dgm:pt modelId="{F9717331-97CA-4356-9140-8F4D645D01BB}" type="pres">
      <dgm:prSet presAssocID="{5E372BF3-15D5-4068-9C8E-415CEE501BE7}" presName="composite" presStyleCnt="0"/>
      <dgm:spPr/>
    </dgm:pt>
    <dgm:pt modelId="{1028D78C-B107-4E3B-82C3-CC775AFF3679}" type="pres">
      <dgm:prSet presAssocID="{5E372BF3-15D5-4068-9C8E-415CEE501BE7}" presName="background" presStyleLbl="node0" presStyleIdx="1" presStyleCnt="2"/>
      <dgm:spPr/>
    </dgm:pt>
    <dgm:pt modelId="{50E525A0-407D-4AD9-B092-FE3F28D70D6A}" type="pres">
      <dgm:prSet presAssocID="{5E372BF3-15D5-4068-9C8E-415CEE501BE7}" presName="text" presStyleLbl="fgAcc0" presStyleIdx="1" presStyleCnt="2">
        <dgm:presLayoutVars>
          <dgm:chPref val="3"/>
        </dgm:presLayoutVars>
      </dgm:prSet>
      <dgm:spPr/>
    </dgm:pt>
    <dgm:pt modelId="{11C4228C-869B-4069-9FC6-CB349C338F37}" type="pres">
      <dgm:prSet presAssocID="{5E372BF3-15D5-4068-9C8E-415CEE501BE7}" presName="hierChild2" presStyleCnt="0"/>
      <dgm:spPr/>
    </dgm:pt>
  </dgm:ptLst>
  <dgm:cxnLst>
    <dgm:cxn modelId="{811FD167-6DCB-4857-AC4D-DBACD4260479}" type="presOf" srcId="{5E372BF3-15D5-4068-9C8E-415CEE501BE7}" destId="{50E525A0-407D-4AD9-B092-FE3F28D70D6A}" srcOrd="0" destOrd="0" presId="urn:microsoft.com/office/officeart/2005/8/layout/hierarchy1"/>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E2D138BC-D428-46C7-983D-F455BEB917DA}" type="presOf" srcId="{40FBC269-5A61-4B71-8609-6A8556600150}" destId="{191F5CA0-3D2D-4247-933C-B762790796D7}" srcOrd="0" destOrd="0" presId="urn:microsoft.com/office/officeart/2005/8/layout/hierarchy1"/>
    <dgm:cxn modelId="{D4114CDD-42FD-467C-83BB-1EA378689E59}" type="presOf" srcId="{B0F41578-FAD5-42A4-A34F-FE9CD7758C24}" destId="{7ACA7DEE-8528-433C-8CFF-7DB47EBECE3A}" srcOrd="0" destOrd="0" presId="urn:microsoft.com/office/officeart/2005/8/layout/hierarchy1"/>
    <dgm:cxn modelId="{13ECC125-BF41-4271-A90F-77A42DB80490}" type="presParOf" srcId="{7ACA7DEE-8528-433C-8CFF-7DB47EBECE3A}" destId="{4FB26C1F-5648-4A28-AEE8-A0A8C2344A92}" srcOrd="0" destOrd="0" presId="urn:microsoft.com/office/officeart/2005/8/layout/hierarchy1"/>
    <dgm:cxn modelId="{5FAC29E6-2E54-493E-A78A-E44D6B71A3DF}" type="presParOf" srcId="{4FB26C1F-5648-4A28-AEE8-A0A8C2344A92}" destId="{4CEDF375-F1FB-43BA-8EDC-6749BC6807F9}" srcOrd="0" destOrd="0" presId="urn:microsoft.com/office/officeart/2005/8/layout/hierarchy1"/>
    <dgm:cxn modelId="{E9AF9B71-DFC6-4B8A-92BD-62AA9AD8BB6B}" type="presParOf" srcId="{4CEDF375-F1FB-43BA-8EDC-6749BC6807F9}" destId="{8B916C81-90A1-4C5C-89EA-20CC98B21DE5}" srcOrd="0" destOrd="0" presId="urn:microsoft.com/office/officeart/2005/8/layout/hierarchy1"/>
    <dgm:cxn modelId="{75BCC9C2-9F01-4351-92A3-A7BBEE855FD9}" type="presParOf" srcId="{4CEDF375-F1FB-43BA-8EDC-6749BC6807F9}" destId="{191F5CA0-3D2D-4247-933C-B762790796D7}" srcOrd="1" destOrd="0" presId="urn:microsoft.com/office/officeart/2005/8/layout/hierarchy1"/>
    <dgm:cxn modelId="{1025C52C-E9BC-4D7B-9BCD-06B7EB6CCDC5}" type="presParOf" srcId="{4FB26C1F-5648-4A28-AEE8-A0A8C2344A92}" destId="{12C902E4-2B6A-4161-A258-66E013004474}" srcOrd="1" destOrd="0" presId="urn:microsoft.com/office/officeart/2005/8/layout/hierarchy1"/>
    <dgm:cxn modelId="{ACE87CDF-9FCB-4A1F-A99B-F3587D1F3161}" type="presParOf" srcId="{7ACA7DEE-8528-433C-8CFF-7DB47EBECE3A}" destId="{B97B7969-FF74-4991-913C-4E5B684EE0EA}" srcOrd="1" destOrd="0" presId="urn:microsoft.com/office/officeart/2005/8/layout/hierarchy1"/>
    <dgm:cxn modelId="{3FFE11C2-ACF0-49AF-AEB1-F5A11D266D39}" type="presParOf" srcId="{B97B7969-FF74-4991-913C-4E5B684EE0EA}" destId="{F9717331-97CA-4356-9140-8F4D645D01BB}" srcOrd="0" destOrd="0" presId="urn:microsoft.com/office/officeart/2005/8/layout/hierarchy1"/>
    <dgm:cxn modelId="{329955C8-6E77-4AB5-A7EC-697258D07912}" type="presParOf" srcId="{F9717331-97CA-4356-9140-8F4D645D01BB}" destId="{1028D78C-B107-4E3B-82C3-CC775AFF3679}" srcOrd="0" destOrd="0" presId="urn:microsoft.com/office/officeart/2005/8/layout/hierarchy1"/>
    <dgm:cxn modelId="{3996287A-E814-4A45-AB9D-E65D5736F9FE}" type="presParOf" srcId="{F9717331-97CA-4356-9140-8F4D645D01BB}" destId="{50E525A0-407D-4AD9-B092-FE3F28D70D6A}" srcOrd="1" destOrd="0" presId="urn:microsoft.com/office/officeart/2005/8/layout/hierarchy1"/>
    <dgm:cxn modelId="{9E979A3D-0AC2-42E8-A784-7188E87AFD1B}" type="presParOf" srcId="{B97B7969-FF74-4991-913C-4E5B684EE0EA}" destId="{11C4228C-869B-4069-9FC6-CB349C338F37}"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519028C-103C-4929-9554-912E7930D4D4}"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D203BA38-DF4B-4BD1-8348-1CD0D667D00C}">
      <dgm:prSet/>
      <dgm:spPr>
        <a:scene3d>
          <a:camera prst="orthographicFront"/>
          <a:lightRig rig="threePt" dir="t"/>
        </a:scene3d>
        <a:sp3d>
          <a:bevelT w="165100" prst="coolSlant"/>
        </a:sp3d>
      </dgm:spPr>
      <dgm:t>
        <a:bodyPr/>
        <a:lstStyle/>
        <a:p>
          <a:r>
            <a:rPr lang="en-US" dirty="0"/>
            <a:t>PC1:192.168.1.2</a:t>
          </a:r>
          <a:br>
            <a:rPr lang="ja-JP" altLang="en-US" dirty="0"/>
          </a:br>
          <a:r>
            <a:rPr lang="en-US" altLang="ja-JP" dirty="0"/>
            <a:t>DNS</a:t>
          </a:r>
          <a:r>
            <a:rPr lang="ja-JP" altLang="en-US" dirty="0"/>
            <a:t>問い合わせ</a:t>
          </a:r>
          <a:endParaRPr lang="en-US" dirty="0"/>
        </a:p>
        <a:p>
          <a:r>
            <a:rPr lang="ja-JP" altLang="en-US" dirty="0"/>
            <a:t>送信元ポート</a:t>
          </a:r>
          <a:r>
            <a:rPr lang="en-US" altLang="ja-JP" dirty="0"/>
            <a:t>:49160</a:t>
          </a:r>
          <a:br>
            <a:rPr lang="ja-JP" altLang="en-US" dirty="0"/>
          </a:br>
          <a:r>
            <a:rPr lang="ja-JP" altLang="en-US" dirty="0"/>
            <a:t>宛先ポート</a:t>
          </a:r>
          <a:r>
            <a:rPr lang="en-US" altLang="ja-JP" dirty="0"/>
            <a:t>:53</a:t>
          </a:r>
          <a:endParaRPr lang="en-US" dirty="0"/>
        </a:p>
      </dgm:t>
    </dgm:pt>
    <dgm:pt modelId="{3AEBDF2E-9790-4387-AA1F-EEE804085874}" type="parTrans" cxnId="{9253FD39-B13A-4136-8936-0F57D0EFCC2F}">
      <dgm:prSet/>
      <dgm:spPr/>
      <dgm:t>
        <a:bodyPr/>
        <a:lstStyle/>
        <a:p>
          <a:endParaRPr lang="en-US"/>
        </a:p>
      </dgm:t>
    </dgm:pt>
    <dgm:pt modelId="{EF841CBA-3B36-4569-897D-1493B919E41A}" type="sibTrans" cxnId="{9253FD39-B13A-4136-8936-0F57D0EFCC2F}">
      <dgm:prSet/>
      <dgm:spPr>
        <a:effectLst>
          <a:glow rad="101600">
            <a:schemeClr val="accent4">
              <a:satMod val="175000"/>
              <a:alpha val="40000"/>
            </a:schemeClr>
          </a:glow>
        </a:effectLst>
      </dgm:spPr>
      <dgm:t>
        <a:bodyPr/>
        <a:lstStyle/>
        <a:p>
          <a:endParaRPr lang="en-US"/>
        </a:p>
      </dgm:t>
    </dgm:pt>
    <dgm:pt modelId="{05F87DF3-DF1E-4FA5-82AC-7376DCDFCBD8}">
      <dgm:prSet/>
      <dgm:spPr>
        <a:scene3d>
          <a:camera prst="orthographicFront"/>
          <a:lightRig rig="threePt" dir="t"/>
        </a:scene3d>
        <a:sp3d>
          <a:bevelT w="165100" prst="coolSlant"/>
        </a:sp3d>
      </dgm:spPr>
      <dgm:t>
        <a:bodyPr/>
        <a:lstStyle/>
        <a:p>
          <a:r>
            <a:rPr lang="ja-JP" altLang="en-US" dirty="0"/>
            <a:t>ルーター</a:t>
          </a:r>
          <a:r>
            <a:rPr lang="en-US" altLang="ja-JP" dirty="0"/>
            <a:t>:192.168.1.1</a:t>
          </a:r>
          <a:br>
            <a:rPr lang="ja-JP" altLang="en-US" dirty="0"/>
          </a:br>
          <a:r>
            <a:rPr lang="en-US" altLang="ja-JP" dirty="0"/>
            <a:t>WAN:203.0.113.1</a:t>
          </a:r>
        </a:p>
        <a:p>
          <a:r>
            <a:rPr lang="ja-JP" altLang="en-US" dirty="0"/>
            <a:t>変換前</a:t>
          </a:r>
          <a:r>
            <a:rPr lang="en-US" altLang="ja-JP" dirty="0"/>
            <a:t>:192.168.1.2:49160</a:t>
          </a:r>
          <a:br>
            <a:rPr lang="ja-JP" altLang="en-US" dirty="0"/>
          </a:br>
          <a:r>
            <a:rPr lang="ja-JP" altLang="en-US" dirty="0"/>
            <a:t>変換後</a:t>
          </a:r>
          <a:r>
            <a:rPr lang="en-US" altLang="ja-JP" dirty="0"/>
            <a:t>:203.0.113.1:40001</a:t>
          </a:r>
        </a:p>
      </dgm:t>
    </dgm:pt>
    <dgm:pt modelId="{4DDDAAF0-3266-46F9-A630-73D8068401AD}" type="parTrans" cxnId="{D3AA06A6-B024-4C41-809E-71EDDC1B213E}">
      <dgm:prSet/>
      <dgm:spPr/>
      <dgm:t>
        <a:bodyPr/>
        <a:lstStyle/>
        <a:p>
          <a:endParaRPr lang="en-US"/>
        </a:p>
      </dgm:t>
    </dgm:pt>
    <dgm:pt modelId="{00FFB8A7-6EC4-443E-A3B3-DD4BB05BE703}" type="sibTrans" cxnId="{D3AA06A6-B024-4C41-809E-71EDDC1B213E}">
      <dgm:prSet/>
      <dgm:spPr>
        <a:effectLst>
          <a:glow rad="101600">
            <a:schemeClr val="accent4">
              <a:satMod val="175000"/>
              <a:alpha val="40000"/>
            </a:schemeClr>
          </a:glow>
        </a:effectLst>
      </dgm:spPr>
      <dgm:t>
        <a:bodyPr/>
        <a:lstStyle/>
        <a:p>
          <a:endParaRPr lang="en-US"/>
        </a:p>
      </dgm:t>
    </dgm:pt>
    <dgm:pt modelId="{8848EB97-EE83-4D3D-B259-96D7FD35C2DB}">
      <dgm:prSet/>
      <dgm:spPr>
        <a:scene3d>
          <a:camera prst="orthographicFront"/>
          <a:lightRig rig="threePt" dir="t"/>
        </a:scene3d>
        <a:sp3d>
          <a:bevelT w="165100" prst="coolSlant"/>
        </a:sp3d>
      </dgm:spPr>
      <dgm:t>
        <a:bodyPr/>
        <a:lstStyle/>
        <a:p>
          <a:r>
            <a:rPr lang="en-US" dirty="0"/>
            <a:t>WAN</a:t>
          </a:r>
        </a:p>
        <a:p>
          <a:r>
            <a:rPr lang="en-US" dirty="0"/>
            <a:t>203.0.113.1:4001-&gt;</a:t>
          </a:r>
        </a:p>
        <a:p>
          <a:r>
            <a:rPr lang="en-US" dirty="0"/>
            <a:t>8.8.8.8:53</a:t>
          </a:r>
        </a:p>
      </dgm:t>
    </dgm:pt>
    <dgm:pt modelId="{0E36B0A2-6317-456E-B322-41A3A2BEB65A}" type="parTrans" cxnId="{F5D3E70C-4D22-4EA2-A067-5F26C32A630C}">
      <dgm:prSet/>
      <dgm:spPr/>
      <dgm:t>
        <a:bodyPr/>
        <a:lstStyle/>
        <a:p>
          <a:endParaRPr lang="en-US"/>
        </a:p>
      </dgm:t>
    </dgm:pt>
    <dgm:pt modelId="{1C1956B9-F3F4-4938-8CEB-2F0E63018625}" type="sibTrans" cxnId="{F5D3E70C-4D22-4EA2-A067-5F26C32A630C}">
      <dgm:prSet/>
      <dgm:spPr>
        <a:effectLst>
          <a:glow rad="101600">
            <a:schemeClr val="accent4">
              <a:satMod val="175000"/>
              <a:alpha val="40000"/>
            </a:schemeClr>
          </a:glow>
        </a:effectLst>
      </dgm:spPr>
      <dgm:t>
        <a:bodyPr/>
        <a:lstStyle/>
        <a:p>
          <a:endParaRPr lang="en-US"/>
        </a:p>
      </dgm:t>
    </dgm:pt>
    <dgm:pt modelId="{C830D74E-4FB7-4091-BEDB-484E227D910E}">
      <dgm:prSet/>
      <dgm:spPr>
        <a:scene3d>
          <a:camera prst="orthographicFront"/>
          <a:lightRig rig="threePt" dir="t"/>
        </a:scene3d>
        <a:sp3d>
          <a:bevelT w="165100" prst="coolSlant"/>
        </a:sp3d>
      </dgm:spPr>
      <dgm:t>
        <a:bodyPr/>
        <a:lstStyle/>
        <a:p>
          <a:r>
            <a:rPr lang="ja-JP" altLang="en-US" dirty="0"/>
            <a:t>サーバー側のルーターが受信</a:t>
          </a:r>
          <a:endParaRPr lang="en-US" altLang="ja-JP" dirty="0"/>
        </a:p>
        <a:p>
          <a:r>
            <a:rPr lang="en-US" altLang="ja-JP" dirty="0"/>
            <a:t>DNS</a:t>
          </a:r>
          <a:r>
            <a:rPr lang="ja-JP" altLang="en-US" dirty="0"/>
            <a:t>サーバーに渡す</a:t>
          </a:r>
          <a:endParaRPr lang="en-US" altLang="ja-JP" dirty="0"/>
        </a:p>
      </dgm:t>
    </dgm:pt>
    <dgm:pt modelId="{D4FA648C-9A37-4AFE-8EE2-EEEDC49AF76C}" type="parTrans" cxnId="{413722B7-5B54-4B2B-98A1-A1C7D130C033}">
      <dgm:prSet/>
      <dgm:spPr/>
      <dgm:t>
        <a:bodyPr/>
        <a:lstStyle/>
        <a:p>
          <a:endParaRPr kumimoji="1" lang="ja-JP" altLang="en-US"/>
        </a:p>
      </dgm:t>
    </dgm:pt>
    <dgm:pt modelId="{94F9BB1F-0C56-440F-B6E0-535F9FA39CA1}" type="sibTrans" cxnId="{413722B7-5B54-4B2B-98A1-A1C7D130C033}">
      <dgm:prSet/>
      <dgm:spPr>
        <a:effectLst>
          <a:glow rad="101600">
            <a:schemeClr val="accent4">
              <a:satMod val="175000"/>
              <a:alpha val="40000"/>
            </a:schemeClr>
          </a:glow>
        </a:effectLst>
      </dgm:spPr>
      <dgm:t>
        <a:bodyPr/>
        <a:lstStyle/>
        <a:p>
          <a:endParaRPr kumimoji="1" lang="ja-JP" altLang="en-US"/>
        </a:p>
      </dgm:t>
    </dgm:pt>
    <dgm:pt modelId="{AEF106A8-9A60-45CA-873E-55E48E5AEAAE}">
      <dgm:prSet/>
      <dgm:spPr>
        <a:scene3d>
          <a:camera prst="orthographicFront"/>
          <a:lightRig rig="threePt" dir="t"/>
        </a:scene3d>
        <a:sp3d>
          <a:bevelT w="165100" prst="coolSlant"/>
        </a:sp3d>
      </dgm:spPr>
      <dgm:t>
        <a:bodyPr/>
        <a:lstStyle/>
        <a:p>
          <a:r>
            <a:rPr lang="en-US" altLang="ja-JP" dirty="0"/>
            <a:t>DNS</a:t>
          </a:r>
          <a:r>
            <a:rPr lang="ja-JP" altLang="en-US" dirty="0"/>
            <a:t>サーバーが受信</a:t>
          </a:r>
          <a:endParaRPr lang="en-US" altLang="ja-JP" dirty="0"/>
        </a:p>
        <a:p>
          <a:r>
            <a:rPr lang="ja-JP" altLang="en-US" dirty="0"/>
            <a:t>クライアントに返す</a:t>
          </a:r>
          <a:endParaRPr lang="en-US" altLang="ja-JP" dirty="0"/>
        </a:p>
      </dgm:t>
    </dgm:pt>
    <dgm:pt modelId="{B69B8886-9D05-4D75-8450-CD62C7BB0A6A}" type="parTrans" cxnId="{C977F1B4-39C2-449C-9F3E-8811C66A62D8}">
      <dgm:prSet/>
      <dgm:spPr/>
      <dgm:t>
        <a:bodyPr/>
        <a:lstStyle/>
        <a:p>
          <a:endParaRPr kumimoji="1" lang="ja-JP" altLang="en-US"/>
        </a:p>
      </dgm:t>
    </dgm:pt>
    <dgm:pt modelId="{8D90A18B-82B1-4CC5-80E1-929BC5E0323E}" type="sibTrans" cxnId="{C977F1B4-39C2-449C-9F3E-8811C66A62D8}">
      <dgm:prSet/>
      <dgm:spPr>
        <a:effectLst>
          <a:glow rad="101600">
            <a:schemeClr val="accent4">
              <a:satMod val="175000"/>
              <a:alpha val="40000"/>
            </a:schemeClr>
          </a:glow>
        </a:effectLst>
      </dgm:spPr>
      <dgm:t>
        <a:bodyPr/>
        <a:lstStyle/>
        <a:p>
          <a:endParaRPr kumimoji="1" lang="ja-JP" altLang="en-US"/>
        </a:p>
      </dgm:t>
    </dgm:pt>
    <dgm:pt modelId="{E1C2AED0-031E-4736-9529-469F4DDEBFD0}">
      <dgm:prSet/>
      <dgm:spPr>
        <a:scene3d>
          <a:camera prst="orthographicFront"/>
          <a:lightRig rig="threePt" dir="t"/>
        </a:scene3d>
        <a:sp3d>
          <a:bevelT w="165100" prst="coolSlant"/>
        </a:sp3d>
      </dgm:spPr>
      <dgm:t>
        <a:bodyPr/>
        <a:lstStyle/>
        <a:p>
          <a:r>
            <a:rPr lang="en-US" altLang="ja-JP" dirty="0"/>
            <a:t>SV:8.8.8.8</a:t>
          </a:r>
          <a:br>
            <a:rPr lang="ja-JP" altLang="en-US" dirty="0"/>
          </a:br>
          <a:r>
            <a:rPr lang="ja-JP" altLang="en-US" dirty="0"/>
            <a:t>送信元</a:t>
          </a:r>
          <a:r>
            <a:rPr lang="en-US" altLang="ja-JP" dirty="0"/>
            <a:t>:8.8.8.8:53</a:t>
          </a:r>
          <a:br>
            <a:rPr lang="ja-JP" altLang="en-US" dirty="0"/>
          </a:br>
          <a:r>
            <a:rPr lang="ja-JP" altLang="en-US" dirty="0"/>
            <a:t>宛先</a:t>
          </a:r>
          <a:r>
            <a:rPr lang="en-US" altLang="ja-JP" dirty="0"/>
            <a:t>:203.0.113.1:40001</a:t>
          </a:r>
        </a:p>
      </dgm:t>
    </dgm:pt>
    <dgm:pt modelId="{6DA4FB33-73CA-4693-9C90-5A25C052243E}" type="parTrans" cxnId="{4421DE81-1ED6-4F8A-A40A-A17D1689DAE4}">
      <dgm:prSet/>
      <dgm:spPr/>
      <dgm:t>
        <a:bodyPr/>
        <a:lstStyle/>
        <a:p>
          <a:endParaRPr kumimoji="1" lang="ja-JP" altLang="en-US"/>
        </a:p>
      </dgm:t>
    </dgm:pt>
    <dgm:pt modelId="{1C5879A6-B5DC-414B-81B8-71AEB33C7AAB}" type="sibTrans" cxnId="{4421DE81-1ED6-4F8A-A40A-A17D1689DAE4}">
      <dgm:prSet/>
      <dgm:spPr>
        <a:effectLst>
          <a:glow rad="101600">
            <a:schemeClr val="accent4">
              <a:satMod val="175000"/>
              <a:alpha val="40000"/>
            </a:schemeClr>
          </a:glow>
        </a:effectLst>
      </dgm:spPr>
      <dgm:t>
        <a:bodyPr/>
        <a:lstStyle/>
        <a:p>
          <a:endParaRPr kumimoji="1" lang="ja-JP" altLang="en-US"/>
        </a:p>
      </dgm:t>
    </dgm:pt>
    <dgm:pt modelId="{317638E3-81BD-4A3E-A868-A760E921A7F5}">
      <dgm:prSet/>
      <dgm:spPr>
        <a:scene3d>
          <a:camera prst="orthographicFront"/>
          <a:lightRig rig="threePt" dir="t"/>
        </a:scene3d>
        <a:sp3d>
          <a:bevelT w="165100" prst="coolSlant"/>
        </a:sp3d>
      </dgm:spPr>
      <dgm:t>
        <a:bodyPr/>
        <a:lstStyle/>
        <a:p>
          <a:r>
            <a:rPr lang="ja-JP" altLang="en-US" dirty="0"/>
            <a:t>ルーター</a:t>
          </a:r>
          <a:r>
            <a:rPr lang="en-US" altLang="ja-JP" dirty="0"/>
            <a:t>:192.168.1.1</a:t>
          </a:r>
          <a:br>
            <a:rPr lang="ja-JP" altLang="en-US" dirty="0"/>
          </a:br>
          <a:r>
            <a:rPr lang="en-US" altLang="ja-JP" dirty="0"/>
            <a:t>WAN:203.0.113.1</a:t>
          </a:r>
        </a:p>
        <a:p>
          <a:r>
            <a:rPr lang="ja-JP" altLang="en-US" dirty="0"/>
            <a:t>変換前</a:t>
          </a:r>
          <a:r>
            <a:rPr lang="en-US" altLang="ja-JP" dirty="0"/>
            <a:t>:203.0.113.1:40001</a:t>
          </a:r>
          <a:br>
            <a:rPr lang="ja-JP" altLang="en-US" dirty="0"/>
          </a:br>
          <a:r>
            <a:rPr lang="ja-JP" altLang="en-US" dirty="0"/>
            <a:t>変換後</a:t>
          </a:r>
          <a:r>
            <a:rPr lang="en-US" altLang="ja-JP" dirty="0"/>
            <a:t>:192.168.1.2:49160</a:t>
          </a:r>
        </a:p>
      </dgm:t>
    </dgm:pt>
    <dgm:pt modelId="{82C46E72-83A6-42B0-9FB9-4BB23B187DCC}" type="parTrans" cxnId="{DA27EFD9-474F-48B3-B030-1BE8A4A6EBBF}">
      <dgm:prSet/>
      <dgm:spPr/>
      <dgm:t>
        <a:bodyPr/>
        <a:lstStyle/>
        <a:p>
          <a:endParaRPr kumimoji="1" lang="ja-JP" altLang="en-US"/>
        </a:p>
      </dgm:t>
    </dgm:pt>
    <dgm:pt modelId="{EFEE1027-ED9B-4197-8592-AE23302280B4}" type="sibTrans" cxnId="{DA27EFD9-474F-48B3-B030-1BE8A4A6EBBF}">
      <dgm:prSet/>
      <dgm:spPr>
        <a:effectLst>
          <a:glow rad="101600">
            <a:schemeClr val="accent4">
              <a:satMod val="175000"/>
              <a:alpha val="40000"/>
            </a:schemeClr>
          </a:glow>
        </a:effectLst>
      </dgm:spPr>
      <dgm:t>
        <a:bodyPr/>
        <a:lstStyle/>
        <a:p>
          <a:endParaRPr kumimoji="1" lang="ja-JP" altLang="en-US"/>
        </a:p>
      </dgm:t>
    </dgm:pt>
    <dgm:pt modelId="{8A891147-1473-44C1-B181-54948DBF9F6C}">
      <dgm:prSet/>
      <dgm:spPr>
        <a:scene3d>
          <a:camera prst="orthographicFront"/>
          <a:lightRig rig="threePt" dir="t"/>
        </a:scene3d>
        <a:sp3d>
          <a:bevelT w="165100" prst="coolSlant"/>
        </a:sp3d>
      </dgm:spPr>
      <dgm:t>
        <a:bodyPr/>
        <a:lstStyle/>
        <a:p>
          <a:r>
            <a:rPr lang="en-US" dirty="0"/>
            <a:t>PC1:192.168.1.2</a:t>
          </a:r>
          <a:br>
            <a:rPr lang="ja-JP" altLang="en-US" dirty="0"/>
          </a:br>
          <a:r>
            <a:rPr lang="en-US" altLang="ja-JP" dirty="0"/>
            <a:t>DNS</a:t>
          </a:r>
          <a:r>
            <a:rPr lang="ja-JP" altLang="en-US" dirty="0"/>
            <a:t>受信</a:t>
          </a:r>
          <a:endParaRPr lang="en-US" dirty="0"/>
        </a:p>
      </dgm:t>
    </dgm:pt>
    <dgm:pt modelId="{4AA2FCD5-4030-47DF-94AA-A15B4AFE373B}" type="parTrans" cxnId="{502FFE12-9924-4AF9-826B-F75558E84F1B}">
      <dgm:prSet/>
      <dgm:spPr/>
      <dgm:t>
        <a:bodyPr/>
        <a:lstStyle/>
        <a:p>
          <a:endParaRPr kumimoji="1" lang="ja-JP" altLang="en-US"/>
        </a:p>
      </dgm:t>
    </dgm:pt>
    <dgm:pt modelId="{620754B8-DFC4-4A79-BD9A-703BA575C3C2}" type="sibTrans" cxnId="{502FFE12-9924-4AF9-826B-F75558E84F1B}">
      <dgm:prSet/>
      <dgm:spPr/>
      <dgm:t>
        <a:bodyPr/>
        <a:lstStyle/>
        <a:p>
          <a:endParaRPr kumimoji="1" lang="ja-JP" altLang="en-US"/>
        </a:p>
      </dgm:t>
    </dgm:pt>
    <dgm:pt modelId="{72E48386-8F76-45E3-827D-D20018F57F1C}" type="pres">
      <dgm:prSet presAssocID="{1519028C-103C-4929-9554-912E7930D4D4}" presName="Name0" presStyleCnt="0">
        <dgm:presLayoutVars>
          <dgm:dir/>
          <dgm:resizeHandles val="exact"/>
        </dgm:presLayoutVars>
      </dgm:prSet>
      <dgm:spPr/>
    </dgm:pt>
    <dgm:pt modelId="{FC0915C2-02DE-416E-BE2E-6A725A2D1EFD}" type="pres">
      <dgm:prSet presAssocID="{D203BA38-DF4B-4BD1-8348-1CD0D667D00C}" presName="node" presStyleLbl="node1" presStyleIdx="0" presStyleCnt="8">
        <dgm:presLayoutVars>
          <dgm:bulletEnabled val="1"/>
        </dgm:presLayoutVars>
      </dgm:prSet>
      <dgm:spPr/>
    </dgm:pt>
    <dgm:pt modelId="{86020F71-1922-4232-BF2A-4F513B0F68EF}" type="pres">
      <dgm:prSet presAssocID="{EF841CBA-3B36-4569-897D-1493B919E41A}" presName="sibTrans" presStyleLbl="sibTrans1D1" presStyleIdx="0" presStyleCnt="7"/>
      <dgm:spPr/>
    </dgm:pt>
    <dgm:pt modelId="{54A88FA2-9314-41BB-BF3E-37CF020111D5}" type="pres">
      <dgm:prSet presAssocID="{EF841CBA-3B36-4569-897D-1493B919E41A}" presName="connectorText" presStyleLbl="sibTrans1D1" presStyleIdx="0" presStyleCnt="7"/>
      <dgm:spPr/>
    </dgm:pt>
    <dgm:pt modelId="{F71D7DC5-17FE-496A-B14C-3BEE0603CACE}" type="pres">
      <dgm:prSet presAssocID="{05F87DF3-DF1E-4FA5-82AC-7376DCDFCBD8}" presName="node" presStyleLbl="node1" presStyleIdx="1" presStyleCnt="8">
        <dgm:presLayoutVars>
          <dgm:bulletEnabled val="1"/>
        </dgm:presLayoutVars>
      </dgm:prSet>
      <dgm:spPr/>
    </dgm:pt>
    <dgm:pt modelId="{1B384F50-C908-44E2-A8CE-F52D47A53F87}" type="pres">
      <dgm:prSet presAssocID="{00FFB8A7-6EC4-443E-A3B3-DD4BB05BE703}" presName="sibTrans" presStyleLbl="sibTrans1D1" presStyleIdx="1" presStyleCnt="7"/>
      <dgm:spPr/>
    </dgm:pt>
    <dgm:pt modelId="{D84C6149-EE4A-45D3-97DD-03B8E666F6ED}" type="pres">
      <dgm:prSet presAssocID="{00FFB8A7-6EC4-443E-A3B3-DD4BB05BE703}" presName="connectorText" presStyleLbl="sibTrans1D1" presStyleIdx="1" presStyleCnt="7"/>
      <dgm:spPr/>
    </dgm:pt>
    <dgm:pt modelId="{DBB741F8-9B12-43E8-9D24-A824B1EDAD33}" type="pres">
      <dgm:prSet presAssocID="{8848EB97-EE83-4D3D-B259-96D7FD35C2DB}" presName="node" presStyleLbl="node1" presStyleIdx="2" presStyleCnt="8">
        <dgm:presLayoutVars>
          <dgm:bulletEnabled val="1"/>
        </dgm:presLayoutVars>
      </dgm:prSet>
      <dgm:spPr/>
    </dgm:pt>
    <dgm:pt modelId="{DEB97D9A-51CA-4CBC-968C-8C945579EAD4}" type="pres">
      <dgm:prSet presAssocID="{1C1956B9-F3F4-4938-8CEB-2F0E63018625}" presName="sibTrans" presStyleLbl="sibTrans1D1" presStyleIdx="2" presStyleCnt="7"/>
      <dgm:spPr/>
    </dgm:pt>
    <dgm:pt modelId="{D3D968CD-8211-45CC-AE5E-0E74AD273BDD}" type="pres">
      <dgm:prSet presAssocID="{1C1956B9-F3F4-4938-8CEB-2F0E63018625}" presName="connectorText" presStyleLbl="sibTrans1D1" presStyleIdx="2" presStyleCnt="7"/>
      <dgm:spPr/>
    </dgm:pt>
    <dgm:pt modelId="{1272FCDB-ECE7-4E2E-9C0E-B0FA23C0D8C6}" type="pres">
      <dgm:prSet presAssocID="{C830D74E-4FB7-4091-BEDB-484E227D910E}" presName="node" presStyleLbl="node1" presStyleIdx="3" presStyleCnt="8" custLinFactNeighborX="-705">
        <dgm:presLayoutVars>
          <dgm:bulletEnabled val="1"/>
        </dgm:presLayoutVars>
      </dgm:prSet>
      <dgm:spPr/>
    </dgm:pt>
    <dgm:pt modelId="{A2D01A60-B28B-4B47-9A81-6EA86D8ABD80}" type="pres">
      <dgm:prSet presAssocID="{94F9BB1F-0C56-440F-B6E0-535F9FA39CA1}" presName="sibTrans" presStyleLbl="sibTrans1D1" presStyleIdx="3" presStyleCnt="7"/>
      <dgm:spPr/>
    </dgm:pt>
    <dgm:pt modelId="{74E7716C-CC52-4AC3-9D5B-410CE2739DE3}" type="pres">
      <dgm:prSet presAssocID="{94F9BB1F-0C56-440F-B6E0-535F9FA39CA1}" presName="connectorText" presStyleLbl="sibTrans1D1" presStyleIdx="3" presStyleCnt="7"/>
      <dgm:spPr/>
    </dgm:pt>
    <dgm:pt modelId="{7B1D7820-C8B8-4CA0-9764-F3B5E1E9EBD2}" type="pres">
      <dgm:prSet presAssocID="{AEF106A8-9A60-45CA-873E-55E48E5AEAAE}" presName="node" presStyleLbl="node1" presStyleIdx="4" presStyleCnt="8" custLinFactNeighborX="-705">
        <dgm:presLayoutVars>
          <dgm:bulletEnabled val="1"/>
        </dgm:presLayoutVars>
      </dgm:prSet>
      <dgm:spPr/>
    </dgm:pt>
    <dgm:pt modelId="{2446DEB0-CEBB-4918-8C7E-84B62ABE61D4}" type="pres">
      <dgm:prSet presAssocID="{8D90A18B-82B1-4CC5-80E1-929BC5E0323E}" presName="sibTrans" presStyleLbl="sibTrans1D1" presStyleIdx="4" presStyleCnt="7"/>
      <dgm:spPr/>
    </dgm:pt>
    <dgm:pt modelId="{11D248E8-BA21-4543-AABE-05C9DC8943AA}" type="pres">
      <dgm:prSet presAssocID="{8D90A18B-82B1-4CC5-80E1-929BC5E0323E}" presName="connectorText" presStyleLbl="sibTrans1D1" presStyleIdx="4" presStyleCnt="7"/>
      <dgm:spPr/>
    </dgm:pt>
    <dgm:pt modelId="{357CB705-A8B0-4459-8A14-E82BF9C121B3}" type="pres">
      <dgm:prSet presAssocID="{E1C2AED0-031E-4736-9529-469F4DDEBFD0}" presName="node" presStyleLbl="node1" presStyleIdx="5" presStyleCnt="8" custLinFactNeighborX="-705">
        <dgm:presLayoutVars>
          <dgm:bulletEnabled val="1"/>
        </dgm:presLayoutVars>
      </dgm:prSet>
      <dgm:spPr/>
    </dgm:pt>
    <dgm:pt modelId="{E0CEEB93-4257-48C8-AF31-CAEDA8A51123}" type="pres">
      <dgm:prSet presAssocID="{1C5879A6-B5DC-414B-81B8-71AEB33C7AAB}" presName="sibTrans" presStyleLbl="sibTrans1D1" presStyleIdx="5" presStyleCnt="7"/>
      <dgm:spPr/>
    </dgm:pt>
    <dgm:pt modelId="{8C2ED4EC-AB70-46A4-804E-F5310FD83B43}" type="pres">
      <dgm:prSet presAssocID="{1C5879A6-B5DC-414B-81B8-71AEB33C7AAB}" presName="connectorText" presStyleLbl="sibTrans1D1" presStyleIdx="5" presStyleCnt="7"/>
      <dgm:spPr/>
    </dgm:pt>
    <dgm:pt modelId="{2603B4DB-8AA9-4204-94ED-5E3FE17F775A}" type="pres">
      <dgm:prSet presAssocID="{317638E3-81BD-4A3E-A868-A760E921A7F5}" presName="node" presStyleLbl="node1" presStyleIdx="6" presStyleCnt="8">
        <dgm:presLayoutVars>
          <dgm:bulletEnabled val="1"/>
        </dgm:presLayoutVars>
      </dgm:prSet>
      <dgm:spPr/>
    </dgm:pt>
    <dgm:pt modelId="{2A4557F3-1A32-461E-85D4-C0CDD9A89D68}" type="pres">
      <dgm:prSet presAssocID="{EFEE1027-ED9B-4197-8592-AE23302280B4}" presName="sibTrans" presStyleLbl="sibTrans1D1" presStyleIdx="6" presStyleCnt="7"/>
      <dgm:spPr/>
    </dgm:pt>
    <dgm:pt modelId="{38450D5F-9358-44AE-8E16-37A26DA6BF98}" type="pres">
      <dgm:prSet presAssocID="{EFEE1027-ED9B-4197-8592-AE23302280B4}" presName="connectorText" presStyleLbl="sibTrans1D1" presStyleIdx="6" presStyleCnt="7"/>
      <dgm:spPr/>
    </dgm:pt>
    <dgm:pt modelId="{D78F85E2-E8DE-4376-8CB7-10ED936E8B5D}" type="pres">
      <dgm:prSet presAssocID="{8A891147-1473-44C1-B181-54948DBF9F6C}" presName="node" presStyleLbl="node1" presStyleIdx="7" presStyleCnt="8">
        <dgm:presLayoutVars>
          <dgm:bulletEnabled val="1"/>
        </dgm:presLayoutVars>
      </dgm:prSet>
      <dgm:spPr/>
    </dgm:pt>
  </dgm:ptLst>
  <dgm:cxnLst>
    <dgm:cxn modelId="{A46E1101-9F4D-4CC7-9262-A930D578BFA8}" type="presOf" srcId="{00FFB8A7-6EC4-443E-A3B3-DD4BB05BE703}" destId="{1B384F50-C908-44E2-A8CE-F52D47A53F87}" srcOrd="0" destOrd="0" presId="urn:microsoft.com/office/officeart/2016/7/layout/RepeatingBendingProcessNew"/>
    <dgm:cxn modelId="{11F56509-4868-4534-88A6-C9E420F37AF1}" type="presOf" srcId="{EF841CBA-3B36-4569-897D-1493B919E41A}" destId="{54A88FA2-9314-41BB-BF3E-37CF020111D5}" srcOrd="1" destOrd="0" presId="urn:microsoft.com/office/officeart/2016/7/layout/RepeatingBendingProcessNew"/>
    <dgm:cxn modelId="{28E10E0A-3F24-40E0-BEC6-9EB633364226}" type="presOf" srcId="{1C5879A6-B5DC-414B-81B8-71AEB33C7AAB}" destId="{8C2ED4EC-AB70-46A4-804E-F5310FD83B43}" srcOrd="1" destOrd="0" presId="urn:microsoft.com/office/officeart/2016/7/layout/RepeatingBendingProcessNew"/>
    <dgm:cxn modelId="{F5D3E70C-4D22-4EA2-A067-5F26C32A630C}" srcId="{1519028C-103C-4929-9554-912E7930D4D4}" destId="{8848EB97-EE83-4D3D-B259-96D7FD35C2DB}" srcOrd="2" destOrd="0" parTransId="{0E36B0A2-6317-456E-B322-41A3A2BEB65A}" sibTransId="{1C1956B9-F3F4-4938-8CEB-2F0E63018625}"/>
    <dgm:cxn modelId="{502FFE12-9924-4AF9-826B-F75558E84F1B}" srcId="{1519028C-103C-4929-9554-912E7930D4D4}" destId="{8A891147-1473-44C1-B181-54948DBF9F6C}" srcOrd="7" destOrd="0" parTransId="{4AA2FCD5-4030-47DF-94AA-A15B4AFE373B}" sibTransId="{620754B8-DFC4-4A79-BD9A-703BA575C3C2}"/>
    <dgm:cxn modelId="{82037C2A-B34E-4D5B-8F2A-B9C31B30F398}" type="presOf" srcId="{8D90A18B-82B1-4CC5-80E1-929BC5E0323E}" destId="{11D248E8-BA21-4543-AABE-05C9DC8943AA}" srcOrd="1" destOrd="0" presId="urn:microsoft.com/office/officeart/2016/7/layout/RepeatingBendingProcessNew"/>
    <dgm:cxn modelId="{DDA21330-52E0-4641-8DF4-DA7EFDA57299}" type="presOf" srcId="{94F9BB1F-0C56-440F-B6E0-535F9FA39CA1}" destId="{74E7716C-CC52-4AC3-9D5B-410CE2739DE3}" srcOrd="1" destOrd="0" presId="urn:microsoft.com/office/officeart/2016/7/layout/RepeatingBendingProcessNew"/>
    <dgm:cxn modelId="{9253FD39-B13A-4136-8936-0F57D0EFCC2F}" srcId="{1519028C-103C-4929-9554-912E7930D4D4}" destId="{D203BA38-DF4B-4BD1-8348-1CD0D667D00C}" srcOrd="0" destOrd="0" parTransId="{3AEBDF2E-9790-4387-AA1F-EEE804085874}" sibTransId="{EF841CBA-3B36-4569-897D-1493B919E41A}"/>
    <dgm:cxn modelId="{4B58F35C-9962-4A1F-9C26-0BE4C6BECA54}" type="presOf" srcId="{1C1956B9-F3F4-4938-8CEB-2F0E63018625}" destId="{DEB97D9A-51CA-4CBC-968C-8C945579EAD4}" srcOrd="0" destOrd="0" presId="urn:microsoft.com/office/officeart/2016/7/layout/RepeatingBendingProcessNew"/>
    <dgm:cxn modelId="{7D684264-D4AD-4719-8F51-3D574DD840EE}" type="presOf" srcId="{8848EB97-EE83-4D3D-B259-96D7FD35C2DB}" destId="{DBB741F8-9B12-43E8-9D24-A824B1EDAD33}" srcOrd="0" destOrd="0" presId="urn:microsoft.com/office/officeart/2016/7/layout/RepeatingBendingProcessNew"/>
    <dgm:cxn modelId="{2ADA2248-940C-4E9A-A318-8692EA81C4B2}" type="presOf" srcId="{05F87DF3-DF1E-4FA5-82AC-7376DCDFCBD8}" destId="{F71D7DC5-17FE-496A-B14C-3BEE0603CACE}" srcOrd="0" destOrd="0" presId="urn:microsoft.com/office/officeart/2016/7/layout/RepeatingBendingProcessNew"/>
    <dgm:cxn modelId="{8081344B-3DFB-49D0-8190-B7BC3DE637AF}" type="presOf" srcId="{317638E3-81BD-4A3E-A868-A760E921A7F5}" destId="{2603B4DB-8AA9-4204-94ED-5E3FE17F775A}" srcOrd="0" destOrd="0" presId="urn:microsoft.com/office/officeart/2016/7/layout/RepeatingBendingProcessNew"/>
    <dgm:cxn modelId="{7A13EB6F-922F-449B-AB81-9B786C1F341D}" type="presOf" srcId="{1C1956B9-F3F4-4938-8CEB-2F0E63018625}" destId="{D3D968CD-8211-45CC-AE5E-0E74AD273BDD}" srcOrd="1" destOrd="0" presId="urn:microsoft.com/office/officeart/2016/7/layout/RepeatingBendingProcessNew"/>
    <dgm:cxn modelId="{BBA66952-F56A-4610-B7BB-94883AF13F8A}" type="presOf" srcId="{8D90A18B-82B1-4CC5-80E1-929BC5E0323E}" destId="{2446DEB0-CEBB-4918-8C7E-84B62ABE61D4}" srcOrd="0" destOrd="0" presId="urn:microsoft.com/office/officeart/2016/7/layout/RepeatingBendingProcessNew"/>
    <dgm:cxn modelId="{D4802378-3B1C-4A40-9B05-D7715AD7EFDB}" type="presOf" srcId="{94F9BB1F-0C56-440F-B6E0-535F9FA39CA1}" destId="{A2D01A60-B28B-4B47-9A81-6EA86D8ABD80}" srcOrd="0" destOrd="0" presId="urn:microsoft.com/office/officeart/2016/7/layout/RepeatingBendingProcessNew"/>
    <dgm:cxn modelId="{5F8ABD79-EE2F-48CD-934F-92075A132E71}" type="presOf" srcId="{1C5879A6-B5DC-414B-81B8-71AEB33C7AAB}" destId="{E0CEEB93-4257-48C8-AF31-CAEDA8A51123}" srcOrd="0" destOrd="0" presId="urn:microsoft.com/office/officeart/2016/7/layout/RepeatingBendingProcessNew"/>
    <dgm:cxn modelId="{74AA137A-2862-4514-B7B4-5E7AAD64DBD7}" type="presOf" srcId="{D203BA38-DF4B-4BD1-8348-1CD0D667D00C}" destId="{FC0915C2-02DE-416E-BE2E-6A725A2D1EFD}" srcOrd="0" destOrd="0" presId="urn:microsoft.com/office/officeart/2016/7/layout/RepeatingBendingProcessNew"/>
    <dgm:cxn modelId="{4421DE81-1ED6-4F8A-A40A-A17D1689DAE4}" srcId="{1519028C-103C-4929-9554-912E7930D4D4}" destId="{E1C2AED0-031E-4736-9529-469F4DDEBFD0}" srcOrd="5" destOrd="0" parTransId="{6DA4FB33-73CA-4693-9C90-5A25C052243E}" sibTransId="{1C5879A6-B5DC-414B-81B8-71AEB33C7AAB}"/>
    <dgm:cxn modelId="{0AC90486-4ED3-4786-BD3B-918EF0C0E1DB}" type="presOf" srcId="{8A891147-1473-44C1-B181-54948DBF9F6C}" destId="{D78F85E2-E8DE-4376-8CB7-10ED936E8B5D}" srcOrd="0" destOrd="0" presId="urn:microsoft.com/office/officeart/2016/7/layout/RepeatingBendingProcessNew"/>
    <dgm:cxn modelId="{4F9D4998-818C-429D-95CB-B37A6D434179}" type="presOf" srcId="{00FFB8A7-6EC4-443E-A3B3-DD4BB05BE703}" destId="{D84C6149-EE4A-45D3-97DD-03B8E666F6ED}" srcOrd="1" destOrd="0" presId="urn:microsoft.com/office/officeart/2016/7/layout/RepeatingBendingProcessNew"/>
    <dgm:cxn modelId="{DCD3959A-FF62-4E52-94C0-75268D398B1B}" type="presOf" srcId="{E1C2AED0-031E-4736-9529-469F4DDEBFD0}" destId="{357CB705-A8B0-4459-8A14-E82BF9C121B3}" srcOrd="0" destOrd="0" presId="urn:microsoft.com/office/officeart/2016/7/layout/RepeatingBendingProcessNew"/>
    <dgm:cxn modelId="{D3AA06A6-B024-4C41-809E-71EDDC1B213E}" srcId="{1519028C-103C-4929-9554-912E7930D4D4}" destId="{05F87DF3-DF1E-4FA5-82AC-7376DCDFCBD8}" srcOrd="1" destOrd="0" parTransId="{4DDDAAF0-3266-46F9-A630-73D8068401AD}" sibTransId="{00FFB8A7-6EC4-443E-A3B3-DD4BB05BE703}"/>
    <dgm:cxn modelId="{8D8E89A8-B7BA-4681-9270-4C60706FAF22}" type="presOf" srcId="{EFEE1027-ED9B-4197-8592-AE23302280B4}" destId="{38450D5F-9358-44AE-8E16-37A26DA6BF98}" srcOrd="1" destOrd="0" presId="urn:microsoft.com/office/officeart/2016/7/layout/RepeatingBendingProcessNew"/>
    <dgm:cxn modelId="{0E7FE8AB-B27D-44FB-B28F-1E28B2FEA38B}" type="presOf" srcId="{C830D74E-4FB7-4091-BEDB-484E227D910E}" destId="{1272FCDB-ECE7-4E2E-9C0E-B0FA23C0D8C6}" srcOrd="0" destOrd="0" presId="urn:microsoft.com/office/officeart/2016/7/layout/RepeatingBendingProcessNew"/>
    <dgm:cxn modelId="{C977F1B4-39C2-449C-9F3E-8811C66A62D8}" srcId="{1519028C-103C-4929-9554-912E7930D4D4}" destId="{AEF106A8-9A60-45CA-873E-55E48E5AEAAE}" srcOrd="4" destOrd="0" parTransId="{B69B8886-9D05-4D75-8450-CD62C7BB0A6A}" sibTransId="{8D90A18B-82B1-4CC5-80E1-929BC5E0323E}"/>
    <dgm:cxn modelId="{413722B7-5B54-4B2B-98A1-A1C7D130C033}" srcId="{1519028C-103C-4929-9554-912E7930D4D4}" destId="{C830D74E-4FB7-4091-BEDB-484E227D910E}" srcOrd="3" destOrd="0" parTransId="{D4FA648C-9A37-4AFE-8EE2-EEEDC49AF76C}" sibTransId="{94F9BB1F-0C56-440F-B6E0-535F9FA39CA1}"/>
    <dgm:cxn modelId="{AA0743C8-2E9B-4220-906F-85033CF507BE}" type="presOf" srcId="{EFEE1027-ED9B-4197-8592-AE23302280B4}" destId="{2A4557F3-1A32-461E-85D4-C0CDD9A89D68}" srcOrd="0" destOrd="0" presId="urn:microsoft.com/office/officeart/2016/7/layout/RepeatingBendingProcessNew"/>
    <dgm:cxn modelId="{DA27EFD9-474F-48B3-B030-1BE8A4A6EBBF}" srcId="{1519028C-103C-4929-9554-912E7930D4D4}" destId="{317638E3-81BD-4A3E-A868-A760E921A7F5}" srcOrd="6" destOrd="0" parTransId="{82C46E72-83A6-42B0-9FB9-4BB23B187DCC}" sibTransId="{EFEE1027-ED9B-4197-8592-AE23302280B4}"/>
    <dgm:cxn modelId="{D97F5BE4-2FDB-402D-A596-52168706BD40}" type="presOf" srcId="{1519028C-103C-4929-9554-912E7930D4D4}" destId="{72E48386-8F76-45E3-827D-D20018F57F1C}" srcOrd="0" destOrd="0" presId="urn:microsoft.com/office/officeart/2016/7/layout/RepeatingBendingProcessNew"/>
    <dgm:cxn modelId="{710617EE-B77A-491B-B5BB-776422B9AE62}" type="presOf" srcId="{AEF106A8-9A60-45CA-873E-55E48E5AEAAE}" destId="{7B1D7820-C8B8-4CA0-9764-F3B5E1E9EBD2}" srcOrd="0" destOrd="0" presId="urn:microsoft.com/office/officeart/2016/7/layout/RepeatingBendingProcessNew"/>
    <dgm:cxn modelId="{D8DC5EF6-7F9A-4D70-BE60-399139AF3E32}" type="presOf" srcId="{EF841CBA-3B36-4569-897D-1493B919E41A}" destId="{86020F71-1922-4232-BF2A-4F513B0F68EF}" srcOrd="0" destOrd="0" presId="urn:microsoft.com/office/officeart/2016/7/layout/RepeatingBendingProcessNew"/>
    <dgm:cxn modelId="{2657E546-7092-401B-84CF-DE56A1489614}" type="presParOf" srcId="{72E48386-8F76-45E3-827D-D20018F57F1C}" destId="{FC0915C2-02DE-416E-BE2E-6A725A2D1EFD}" srcOrd="0" destOrd="0" presId="urn:microsoft.com/office/officeart/2016/7/layout/RepeatingBendingProcessNew"/>
    <dgm:cxn modelId="{BDF8C8C0-D657-4909-A1FA-07E687A04E11}" type="presParOf" srcId="{72E48386-8F76-45E3-827D-D20018F57F1C}" destId="{86020F71-1922-4232-BF2A-4F513B0F68EF}" srcOrd="1" destOrd="0" presId="urn:microsoft.com/office/officeart/2016/7/layout/RepeatingBendingProcessNew"/>
    <dgm:cxn modelId="{B8FBBEBB-A6ED-4DAB-8861-4FE4878A8CC2}" type="presParOf" srcId="{86020F71-1922-4232-BF2A-4F513B0F68EF}" destId="{54A88FA2-9314-41BB-BF3E-37CF020111D5}" srcOrd="0" destOrd="0" presId="urn:microsoft.com/office/officeart/2016/7/layout/RepeatingBendingProcessNew"/>
    <dgm:cxn modelId="{A1F04947-701B-4500-B399-ABAA124BB482}" type="presParOf" srcId="{72E48386-8F76-45E3-827D-D20018F57F1C}" destId="{F71D7DC5-17FE-496A-B14C-3BEE0603CACE}" srcOrd="2" destOrd="0" presId="urn:microsoft.com/office/officeart/2016/7/layout/RepeatingBendingProcessNew"/>
    <dgm:cxn modelId="{DD783266-76C4-4985-AFFD-CBA9393D98EA}" type="presParOf" srcId="{72E48386-8F76-45E3-827D-D20018F57F1C}" destId="{1B384F50-C908-44E2-A8CE-F52D47A53F87}" srcOrd="3" destOrd="0" presId="urn:microsoft.com/office/officeart/2016/7/layout/RepeatingBendingProcessNew"/>
    <dgm:cxn modelId="{BD4A07C4-10B9-4C35-8DCF-307EA619D13E}" type="presParOf" srcId="{1B384F50-C908-44E2-A8CE-F52D47A53F87}" destId="{D84C6149-EE4A-45D3-97DD-03B8E666F6ED}" srcOrd="0" destOrd="0" presId="urn:microsoft.com/office/officeart/2016/7/layout/RepeatingBendingProcessNew"/>
    <dgm:cxn modelId="{18A8B50E-C75F-4379-924C-B879527E87C9}" type="presParOf" srcId="{72E48386-8F76-45E3-827D-D20018F57F1C}" destId="{DBB741F8-9B12-43E8-9D24-A824B1EDAD33}" srcOrd="4" destOrd="0" presId="urn:microsoft.com/office/officeart/2016/7/layout/RepeatingBendingProcessNew"/>
    <dgm:cxn modelId="{C146D350-F14A-455A-8332-1F45491CBF6E}" type="presParOf" srcId="{72E48386-8F76-45E3-827D-D20018F57F1C}" destId="{DEB97D9A-51CA-4CBC-968C-8C945579EAD4}" srcOrd="5" destOrd="0" presId="urn:microsoft.com/office/officeart/2016/7/layout/RepeatingBendingProcessNew"/>
    <dgm:cxn modelId="{09F73F99-6E47-4CD9-BA6C-8BDCE0AC3186}" type="presParOf" srcId="{DEB97D9A-51CA-4CBC-968C-8C945579EAD4}" destId="{D3D968CD-8211-45CC-AE5E-0E74AD273BDD}" srcOrd="0" destOrd="0" presId="urn:microsoft.com/office/officeart/2016/7/layout/RepeatingBendingProcessNew"/>
    <dgm:cxn modelId="{9273AC3F-D96A-451F-B7A3-17C6E0C7B8A8}" type="presParOf" srcId="{72E48386-8F76-45E3-827D-D20018F57F1C}" destId="{1272FCDB-ECE7-4E2E-9C0E-B0FA23C0D8C6}" srcOrd="6" destOrd="0" presId="urn:microsoft.com/office/officeart/2016/7/layout/RepeatingBendingProcessNew"/>
    <dgm:cxn modelId="{AFC0220F-2F23-42E3-A152-EF1D9B3CF502}" type="presParOf" srcId="{72E48386-8F76-45E3-827D-D20018F57F1C}" destId="{A2D01A60-B28B-4B47-9A81-6EA86D8ABD80}" srcOrd="7" destOrd="0" presId="urn:microsoft.com/office/officeart/2016/7/layout/RepeatingBendingProcessNew"/>
    <dgm:cxn modelId="{41ACB4A5-4B38-43C3-8367-95D1727AB35F}" type="presParOf" srcId="{A2D01A60-B28B-4B47-9A81-6EA86D8ABD80}" destId="{74E7716C-CC52-4AC3-9D5B-410CE2739DE3}" srcOrd="0" destOrd="0" presId="urn:microsoft.com/office/officeart/2016/7/layout/RepeatingBendingProcessNew"/>
    <dgm:cxn modelId="{D465D917-9441-4222-8110-C37AFF0A8A42}" type="presParOf" srcId="{72E48386-8F76-45E3-827D-D20018F57F1C}" destId="{7B1D7820-C8B8-4CA0-9764-F3B5E1E9EBD2}" srcOrd="8" destOrd="0" presId="urn:microsoft.com/office/officeart/2016/7/layout/RepeatingBendingProcessNew"/>
    <dgm:cxn modelId="{FF80857A-93B4-4302-9E6B-CF0D06D8A1F3}" type="presParOf" srcId="{72E48386-8F76-45E3-827D-D20018F57F1C}" destId="{2446DEB0-CEBB-4918-8C7E-84B62ABE61D4}" srcOrd="9" destOrd="0" presId="urn:microsoft.com/office/officeart/2016/7/layout/RepeatingBendingProcessNew"/>
    <dgm:cxn modelId="{E0AC9A26-67C3-4C87-82E5-8CD2BDA03481}" type="presParOf" srcId="{2446DEB0-CEBB-4918-8C7E-84B62ABE61D4}" destId="{11D248E8-BA21-4543-AABE-05C9DC8943AA}" srcOrd="0" destOrd="0" presId="urn:microsoft.com/office/officeart/2016/7/layout/RepeatingBendingProcessNew"/>
    <dgm:cxn modelId="{DB4DC95E-9684-4D61-90CD-EC6993FEBF99}" type="presParOf" srcId="{72E48386-8F76-45E3-827D-D20018F57F1C}" destId="{357CB705-A8B0-4459-8A14-E82BF9C121B3}" srcOrd="10" destOrd="0" presId="urn:microsoft.com/office/officeart/2016/7/layout/RepeatingBendingProcessNew"/>
    <dgm:cxn modelId="{E0E3065C-889B-4AE4-B69D-32E593896B15}" type="presParOf" srcId="{72E48386-8F76-45E3-827D-D20018F57F1C}" destId="{E0CEEB93-4257-48C8-AF31-CAEDA8A51123}" srcOrd="11" destOrd="0" presId="urn:microsoft.com/office/officeart/2016/7/layout/RepeatingBendingProcessNew"/>
    <dgm:cxn modelId="{513DC08D-E72E-4B52-9A6B-31C82B6D1FC7}" type="presParOf" srcId="{E0CEEB93-4257-48C8-AF31-CAEDA8A51123}" destId="{8C2ED4EC-AB70-46A4-804E-F5310FD83B43}" srcOrd="0" destOrd="0" presId="urn:microsoft.com/office/officeart/2016/7/layout/RepeatingBendingProcessNew"/>
    <dgm:cxn modelId="{5A7F3505-826C-4762-8DD0-25C00245B90C}" type="presParOf" srcId="{72E48386-8F76-45E3-827D-D20018F57F1C}" destId="{2603B4DB-8AA9-4204-94ED-5E3FE17F775A}" srcOrd="12" destOrd="0" presId="urn:microsoft.com/office/officeart/2016/7/layout/RepeatingBendingProcessNew"/>
    <dgm:cxn modelId="{0DFDCFB6-403F-4142-A8ED-41E9AB9F175B}" type="presParOf" srcId="{72E48386-8F76-45E3-827D-D20018F57F1C}" destId="{2A4557F3-1A32-461E-85D4-C0CDD9A89D68}" srcOrd="13" destOrd="0" presId="urn:microsoft.com/office/officeart/2016/7/layout/RepeatingBendingProcessNew"/>
    <dgm:cxn modelId="{A5CD204E-AFED-4032-AE64-606E38A191E4}" type="presParOf" srcId="{2A4557F3-1A32-461E-85D4-C0CDD9A89D68}" destId="{38450D5F-9358-44AE-8E16-37A26DA6BF98}" srcOrd="0" destOrd="0" presId="urn:microsoft.com/office/officeart/2016/7/layout/RepeatingBendingProcessNew"/>
    <dgm:cxn modelId="{226B4FAD-969F-4B14-8503-07D105BFDC63}" type="presParOf" srcId="{72E48386-8F76-45E3-827D-D20018F57F1C}" destId="{D78F85E2-E8DE-4376-8CB7-10ED936E8B5D}" srcOrd="14"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0F41578-FAD5-42A4-A34F-FE9CD7758C24}" type="doc">
      <dgm:prSet loTypeId="urn:microsoft.com/office/officeart/2016/7/layout/BasicLinearProcessNumbered" loCatId="process" qsTypeId="urn:microsoft.com/office/officeart/2005/8/quickstyle/simple2" qsCatId="simple" csTypeId="urn:microsoft.com/office/officeart/2005/8/colors/accent1_2" csCatId="accent1" phldr="1"/>
      <dgm:spPr/>
      <dgm:t>
        <a:bodyPr/>
        <a:lstStyle/>
        <a:p>
          <a:endParaRPr lang="en-US"/>
        </a:p>
      </dgm:t>
    </dgm:pt>
    <dgm:pt modelId="{40FBC269-5A61-4B71-8609-6A8556600150}">
      <dgm:prSet/>
      <dgm:spPr/>
      <dgm:t>
        <a:bodyPr/>
        <a:lstStyle/>
        <a:p>
          <a:r>
            <a:rPr lang="ja-JP" altLang="en-US" dirty="0"/>
            <a:t>サブネットマスクは</a:t>
          </a:r>
          <a:r>
            <a:rPr lang="en-US" altLang="ja-JP" dirty="0"/>
            <a:t>[255.255.255.0]</a:t>
          </a:r>
          <a:r>
            <a:rPr lang="ja-JP" altLang="en-US" dirty="0"/>
            <a:t>の</a:t>
          </a:r>
          <a:r>
            <a:rPr lang="en-US" altLang="ja-JP" dirty="0"/>
            <a:t>/24</a:t>
          </a:r>
          <a:r>
            <a:rPr lang="ja-JP" altLang="en-US" dirty="0"/>
            <a:t>になっていれば一般的な設定です。</a:t>
          </a:r>
          <a:endParaRPr lang="en-US" dirty="0"/>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phldrT="1" phldr="0"/>
      <dgm:spPr/>
      <dgm:t>
        <a:bodyPr/>
        <a:lstStyle/>
        <a:p>
          <a:r>
            <a:rPr lang="en-US"/>
            <a:t>1</a:t>
          </a:r>
          <a:endParaRPr lang="en-US" dirty="0"/>
        </a:p>
      </dgm:t>
    </dgm:pt>
    <dgm:pt modelId="{5E372BF3-15D5-4068-9C8E-415CEE501BE7}">
      <dgm:prSet/>
      <dgm:spPr/>
      <dgm:t>
        <a:bodyPr/>
        <a:lstStyle/>
        <a:p>
          <a:r>
            <a:rPr lang="en-US" dirty="0"/>
            <a:t>DNS</a:t>
          </a:r>
          <a:r>
            <a:rPr lang="ja-JP" altLang="en-US" dirty="0"/>
            <a:t>サーバーは自動取得だったり、デフォルト設定のようになっていると思います。</a:t>
          </a:r>
          <a:endParaRPr lang="en-US" altLang="ja-JP" dirty="0"/>
        </a:p>
        <a:p>
          <a:r>
            <a:rPr lang="ja-JP" altLang="en-US" dirty="0"/>
            <a:t>プライマリとセカンダリの指定がある場合はメインと予備の認識で大丈夫です。</a:t>
          </a:r>
          <a:endParaRPr lang="en-US" altLang="ja-JP" dirty="0"/>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phldrT="2" phldr="0"/>
      <dgm:spPr/>
      <dgm:t>
        <a:bodyPr/>
        <a:lstStyle/>
        <a:p>
          <a:r>
            <a:rPr lang="en-US"/>
            <a:t>2</a:t>
          </a:r>
          <a:endParaRPr lang="en-US" dirty="0"/>
        </a:p>
      </dgm:t>
    </dgm:pt>
    <dgm:pt modelId="{5A173223-EFF9-4A76-B262-15DEE67ACEFC}" type="pres">
      <dgm:prSet presAssocID="{B0F41578-FAD5-42A4-A34F-FE9CD7758C24}" presName="Name0" presStyleCnt="0">
        <dgm:presLayoutVars>
          <dgm:animLvl val="lvl"/>
          <dgm:resizeHandles val="exact"/>
        </dgm:presLayoutVars>
      </dgm:prSet>
      <dgm:spPr/>
    </dgm:pt>
    <dgm:pt modelId="{B865BFA8-8283-4791-A9B9-E6F877581C5D}" type="pres">
      <dgm:prSet presAssocID="{40FBC269-5A61-4B71-8609-6A8556600150}" presName="compositeNode" presStyleCnt="0">
        <dgm:presLayoutVars>
          <dgm:bulletEnabled val="1"/>
        </dgm:presLayoutVars>
      </dgm:prSet>
      <dgm:spPr/>
    </dgm:pt>
    <dgm:pt modelId="{D3C06522-6D2A-455D-9FCA-4C32BCBAA791}" type="pres">
      <dgm:prSet presAssocID="{40FBC269-5A61-4B71-8609-6A8556600150}" presName="bgRect" presStyleLbl="bgAccFollowNode1" presStyleIdx="0" presStyleCnt="2"/>
      <dgm:spPr/>
    </dgm:pt>
    <dgm:pt modelId="{DB8FC8B0-CE8C-4549-BC2F-607267C2252E}" type="pres">
      <dgm:prSet presAssocID="{3F213DCF-361F-44B6-8D69-E3D9AB9DB39A}" presName="sibTransNodeCircle" presStyleLbl="alignNode1" presStyleIdx="0" presStyleCnt="4">
        <dgm:presLayoutVars>
          <dgm:chMax val="0"/>
          <dgm:bulletEnabled/>
        </dgm:presLayoutVars>
      </dgm:prSet>
      <dgm:spPr/>
    </dgm:pt>
    <dgm:pt modelId="{B6077972-EAAF-40C9-9C64-4F3DCC7540E9}" type="pres">
      <dgm:prSet presAssocID="{40FBC269-5A61-4B71-8609-6A8556600150}" presName="bottomLine" presStyleLbl="alignNode1" presStyleIdx="1" presStyleCnt="4">
        <dgm:presLayoutVars/>
      </dgm:prSet>
      <dgm:spPr/>
    </dgm:pt>
    <dgm:pt modelId="{C4978F68-86A9-4C58-9D3F-770EDA070654}" type="pres">
      <dgm:prSet presAssocID="{40FBC269-5A61-4B71-8609-6A8556600150}" presName="nodeText" presStyleLbl="bgAccFollowNode1" presStyleIdx="0" presStyleCnt="2">
        <dgm:presLayoutVars>
          <dgm:bulletEnabled val="1"/>
        </dgm:presLayoutVars>
      </dgm:prSet>
      <dgm:spPr/>
    </dgm:pt>
    <dgm:pt modelId="{D6186CCE-62AD-4166-BA1B-258F4F00F055}" type="pres">
      <dgm:prSet presAssocID="{3F213DCF-361F-44B6-8D69-E3D9AB9DB39A}" presName="sibTrans" presStyleCnt="0"/>
      <dgm:spPr/>
    </dgm:pt>
    <dgm:pt modelId="{6D31BB5F-C8AE-4D45-AD4C-E4E1AD5B80A3}" type="pres">
      <dgm:prSet presAssocID="{5E372BF3-15D5-4068-9C8E-415CEE501BE7}" presName="compositeNode" presStyleCnt="0">
        <dgm:presLayoutVars>
          <dgm:bulletEnabled val="1"/>
        </dgm:presLayoutVars>
      </dgm:prSet>
      <dgm:spPr/>
    </dgm:pt>
    <dgm:pt modelId="{17D70829-00C1-482D-B949-8B481E39A349}" type="pres">
      <dgm:prSet presAssocID="{5E372BF3-15D5-4068-9C8E-415CEE501BE7}" presName="bgRect" presStyleLbl="bgAccFollowNode1" presStyleIdx="1" presStyleCnt="2"/>
      <dgm:spPr/>
    </dgm:pt>
    <dgm:pt modelId="{99EDC1DD-7183-44E0-9670-7F902D13EBF3}" type="pres">
      <dgm:prSet presAssocID="{5899DC42-FFEC-4F02-9EFD-8692CB31202D}" presName="sibTransNodeCircle" presStyleLbl="alignNode1" presStyleIdx="2" presStyleCnt="4">
        <dgm:presLayoutVars>
          <dgm:chMax val="0"/>
          <dgm:bulletEnabled/>
        </dgm:presLayoutVars>
      </dgm:prSet>
      <dgm:spPr/>
    </dgm:pt>
    <dgm:pt modelId="{F4EF5973-CACE-4499-A0E6-E9C4308BB80C}" type="pres">
      <dgm:prSet presAssocID="{5E372BF3-15D5-4068-9C8E-415CEE501BE7}" presName="bottomLine" presStyleLbl="alignNode1" presStyleIdx="3" presStyleCnt="4">
        <dgm:presLayoutVars/>
      </dgm:prSet>
      <dgm:spPr/>
    </dgm:pt>
    <dgm:pt modelId="{F4F6F9C2-6BB4-4443-ADDF-176ECF988BB4}" type="pres">
      <dgm:prSet presAssocID="{5E372BF3-15D5-4068-9C8E-415CEE501BE7}" presName="nodeText" presStyleLbl="bgAccFollowNode1" presStyleIdx="1" presStyleCnt="2">
        <dgm:presLayoutVars>
          <dgm:bulletEnabled val="1"/>
        </dgm:presLayoutVars>
      </dgm:prSet>
      <dgm:spPr/>
    </dgm:pt>
  </dgm:ptLst>
  <dgm:cxnLst>
    <dgm:cxn modelId="{7DCCAE1B-8E8F-4CC2-BA73-B08FF8925924}" type="presOf" srcId="{5E372BF3-15D5-4068-9C8E-415CEE501BE7}" destId="{17D70829-00C1-482D-B949-8B481E39A349}" srcOrd="0" destOrd="0" presId="urn:microsoft.com/office/officeart/2016/7/layout/BasicLinearProcessNumbered"/>
    <dgm:cxn modelId="{AD54893D-EF42-4617-8E44-A8364CB327D5}" type="presOf" srcId="{40FBC269-5A61-4B71-8609-6A8556600150}" destId="{D3C06522-6D2A-455D-9FCA-4C32BCBAA791}" srcOrd="0" destOrd="0" presId="urn:microsoft.com/office/officeart/2016/7/layout/BasicLinearProcessNumbered"/>
    <dgm:cxn modelId="{8CBBEE76-5BE8-48C7-9173-AEC199713D28}" type="presOf" srcId="{5E372BF3-15D5-4068-9C8E-415CEE501BE7}" destId="{F4F6F9C2-6BB4-4443-ADDF-176ECF988BB4}" srcOrd="1" destOrd="0" presId="urn:microsoft.com/office/officeart/2016/7/layout/BasicLinearProcessNumbered"/>
    <dgm:cxn modelId="{FB234B86-224D-4641-875F-8D760F32F4AD}" type="presOf" srcId="{B0F41578-FAD5-42A4-A34F-FE9CD7758C24}" destId="{5A173223-EFF9-4A76-B262-15DEE67ACEFC}" srcOrd="0" destOrd="0" presId="urn:microsoft.com/office/officeart/2016/7/layout/BasicLinearProcessNumbered"/>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CCD854A6-C8B0-449E-8DB9-7EEAF98BD8A0}" type="presOf" srcId="{5899DC42-FFEC-4F02-9EFD-8692CB31202D}" destId="{99EDC1DD-7183-44E0-9670-7F902D13EBF3}" srcOrd="0" destOrd="0" presId="urn:microsoft.com/office/officeart/2016/7/layout/BasicLinearProcessNumbered"/>
    <dgm:cxn modelId="{8063A5FD-CC24-4D4A-AA13-6C9E95F947A3}" type="presOf" srcId="{40FBC269-5A61-4B71-8609-6A8556600150}" destId="{C4978F68-86A9-4C58-9D3F-770EDA070654}" srcOrd="1" destOrd="0" presId="urn:microsoft.com/office/officeart/2016/7/layout/BasicLinearProcessNumbered"/>
    <dgm:cxn modelId="{E29EE7FD-D69C-4E28-9722-15921167A92B}" type="presOf" srcId="{3F213DCF-361F-44B6-8D69-E3D9AB9DB39A}" destId="{DB8FC8B0-CE8C-4549-BC2F-607267C2252E}" srcOrd="0" destOrd="0" presId="urn:microsoft.com/office/officeart/2016/7/layout/BasicLinearProcessNumbered"/>
    <dgm:cxn modelId="{00DFB37F-E4F3-41C8-875D-116EDD8A3BC1}" type="presParOf" srcId="{5A173223-EFF9-4A76-B262-15DEE67ACEFC}" destId="{B865BFA8-8283-4791-A9B9-E6F877581C5D}" srcOrd="0" destOrd="0" presId="urn:microsoft.com/office/officeart/2016/7/layout/BasicLinearProcessNumbered"/>
    <dgm:cxn modelId="{5BECFEBA-D7A0-4826-AEAE-45C972F3BAF4}" type="presParOf" srcId="{B865BFA8-8283-4791-A9B9-E6F877581C5D}" destId="{D3C06522-6D2A-455D-9FCA-4C32BCBAA791}" srcOrd="0" destOrd="0" presId="urn:microsoft.com/office/officeart/2016/7/layout/BasicLinearProcessNumbered"/>
    <dgm:cxn modelId="{F602293E-AE96-4B96-9D2A-E76816B74CAF}" type="presParOf" srcId="{B865BFA8-8283-4791-A9B9-E6F877581C5D}" destId="{DB8FC8B0-CE8C-4549-BC2F-607267C2252E}" srcOrd="1" destOrd="0" presId="urn:microsoft.com/office/officeart/2016/7/layout/BasicLinearProcessNumbered"/>
    <dgm:cxn modelId="{D0D7D75C-AB81-4660-8E6A-EB8224216137}" type="presParOf" srcId="{B865BFA8-8283-4791-A9B9-E6F877581C5D}" destId="{B6077972-EAAF-40C9-9C64-4F3DCC7540E9}" srcOrd="2" destOrd="0" presId="urn:microsoft.com/office/officeart/2016/7/layout/BasicLinearProcessNumbered"/>
    <dgm:cxn modelId="{FEAC0C13-0DA0-4BA7-BD5E-A5FB67CEB453}" type="presParOf" srcId="{B865BFA8-8283-4791-A9B9-E6F877581C5D}" destId="{C4978F68-86A9-4C58-9D3F-770EDA070654}" srcOrd="3" destOrd="0" presId="urn:microsoft.com/office/officeart/2016/7/layout/BasicLinearProcessNumbered"/>
    <dgm:cxn modelId="{93151CF9-EBCA-4952-B544-F21A437E7F37}" type="presParOf" srcId="{5A173223-EFF9-4A76-B262-15DEE67ACEFC}" destId="{D6186CCE-62AD-4166-BA1B-258F4F00F055}" srcOrd="1" destOrd="0" presId="urn:microsoft.com/office/officeart/2016/7/layout/BasicLinearProcessNumbered"/>
    <dgm:cxn modelId="{C3A9A898-2DEE-4837-BF83-DE9D04EB3C8E}" type="presParOf" srcId="{5A173223-EFF9-4A76-B262-15DEE67ACEFC}" destId="{6D31BB5F-C8AE-4D45-AD4C-E4E1AD5B80A3}" srcOrd="2" destOrd="0" presId="urn:microsoft.com/office/officeart/2016/7/layout/BasicLinearProcessNumbered"/>
    <dgm:cxn modelId="{A5C2C1A8-899D-4E1B-B175-531CF4411D74}" type="presParOf" srcId="{6D31BB5F-C8AE-4D45-AD4C-E4E1AD5B80A3}" destId="{17D70829-00C1-482D-B949-8B481E39A349}" srcOrd="0" destOrd="0" presId="urn:microsoft.com/office/officeart/2016/7/layout/BasicLinearProcessNumbered"/>
    <dgm:cxn modelId="{48ECAA38-1680-4699-A9B3-9101864637E3}" type="presParOf" srcId="{6D31BB5F-C8AE-4D45-AD4C-E4E1AD5B80A3}" destId="{99EDC1DD-7183-44E0-9670-7F902D13EBF3}" srcOrd="1" destOrd="0" presId="urn:microsoft.com/office/officeart/2016/7/layout/BasicLinearProcessNumbered"/>
    <dgm:cxn modelId="{4E8257B8-06C6-49AA-B2D2-991007428C11}" type="presParOf" srcId="{6D31BB5F-C8AE-4D45-AD4C-E4E1AD5B80A3}" destId="{F4EF5973-CACE-4499-A0E6-E9C4308BB80C}" srcOrd="2" destOrd="0" presId="urn:microsoft.com/office/officeart/2016/7/layout/BasicLinearProcessNumbered"/>
    <dgm:cxn modelId="{01744DC5-0160-44C3-B913-87EE5552FB22}" type="presParOf" srcId="{6D31BB5F-C8AE-4D45-AD4C-E4E1AD5B80A3}" destId="{F4F6F9C2-6BB4-4443-ADDF-176ECF988BB4}"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0F41578-FAD5-42A4-A34F-FE9CD7758C24}" type="doc">
      <dgm:prSet loTypeId="urn:microsoft.com/office/officeart/2018/2/layout/IconVerticalSolidList" loCatId="icon" qsTypeId="urn:microsoft.com/office/officeart/2005/8/quickstyle/simple2" qsCatId="simple" csTypeId="urn:microsoft.com/office/officeart/2005/8/colors/accent2_2" csCatId="accent2" phldr="1"/>
      <dgm:spPr/>
      <dgm:t>
        <a:bodyPr/>
        <a:lstStyle/>
        <a:p>
          <a:endParaRPr lang="en-US"/>
        </a:p>
      </dgm:t>
    </dgm:pt>
    <dgm:pt modelId="{40FBC269-5A61-4B71-8609-6A8556600150}">
      <dgm:prSet/>
      <dgm:spPr/>
      <dgm:t>
        <a:bodyPr/>
        <a:lstStyle/>
        <a:p>
          <a:pPr>
            <a:lnSpc>
              <a:spcPct val="100000"/>
            </a:lnSpc>
          </a:pPr>
          <a:r>
            <a:rPr lang="en-US" dirty="0">
              <a:solidFill>
                <a:schemeClr val="bg1"/>
              </a:solidFill>
            </a:rPr>
            <a:t>VPN</a:t>
          </a:r>
          <a:r>
            <a:rPr lang="ja-JP" altLang="en-US" dirty="0">
              <a:solidFill>
                <a:schemeClr val="bg1"/>
              </a:solidFill>
            </a:rPr>
            <a:t>関連</a:t>
          </a:r>
          <a:r>
            <a:rPr lang="en-US" altLang="ja-JP" dirty="0">
              <a:solidFill>
                <a:schemeClr val="bg1"/>
              </a:solidFill>
            </a:rPr>
            <a:t>(</a:t>
          </a:r>
          <a:r>
            <a:rPr lang="en-US" altLang="ja-JP" dirty="0" err="1">
              <a:solidFill>
                <a:schemeClr val="bg1"/>
              </a:solidFill>
            </a:rPr>
            <a:t>IPsec,IP-VPN,WireGurd,etc</a:t>
          </a:r>
          <a:r>
            <a:rPr lang="en-US" altLang="ja-JP" dirty="0">
              <a:solidFill>
                <a:schemeClr val="bg1"/>
              </a:solidFill>
            </a:rPr>
            <a:t>...)</a:t>
          </a:r>
          <a:endParaRPr lang="en-US" dirty="0">
            <a:solidFill>
              <a:schemeClr val="bg1"/>
            </a:solidFill>
          </a:endParaRPr>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phldrT="1" phldr="0"/>
      <dgm:spPr/>
      <dgm:t>
        <a:bodyPr/>
        <a:lstStyle/>
        <a:p>
          <a:endParaRPr lang="en-US"/>
        </a:p>
      </dgm:t>
    </dgm:pt>
    <dgm:pt modelId="{5E372BF3-15D5-4068-9C8E-415CEE501BE7}">
      <dgm:prSet/>
      <dgm:spPr/>
      <dgm:t>
        <a:bodyPr/>
        <a:lstStyle/>
        <a:p>
          <a:pPr>
            <a:lnSpc>
              <a:spcPct val="100000"/>
            </a:lnSpc>
          </a:pPr>
          <a:r>
            <a:rPr lang="en-US" u="none" dirty="0" err="1">
              <a:solidFill>
                <a:schemeClr val="bg1"/>
              </a:solidFill>
            </a:rPr>
            <a:t>Vlan</a:t>
          </a:r>
          <a:endParaRPr lang="en-US" u="none" dirty="0">
            <a:solidFill>
              <a:schemeClr val="bg1"/>
            </a:solidFill>
          </a:endParaRPr>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phldrT="2" phldr="0"/>
      <dgm:spPr/>
      <dgm:t>
        <a:bodyPr/>
        <a:lstStyle/>
        <a:p>
          <a:endParaRPr lang="en-US"/>
        </a:p>
      </dgm:t>
    </dgm:pt>
    <dgm:pt modelId="{F3F62740-98FA-4C6C-AB20-FAF6CA6D230C}">
      <dgm:prSet/>
      <dgm:spPr/>
      <dgm:t>
        <a:bodyPr/>
        <a:lstStyle/>
        <a:p>
          <a:pPr>
            <a:lnSpc>
              <a:spcPct val="100000"/>
            </a:lnSpc>
          </a:pPr>
          <a:r>
            <a:rPr lang="ja-JP" altLang="en-US" dirty="0">
              <a:solidFill>
                <a:schemeClr val="bg1"/>
              </a:solidFill>
            </a:rPr>
            <a:t>無線</a:t>
          </a:r>
          <a:r>
            <a:rPr lang="en-US" altLang="ja-JP" dirty="0">
              <a:solidFill>
                <a:schemeClr val="bg1"/>
              </a:solidFill>
            </a:rPr>
            <a:t>LAN</a:t>
          </a:r>
          <a:r>
            <a:rPr lang="ja-JP" altLang="en-US" dirty="0">
              <a:solidFill>
                <a:schemeClr val="bg1"/>
              </a:solidFill>
            </a:rPr>
            <a:t>関連</a:t>
          </a:r>
          <a:endParaRPr lang="en-US" dirty="0">
            <a:solidFill>
              <a:schemeClr val="bg1"/>
            </a:solidFill>
          </a:endParaRPr>
        </a:p>
      </dgm:t>
    </dgm:pt>
    <dgm:pt modelId="{4C843FB8-CAAD-41F9-92FC-6CC6B9A7D4C8}" type="parTrans" cxnId="{165F12B2-E37E-4876-AB06-31371514557D}">
      <dgm:prSet/>
      <dgm:spPr/>
      <dgm:t>
        <a:bodyPr/>
        <a:lstStyle/>
        <a:p>
          <a:endParaRPr lang="en-US"/>
        </a:p>
      </dgm:t>
    </dgm:pt>
    <dgm:pt modelId="{05405B03-2754-4A85-8CFE-AD377FFCEA51}" type="sibTrans" cxnId="{165F12B2-E37E-4876-AB06-31371514557D}">
      <dgm:prSet phldrT="3" phldr="0"/>
      <dgm:spPr/>
      <dgm:t>
        <a:bodyPr/>
        <a:lstStyle/>
        <a:p>
          <a:endParaRPr lang="en-US"/>
        </a:p>
      </dgm:t>
    </dgm:pt>
    <dgm:pt modelId="{16291AAB-9C59-4523-82FF-645680AA39C4}" type="pres">
      <dgm:prSet presAssocID="{B0F41578-FAD5-42A4-A34F-FE9CD7758C24}" presName="root" presStyleCnt="0">
        <dgm:presLayoutVars>
          <dgm:dir/>
          <dgm:resizeHandles val="exact"/>
        </dgm:presLayoutVars>
      </dgm:prSet>
      <dgm:spPr/>
    </dgm:pt>
    <dgm:pt modelId="{F5E71A5D-5DA1-4293-A4A4-57C41AF0768C}" type="pres">
      <dgm:prSet presAssocID="{40FBC269-5A61-4B71-8609-6A8556600150}" presName="compNode" presStyleCnt="0"/>
      <dgm:spPr/>
    </dgm:pt>
    <dgm:pt modelId="{C8B0E2DF-1725-42DE-8962-EB48B50A5A8D}" type="pres">
      <dgm:prSet presAssocID="{40FBC269-5A61-4B71-8609-6A8556600150}" presName="bgRect" presStyleLbl="bgShp" presStyleIdx="0" presStyleCnt="3" custLinFactNeighborY="-43"/>
      <dgm:spPr/>
    </dgm:pt>
    <dgm:pt modelId="{53D20F3B-8499-48B1-9958-F0AECD574E05}" type="pres">
      <dgm:prSet presAssocID="{40FBC269-5A61-4B71-8609-6A8556600150}"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effectLst>
          <a:innerShdw blurRad="63500" dist="50800">
            <a:prstClr val="black">
              <a:alpha val="50000"/>
            </a:prstClr>
          </a:innerShdw>
        </a:effectLst>
      </dgm:spPr>
      <dgm:extLst>
        <a:ext uri="{E40237B7-FDA0-4F09-8148-C483321AD2D9}">
          <dgm14:cNvPr xmlns:dgm14="http://schemas.microsoft.com/office/drawing/2010/diagram" id="0" name="" descr="サーバー"/>
        </a:ext>
      </dgm:extLst>
    </dgm:pt>
    <dgm:pt modelId="{3775B15C-142D-4A07-BB0C-5D2936ACBA2C}" type="pres">
      <dgm:prSet presAssocID="{40FBC269-5A61-4B71-8609-6A8556600150}" presName="spaceRect" presStyleCnt="0"/>
      <dgm:spPr/>
    </dgm:pt>
    <dgm:pt modelId="{18C7B5CD-A315-4852-8624-2FF24A48BD8C}" type="pres">
      <dgm:prSet presAssocID="{40FBC269-5A61-4B71-8609-6A8556600150}" presName="parTx" presStyleLbl="revTx" presStyleIdx="0" presStyleCnt="3">
        <dgm:presLayoutVars>
          <dgm:chMax val="0"/>
          <dgm:chPref val="0"/>
        </dgm:presLayoutVars>
      </dgm:prSet>
      <dgm:spPr/>
    </dgm:pt>
    <dgm:pt modelId="{C001120E-CFA1-4382-B054-A111429E707B}" type="pres">
      <dgm:prSet presAssocID="{3F213DCF-361F-44B6-8D69-E3D9AB9DB39A}" presName="sibTrans" presStyleCnt="0"/>
      <dgm:spPr/>
    </dgm:pt>
    <dgm:pt modelId="{A65E6D41-CB9B-4ADE-87CD-1E493A8C5C55}" type="pres">
      <dgm:prSet presAssocID="{5E372BF3-15D5-4068-9C8E-415CEE501BE7}" presName="compNode" presStyleCnt="0"/>
      <dgm:spPr/>
    </dgm:pt>
    <dgm:pt modelId="{21E68339-7F1B-445B-8A7B-97102D1571B3}" type="pres">
      <dgm:prSet presAssocID="{5E372BF3-15D5-4068-9C8E-415CEE501BE7}" presName="bgRect" presStyleLbl="bgShp" presStyleIdx="1" presStyleCnt="3"/>
      <dgm:spPr/>
    </dgm:pt>
    <dgm:pt modelId="{418A977F-9EBE-450C-A2BC-77E0EB1D1B73}" type="pres">
      <dgm:prSet presAssocID="{5E372BF3-15D5-4068-9C8E-415CEE501BE7}"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effectLst>
          <a:innerShdw blurRad="63500" dist="50800">
            <a:prstClr val="black">
              <a:alpha val="50000"/>
            </a:prstClr>
          </a:innerShdw>
        </a:effectLst>
      </dgm:spPr>
      <dgm:extLst>
        <a:ext uri="{E40237B7-FDA0-4F09-8148-C483321AD2D9}">
          <dgm14:cNvPr xmlns:dgm14="http://schemas.microsoft.com/office/drawing/2010/diagram" id="0" name="" descr="User Network"/>
        </a:ext>
      </dgm:extLst>
    </dgm:pt>
    <dgm:pt modelId="{E1140C95-9674-47E6-91E8-13137071E3BE}" type="pres">
      <dgm:prSet presAssocID="{5E372BF3-15D5-4068-9C8E-415CEE501BE7}" presName="spaceRect" presStyleCnt="0"/>
      <dgm:spPr/>
    </dgm:pt>
    <dgm:pt modelId="{6AA03709-740E-412F-9044-30D57361EBD2}" type="pres">
      <dgm:prSet presAssocID="{5E372BF3-15D5-4068-9C8E-415CEE501BE7}" presName="parTx" presStyleLbl="revTx" presStyleIdx="1" presStyleCnt="3">
        <dgm:presLayoutVars>
          <dgm:chMax val="0"/>
          <dgm:chPref val="0"/>
        </dgm:presLayoutVars>
      </dgm:prSet>
      <dgm:spPr/>
    </dgm:pt>
    <dgm:pt modelId="{A5B25A38-E5B6-4066-ACAB-551A3125BCA6}" type="pres">
      <dgm:prSet presAssocID="{5899DC42-FFEC-4F02-9EFD-8692CB31202D}" presName="sibTrans" presStyleCnt="0"/>
      <dgm:spPr/>
    </dgm:pt>
    <dgm:pt modelId="{3251F3AE-AD25-4830-8015-785F61A19812}" type="pres">
      <dgm:prSet presAssocID="{F3F62740-98FA-4C6C-AB20-FAF6CA6D230C}" presName="compNode" presStyleCnt="0"/>
      <dgm:spPr/>
    </dgm:pt>
    <dgm:pt modelId="{0CFB056C-D245-46C6-9724-B5D4ED25BEAE}" type="pres">
      <dgm:prSet presAssocID="{F3F62740-98FA-4C6C-AB20-FAF6CA6D230C}" presName="bgRect" presStyleLbl="bgShp" presStyleIdx="2" presStyleCnt="3"/>
      <dgm:spPr/>
    </dgm:pt>
    <dgm:pt modelId="{CD40D670-1751-42F6-8360-F25BC5F79CC7}" type="pres">
      <dgm:prSet presAssocID="{F3F62740-98FA-4C6C-AB20-FAF6CA6D230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effectLst>
          <a:innerShdw blurRad="63500" dist="50800">
            <a:prstClr val="black">
              <a:alpha val="50000"/>
            </a:prstClr>
          </a:innerShdw>
        </a:effectLst>
      </dgm:spPr>
      <dgm:extLst>
        <a:ext uri="{E40237B7-FDA0-4F09-8148-C483321AD2D9}">
          <dgm14:cNvPr xmlns:dgm14="http://schemas.microsoft.com/office/drawing/2010/diagram" id="0" name="" descr="ワイヤレス"/>
        </a:ext>
      </dgm:extLst>
    </dgm:pt>
    <dgm:pt modelId="{A7BFC09A-736A-4006-8956-E994F3D638B1}" type="pres">
      <dgm:prSet presAssocID="{F3F62740-98FA-4C6C-AB20-FAF6CA6D230C}" presName="spaceRect" presStyleCnt="0"/>
      <dgm:spPr/>
    </dgm:pt>
    <dgm:pt modelId="{C41A0EDE-F8B1-472E-A6E4-4C611606401F}" type="pres">
      <dgm:prSet presAssocID="{F3F62740-98FA-4C6C-AB20-FAF6CA6D230C}" presName="parTx" presStyleLbl="revTx" presStyleIdx="2" presStyleCnt="3">
        <dgm:presLayoutVars>
          <dgm:chMax val="0"/>
          <dgm:chPref val="0"/>
        </dgm:presLayoutVars>
      </dgm:prSet>
      <dgm:spPr/>
    </dgm:pt>
  </dgm:ptLst>
  <dgm:cxnLst>
    <dgm:cxn modelId="{7407C925-04DF-4BAA-A662-09E0D24C97FB}" type="presOf" srcId="{40FBC269-5A61-4B71-8609-6A8556600150}" destId="{18C7B5CD-A315-4852-8624-2FF24A48BD8C}" srcOrd="0" destOrd="0" presId="urn:microsoft.com/office/officeart/2018/2/layout/IconVerticalSolidList"/>
    <dgm:cxn modelId="{3FB4EC67-3682-47A4-8337-3A494B4C4757}" type="presOf" srcId="{B0F41578-FAD5-42A4-A34F-FE9CD7758C24}" destId="{16291AAB-9C59-4523-82FF-645680AA39C4}" srcOrd="0" destOrd="0" presId="urn:microsoft.com/office/officeart/2018/2/layout/IconVerticalSolidList"/>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165F12B2-E37E-4876-AB06-31371514557D}" srcId="{B0F41578-FAD5-42A4-A34F-FE9CD7758C24}" destId="{F3F62740-98FA-4C6C-AB20-FAF6CA6D230C}" srcOrd="2" destOrd="0" parTransId="{4C843FB8-CAAD-41F9-92FC-6CC6B9A7D4C8}" sibTransId="{05405B03-2754-4A85-8CFE-AD377FFCEA51}"/>
    <dgm:cxn modelId="{DE6BC1C7-0C9F-4AF5-81F2-03E952011233}" type="presOf" srcId="{F3F62740-98FA-4C6C-AB20-FAF6CA6D230C}" destId="{C41A0EDE-F8B1-472E-A6E4-4C611606401F}" srcOrd="0" destOrd="0" presId="urn:microsoft.com/office/officeart/2018/2/layout/IconVerticalSolidList"/>
    <dgm:cxn modelId="{46221CDC-5B29-46F6-8789-E82A941E53CC}" type="presOf" srcId="{5E372BF3-15D5-4068-9C8E-415CEE501BE7}" destId="{6AA03709-740E-412F-9044-30D57361EBD2}" srcOrd="0" destOrd="0" presId="urn:microsoft.com/office/officeart/2018/2/layout/IconVerticalSolidList"/>
    <dgm:cxn modelId="{179865DF-6A3D-489E-BBC0-9080ECD76A4B}" type="presParOf" srcId="{16291AAB-9C59-4523-82FF-645680AA39C4}" destId="{F5E71A5D-5DA1-4293-A4A4-57C41AF0768C}" srcOrd="0" destOrd="0" presId="urn:microsoft.com/office/officeart/2018/2/layout/IconVerticalSolidList"/>
    <dgm:cxn modelId="{2A9BA643-8F96-4CC7-AB76-72EF593E0F6C}" type="presParOf" srcId="{F5E71A5D-5DA1-4293-A4A4-57C41AF0768C}" destId="{C8B0E2DF-1725-42DE-8962-EB48B50A5A8D}" srcOrd="0" destOrd="0" presId="urn:microsoft.com/office/officeart/2018/2/layout/IconVerticalSolidList"/>
    <dgm:cxn modelId="{8F8B56B8-3C92-486D-99E4-6C477190D42F}" type="presParOf" srcId="{F5E71A5D-5DA1-4293-A4A4-57C41AF0768C}" destId="{53D20F3B-8499-48B1-9958-F0AECD574E05}" srcOrd="1" destOrd="0" presId="urn:microsoft.com/office/officeart/2018/2/layout/IconVerticalSolidList"/>
    <dgm:cxn modelId="{88162054-AA04-4CEC-B1B4-B87CAFC2D851}" type="presParOf" srcId="{F5E71A5D-5DA1-4293-A4A4-57C41AF0768C}" destId="{3775B15C-142D-4A07-BB0C-5D2936ACBA2C}" srcOrd="2" destOrd="0" presId="urn:microsoft.com/office/officeart/2018/2/layout/IconVerticalSolidList"/>
    <dgm:cxn modelId="{36AC3507-EFD1-4D6C-8643-F013FB3956A1}" type="presParOf" srcId="{F5E71A5D-5DA1-4293-A4A4-57C41AF0768C}" destId="{18C7B5CD-A315-4852-8624-2FF24A48BD8C}" srcOrd="3" destOrd="0" presId="urn:microsoft.com/office/officeart/2018/2/layout/IconVerticalSolidList"/>
    <dgm:cxn modelId="{72597DE2-C058-40DD-8F3B-70277EB28AC0}" type="presParOf" srcId="{16291AAB-9C59-4523-82FF-645680AA39C4}" destId="{C001120E-CFA1-4382-B054-A111429E707B}" srcOrd="1" destOrd="0" presId="urn:microsoft.com/office/officeart/2018/2/layout/IconVerticalSolidList"/>
    <dgm:cxn modelId="{EB668081-80AD-4FF3-A8C4-57F5420012BD}" type="presParOf" srcId="{16291AAB-9C59-4523-82FF-645680AA39C4}" destId="{A65E6D41-CB9B-4ADE-87CD-1E493A8C5C55}" srcOrd="2" destOrd="0" presId="urn:microsoft.com/office/officeart/2018/2/layout/IconVerticalSolidList"/>
    <dgm:cxn modelId="{6EED9DEC-3F42-4643-ADA1-C9B204075E77}" type="presParOf" srcId="{A65E6D41-CB9B-4ADE-87CD-1E493A8C5C55}" destId="{21E68339-7F1B-445B-8A7B-97102D1571B3}" srcOrd="0" destOrd="0" presId="urn:microsoft.com/office/officeart/2018/2/layout/IconVerticalSolidList"/>
    <dgm:cxn modelId="{1DD76BEA-170B-497D-B09D-1151B07F648B}" type="presParOf" srcId="{A65E6D41-CB9B-4ADE-87CD-1E493A8C5C55}" destId="{418A977F-9EBE-450C-A2BC-77E0EB1D1B73}" srcOrd="1" destOrd="0" presId="urn:microsoft.com/office/officeart/2018/2/layout/IconVerticalSolidList"/>
    <dgm:cxn modelId="{0CD9B535-1756-4E49-B9E8-6D292EACB147}" type="presParOf" srcId="{A65E6D41-CB9B-4ADE-87CD-1E493A8C5C55}" destId="{E1140C95-9674-47E6-91E8-13137071E3BE}" srcOrd="2" destOrd="0" presId="urn:microsoft.com/office/officeart/2018/2/layout/IconVerticalSolidList"/>
    <dgm:cxn modelId="{5511919E-A2B9-4328-96A6-E10B5789D852}" type="presParOf" srcId="{A65E6D41-CB9B-4ADE-87CD-1E493A8C5C55}" destId="{6AA03709-740E-412F-9044-30D57361EBD2}" srcOrd="3" destOrd="0" presId="urn:microsoft.com/office/officeart/2018/2/layout/IconVerticalSolidList"/>
    <dgm:cxn modelId="{728C9842-0749-4B1E-B062-7228187DD931}" type="presParOf" srcId="{16291AAB-9C59-4523-82FF-645680AA39C4}" destId="{A5B25A38-E5B6-4066-ACAB-551A3125BCA6}" srcOrd="3" destOrd="0" presId="urn:microsoft.com/office/officeart/2018/2/layout/IconVerticalSolidList"/>
    <dgm:cxn modelId="{52FEADC5-C59D-41BC-B94A-B9D6AB40506A}" type="presParOf" srcId="{16291AAB-9C59-4523-82FF-645680AA39C4}" destId="{3251F3AE-AD25-4830-8015-785F61A19812}" srcOrd="4" destOrd="0" presId="urn:microsoft.com/office/officeart/2018/2/layout/IconVerticalSolidList"/>
    <dgm:cxn modelId="{72136893-A518-419B-B93A-0F46097F10BB}" type="presParOf" srcId="{3251F3AE-AD25-4830-8015-785F61A19812}" destId="{0CFB056C-D245-46C6-9724-B5D4ED25BEAE}" srcOrd="0" destOrd="0" presId="urn:microsoft.com/office/officeart/2018/2/layout/IconVerticalSolidList"/>
    <dgm:cxn modelId="{0744EABA-5C8A-4C37-A344-99BD9137B8DA}" type="presParOf" srcId="{3251F3AE-AD25-4830-8015-785F61A19812}" destId="{CD40D670-1751-42F6-8360-F25BC5F79CC7}" srcOrd="1" destOrd="0" presId="urn:microsoft.com/office/officeart/2018/2/layout/IconVerticalSolidList"/>
    <dgm:cxn modelId="{58E684D2-6EBB-4721-A48E-D29F9CD4B926}" type="presParOf" srcId="{3251F3AE-AD25-4830-8015-785F61A19812}" destId="{A7BFC09A-736A-4006-8956-E994F3D638B1}" srcOrd="2" destOrd="0" presId="urn:microsoft.com/office/officeart/2018/2/layout/IconVerticalSolidList"/>
    <dgm:cxn modelId="{C3637289-78A3-4DD5-92AE-7F67C3047B6C}" type="presParOf" srcId="{3251F3AE-AD25-4830-8015-785F61A19812}" destId="{C41A0EDE-F8B1-472E-A6E4-4C611606401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9A7D6A2-4338-401D-ABC0-56075779F714}" type="doc">
      <dgm:prSet loTypeId="urn:microsoft.com/office/officeart/2005/8/layout/hierarchy2" loCatId="hierarchy" qsTypeId="urn:microsoft.com/office/officeart/2005/8/quickstyle/simple5" qsCatId="simple" csTypeId="urn:microsoft.com/office/officeart/2005/8/colors/accent3_2" csCatId="accent3" phldr="1"/>
      <dgm:spPr/>
      <dgm:t>
        <a:bodyPr/>
        <a:lstStyle/>
        <a:p>
          <a:endParaRPr kumimoji="1" lang="ja-JP" altLang="en-US"/>
        </a:p>
      </dgm:t>
    </dgm:pt>
    <dgm:pt modelId="{73BD1E33-BC91-46E2-A2B9-DAFC6488E70D}">
      <dgm:prSet phldrT="[テキスト]"/>
      <dgm:spPr/>
      <dgm:t>
        <a:bodyPr/>
        <a:lstStyle/>
        <a:p>
          <a:r>
            <a:rPr kumimoji="1" lang="en-US" altLang="ja-JP" dirty="0"/>
            <a:t>Ping</a:t>
          </a:r>
          <a:r>
            <a:rPr kumimoji="1" lang="ja-JP" altLang="en-US" dirty="0"/>
            <a:t>を通してみる</a:t>
          </a:r>
          <a:endParaRPr kumimoji="1" lang="en-US" altLang="ja-JP" dirty="0"/>
        </a:p>
      </dgm:t>
    </dgm:pt>
    <dgm:pt modelId="{328915FA-0FAE-442D-9A8F-3F00CAAC0B51}" type="parTrans" cxnId="{77A1C89F-10A2-47C3-99D4-77A2A6031538}">
      <dgm:prSet/>
      <dgm:spPr/>
      <dgm:t>
        <a:bodyPr/>
        <a:lstStyle/>
        <a:p>
          <a:endParaRPr kumimoji="1" lang="ja-JP" altLang="en-US"/>
        </a:p>
      </dgm:t>
    </dgm:pt>
    <dgm:pt modelId="{D3973433-253D-486A-82DF-8F89841B65D6}" type="sibTrans" cxnId="{77A1C89F-10A2-47C3-99D4-77A2A6031538}">
      <dgm:prSet/>
      <dgm:spPr/>
      <dgm:t>
        <a:bodyPr/>
        <a:lstStyle/>
        <a:p>
          <a:endParaRPr kumimoji="1" lang="ja-JP" altLang="en-US"/>
        </a:p>
      </dgm:t>
    </dgm:pt>
    <dgm:pt modelId="{6CD85C44-E989-463A-A404-0F54FFDCB907}">
      <dgm:prSet phldrT="[テキスト]"/>
      <dgm:spPr/>
      <dgm:t>
        <a:bodyPr/>
        <a:lstStyle/>
        <a:p>
          <a:r>
            <a:rPr kumimoji="1" lang="ja-JP" altLang="en-US" dirty="0"/>
            <a:t>トレースルートで</a:t>
          </a:r>
          <a:endParaRPr kumimoji="1" lang="en-US" altLang="ja-JP" dirty="0"/>
        </a:p>
        <a:p>
          <a:r>
            <a:rPr kumimoji="1" lang="ja-JP" altLang="en-US" dirty="0"/>
            <a:t>確認</a:t>
          </a:r>
        </a:p>
      </dgm:t>
    </dgm:pt>
    <dgm:pt modelId="{889BC622-D43C-4F6E-BC92-BDF8F35990FE}" type="parTrans" cxnId="{ED15C757-CC1A-4CF7-9304-D75496DF710F}">
      <dgm:prSet/>
      <dgm:spPr/>
      <dgm:t>
        <a:bodyPr/>
        <a:lstStyle/>
        <a:p>
          <a:endParaRPr kumimoji="1" lang="ja-JP" altLang="en-US"/>
        </a:p>
      </dgm:t>
    </dgm:pt>
    <dgm:pt modelId="{7D24C20E-1549-49CC-80B6-18A9C80FE8DC}" type="sibTrans" cxnId="{ED15C757-CC1A-4CF7-9304-D75496DF710F}">
      <dgm:prSet/>
      <dgm:spPr/>
      <dgm:t>
        <a:bodyPr/>
        <a:lstStyle/>
        <a:p>
          <a:endParaRPr kumimoji="1" lang="ja-JP" altLang="en-US"/>
        </a:p>
      </dgm:t>
    </dgm:pt>
    <dgm:pt modelId="{160C477B-8B0F-430B-AD44-0276E2F414A1}">
      <dgm:prSet phldrT="[テキスト]"/>
      <dgm:spPr/>
      <dgm:t>
        <a:bodyPr/>
        <a:lstStyle/>
        <a:p>
          <a:r>
            <a:rPr kumimoji="1" lang="ja-JP" altLang="en-US" dirty="0"/>
            <a:t>所属ネットワーク</a:t>
          </a:r>
          <a:br>
            <a:rPr kumimoji="1" lang="en-US" altLang="ja-JP" dirty="0"/>
          </a:br>
          <a:r>
            <a:rPr kumimoji="1" lang="ja-JP" altLang="en-US" dirty="0"/>
            <a:t>の確認</a:t>
          </a:r>
        </a:p>
      </dgm:t>
    </dgm:pt>
    <dgm:pt modelId="{F734D394-22CC-452E-9EFE-229B6FC20915}" type="parTrans" cxnId="{D82E81AC-FEDD-42D1-B7B4-D27F580AB122}">
      <dgm:prSet/>
      <dgm:spPr/>
      <dgm:t>
        <a:bodyPr/>
        <a:lstStyle/>
        <a:p>
          <a:endParaRPr kumimoji="1" lang="ja-JP" altLang="en-US"/>
        </a:p>
      </dgm:t>
    </dgm:pt>
    <dgm:pt modelId="{BA35AECD-503B-4854-A759-29A39C6B6590}" type="sibTrans" cxnId="{D82E81AC-FEDD-42D1-B7B4-D27F580AB122}">
      <dgm:prSet/>
      <dgm:spPr/>
      <dgm:t>
        <a:bodyPr/>
        <a:lstStyle/>
        <a:p>
          <a:endParaRPr kumimoji="1" lang="ja-JP" altLang="en-US"/>
        </a:p>
      </dgm:t>
    </dgm:pt>
    <dgm:pt modelId="{61143736-2235-4471-889A-256F61449819}">
      <dgm:prSet phldrT="[テキスト]"/>
      <dgm:spPr/>
      <dgm:t>
        <a:bodyPr/>
        <a:lstStyle/>
        <a:p>
          <a:r>
            <a:rPr kumimoji="1" lang="ja-JP" altLang="en-US" dirty="0"/>
            <a:t>ルーティングの</a:t>
          </a:r>
          <a:br>
            <a:rPr kumimoji="1" lang="en-US" altLang="ja-JP" dirty="0"/>
          </a:br>
          <a:r>
            <a:rPr kumimoji="1" lang="ja-JP" altLang="en-US" dirty="0"/>
            <a:t>確認</a:t>
          </a:r>
        </a:p>
      </dgm:t>
    </dgm:pt>
    <dgm:pt modelId="{DF56B6DC-DF7A-4A2F-A273-6E9723D69A21}" type="parTrans" cxnId="{89BE2BE7-EBC8-42CD-B6A6-D75CF94E0C7E}">
      <dgm:prSet/>
      <dgm:spPr/>
      <dgm:t>
        <a:bodyPr/>
        <a:lstStyle/>
        <a:p>
          <a:endParaRPr kumimoji="1" lang="ja-JP" altLang="en-US"/>
        </a:p>
      </dgm:t>
    </dgm:pt>
    <dgm:pt modelId="{C7CD68C3-E4E9-42C5-B4F9-E70E27A7ABB2}" type="sibTrans" cxnId="{89BE2BE7-EBC8-42CD-B6A6-D75CF94E0C7E}">
      <dgm:prSet/>
      <dgm:spPr/>
      <dgm:t>
        <a:bodyPr/>
        <a:lstStyle/>
        <a:p>
          <a:endParaRPr kumimoji="1" lang="ja-JP" altLang="en-US"/>
        </a:p>
      </dgm:t>
    </dgm:pt>
    <dgm:pt modelId="{E1BBEF72-E600-41E9-B996-A6244BEDA593}">
      <dgm:prSet phldrT="[テキスト]"/>
      <dgm:spPr/>
      <dgm:t>
        <a:bodyPr/>
        <a:lstStyle/>
        <a:p>
          <a:r>
            <a:rPr kumimoji="1" lang="ja-JP" altLang="en-US" dirty="0"/>
            <a:t>共有フォルダへの</a:t>
          </a:r>
          <a:endParaRPr kumimoji="1" lang="en-US" altLang="ja-JP" dirty="0"/>
        </a:p>
        <a:p>
          <a:r>
            <a:rPr kumimoji="1" lang="ja-JP" altLang="en-US" dirty="0"/>
            <a:t>アクセス</a:t>
          </a:r>
        </a:p>
      </dgm:t>
    </dgm:pt>
    <dgm:pt modelId="{8DFF42FF-68E4-483A-98DB-3C46DE534673}" type="parTrans" cxnId="{0B24C582-011B-4577-9B3E-50CF9D8CECAA}">
      <dgm:prSet/>
      <dgm:spPr/>
      <dgm:t>
        <a:bodyPr/>
        <a:lstStyle/>
        <a:p>
          <a:endParaRPr kumimoji="1" lang="ja-JP" altLang="en-US"/>
        </a:p>
      </dgm:t>
    </dgm:pt>
    <dgm:pt modelId="{16299877-7472-47AE-9C0C-5618EB4631F7}" type="sibTrans" cxnId="{0B24C582-011B-4577-9B3E-50CF9D8CECAA}">
      <dgm:prSet/>
      <dgm:spPr/>
      <dgm:t>
        <a:bodyPr/>
        <a:lstStyle/>
        <a:p>
          <a:endParaRPr kumimoji="1" lang="ja-JP" altLang="en-US"/>
        </a:p>
      </dgm:t>
    </dgm:pt>
    <dgm:pt modelId="{90C8699F-8F34-4536-AD74-48834815536C}">
      <dgm:prSet phldrT="[テキスト]"/>
      <dgm:spPr/>
      <dgm:t>
        <a:bodyPr/>
        <a:lstStyle/>
        <a:p>
          <a:r>
            <a:rPr kumimoji="1" lang="ja-JP" altLang="en-US" dirty="0"/>
            <a:t>認証情報の</a:t>
          </a:r>
          <a:br>
            <a:rPr kumimoji="1" lang="en-US" altLang="ja-JP" dirty="0"/>
          </a:br>
          <a:r>
            <a:rPr kumimoji="1" lang="ja-JP" altLang="en-US" dirty="0"/>
            <a:t>確認</a:t>
          </a:r>
        </a:p>
      </dgm:t>
    </dgm:pt>
    <dgm:pt modelId="{33CE417F-7189-48A3-9BC1-40A4573E63E7}" type="parTrans" cxnId="{6C53DEF7-C028-49B9-BCCD-1C2A4E8C0F9E}">
      <dgm:prSet/>
      <dgm:spPr/>
      <dgm:t>
        <a:bodyPr/>
        <a:lstStyle/>
        <a:p>
          <a:endParaRPr kumimoji="1" lang="ja-JP" altLang="en-US"/>
        </a:p>
      </dgm:t>
    </dgm:pt>
    <dgm:pt modelId="{F7CB5036-8389-4040-AA36-D6C2C48AD457}" type="sibTrans" cxnId="{6C53DEF7-C028-49B9-BCCD-1C2A4E8C0F9E}">
      <dgm:prSet/>
      <dgm:spPr/>
      <dgm:t>
        <a:bodyPr/>
        <a:lstStyle/>
        <a:p>
          <a:endParaRPr kumimoji="1" lang="ja-JP" altLang="en-US"/>
        </a:p>
      </dgm:t>
    </dgm:pt>
    <dgm:pt modelId="{B2F0DC5D-77C7-49ED-B996-ED25D59B0975}">
      <dgm:prSet phldrT="[テキスト]"/>
      <dgm:spPr/>
      <dgm:t>
        <a:bodyPr/>
        <a:lstStyle/>
        <a:p>
          <a:r>
            <a:rPr kumimoji="1" lang="ja-JP" altLang="en-US" dirty="0"/>
            <a:t>ゲートウェイの</a:t>
          </a:r>
          <a:endParaRPr kumimoji="1" lang="en-US" altLang="ja-JP" dirty="0"/>
        </a:p>
        <a:p>
          <a:r>
            <a:rPr kumimoji="1" lang="ja-JP" altLang="en-US" dirty="0"/>
            <a:t>確認</a:t>
          </a:r>
        </a:p>
      </dgm:t>
    </dgm:pt>
    <dgm:pt modelId="{675DCFB9-BC51-4BF3-AF67-20F413BF90AE}" type="parTrans" cxnId="{B6E860B2-DC9F-4D11-BCCC-452EFDF64943}">
      <dgm:prSet/>
      <dgm:spPr/>
      <dgm:t>
        <a:bodyPr/>
        <a:lstStyle/>
        <a:p>
          <a:endParaRPr kumimoji="1" lang="ja-JP" altLang="en-US"/>
        </a:p>
      </dgm:t>
    </dgm:pt>
    <dgm:pt modelId="{13232656-07BC-4D9E-989E-E5C198434643}" type="sibTrans" cxnId="{B6E860B2-DC9F-4D11-BCCC-452EFDF64943}">
      <dgm:prSet/>
      <dgm:spPr/>
      <dgm:t>
        <a:bodyPr/>
        <a:lstStyle/>
        <a:p>
          <a:endParaRPr kumimoji="1" lang="ja-JP" altLang="en-US"/>
        </a:p>
      </dgm:t>
    </dgm:pt>
    <dgm:pt modelId="{3F26FECA-26DE-4850-9505-A48EB624E08F}">
      <dgm:prSet phldrT="[テキスト]"/>
      <dgm:spPr/>
      <dgm:t>
        <a:bodyPr/>
        <a:lstStyle/>
        <a:p>
          <a:r>
            <a:rPr kumimoji="1" lang="ja-JP" altLang="en-US" dirty="0"/>
            <a:t>配線の確認</a:t>
          </a:r>
        </a:p>
      </dgm:t>
    </dgm:pt>
    <dgm:pt modelId="{AF79D6BF-F697-4FA9-9ED7-A0A415524F24}" type="parTrans" cxnId="{F78E45D1-FF31-41AC-A268-286F387AC317}">
      <dgm:prSet/>
      <dgm:spPr/>
      <dgm:t>
        <a:bodyPr/>
        <a:lstStyle/>
        <a:p>
          <a:endParaRPr kumimoji="1" lang="ja-JP" altLang="en-US"/>
        </a:p>
      </dgm:t>
    </dgm:pt>
    <dgm:pt modelId="{3A679C36-CDC4-4839-8137-348AD7665C6C}" type="sibTrans" cxnId="{F78E45D1-FF31-41AC-A268-286F387AC317}">
      <dgm:prSet/>
      <dgm:spPr/>
      <dgm:t>
        <a:bodyPr/>
        <a:lstStyle/>
        <a:p>
          <a:endParaRPr kumimoji="1" lang="ja-JP" altLang="en-US"/>
        </a:p>
      </dgm:t>
    </dgm:pt>
    <dgm:pt modelId="{87D39CAF-D7B8-44F0-9C0F-04812CD80E22}">
      <dgm:prSet phldrT="[テキスト]"/>
      <dgm:spPr/>
      <dgm:t>
        <a:bodyPr/>
        <a:lstStyle/>
        <a:p>
          <a:r>
            <a:rPr kumimoji="1" lang="ja-JP" altLang="en-US" dirty="0"/>
            <a:t>中間ノードの</a:t>
          </a:r>
          <a:endParaRPr kumimoji="1" lang="en-US" altLang="ja-JP" dirty="0"/>
        </a:p>
        <a:p>
          <a:r>
            <a:rPr kumimoji="1" lang="ja-JP" altLang="en-US" dirty="0"/>
            <a:t>再起動</a:t>
          </a:r>
        </a:p>
      </dgm:t>
    </dgm:pt>
    <dgm:pt modelId="{A5609EEE-A34C-4642-8D46-4BFBE106CCB1}" type="parTrans" cxnId="{14622E2A-4A3B-4F80-9F23-1879DD8401A2}">
      <dgm:prSet/>
      <dgm:spPr/>
      <dgm:t>
        <a:bodyPr/>
        <a:lstStyle/>
        <a:p>
          <a:endParaRPr kumimoji="1" lang="ja-JP" altLang="en-US"/>
        </a:p>
      </dgm:t>
    </dgm:pt>
    <dgm:pt modelId="{663A541D-81C4-4B15-BE23-187174991C6E}" type="sibTrans" cxnId="{14622E2A-4A3B-4F80-9F23-1879DD8401A2}">
      <dgm:prSet/>
      <dgm:spPr/>
      <dgm:t>
        <a:bodyPr/>
        <a:lstStyle/>
        <a:p>
          <a:endParaRPr kumimoji="1" lang="ja-JP" altLang="en-US"/>
        </a:p>
      </dgm:t>
    </dgm:pt>
    <dgm:pt modelId="{20B75F31-A333-48FC-B3EC-B2C10A72BFF2}">
      <dgm:prSet phldrT="[テキスト]"/>
      <dgm:spPr/>
      <dgm:t>
        <a:bodyPr/>
        <a:lstStyle/>
        <a:p>
          <a:r>
            <a:rPr kumimoji="1" lang="ja-JP" altLang="en-US" dirty="0"/>
            <a:t>ポートの確認</a:t>
          </a:r>
        </a:p>
      </dgm:t>
    </dgm:pt>
    <dgm:pt modelId="{6C885065-3673-4950-960B-5299496DCBBE}" type="parTrans" cxnId="{3810F9D5-63ED-4F74-8EE6-AF7383A331D4}">
      <dgm:prSet/>
      <dgm:spPr/>
      <dgm:t>
        <a:bodyPr/>
        <a:lstStyle/>
        <a:p>
          <a:endParaRPr kumimoji="1" lang="ja-JP" altLang="en-US"/>
        </a:p>
      </dgm:t>
    </dgm:pt>
    <dgm:pt modelId="{E18E9955-4E1A-4923-AE62-CEA44F4CDA09}" type="sibTrans" cxnId="{3810F9D5-63ED-4F74-8EE6-AF7383A331D4}">
      <dgm:prSet/>
      <dgm:spPr/>
      <dgm:t>
        <a:bodyPr/>
        <a:lstStyle/>
        <a:p>
          <a:endParaRPr kumimoji="1" lang="ja-JP" altLang="en-US"/>
        </a:p>
      </dgm:t>
    </dgm:pt>
    <dgm:pt modelId="{D909F083-7995-49F9-A4C5-C04E46C24055}">
      <dgm:prSet phldrT="[テキスト]"/>
      <dgm:spPr/>
      <dgm:t>
        <a:bodyPr/>
        <a:lstStyle/>
        <a:p>
          <a:r>
            <a:rPr kumimoji="1" lang="ja-JP" altLang="en-US" dirty="0"/>
            <a:t>権限の確認</a:t>
          </a:r>
        </a:p>
      </dgm:t>
    </dgm:pt>
    <dgm:pt modelId="{BA180777-438D-4D3F-A0CC-BFD3FDAE2D49}" type="parTrans" cxnId="{5D4C28E6-9D07-4F33-A1C3-3EBAA209B34C}">
      <dgm:prSet/>
      <dgm:spPr/>
      <dgm:t>
        <a:bodyPr/>
        <a:lstStyle/>
        <a:p>
          <a:endParaRPr kumimoji="1" lang="ja-JP" altLang="en-US"/>
        </a:p>
      </dgm:t>
    </dgm:pt>
    <dgm:pt modelId="{47692D00-6B62-4F73-92D1-D2187639BBA9}" type="sibTrans" cxnId="{5D4C28E6-9D07-4F33-A1C3-3EBAA209B34C}">
      <dgm:prSet/>
      <dgm:spPr/>
      <dgm:t>
        <a:bodyPr/>
        <a:lstStyle/>
        <a:p>
          <a:endParaRPr kumimoji="1" lang="ja-JP" altLang="en-US"/>
        </a:p>
      </dgm:t>
    </dgm:pt>
    <dgm:pt modelId="{3B457FFF-3BAD-4FD5-BBA5-E3D8970BDECB}" type="pres">
      <dgm:prSet presAssocID="{D9A7D6A2-4338-401D-ABC0-56075779F714}" presName="diagram" presStyleCnt="0">
        <dgm:presLayoutVars>
          <dgm:chPref val="1"/>
          <dgm:dir/>
          <dgm:animOne val="branch"/>
          <dgm:animLvl val="lvl"/>
          <dgm:resizeHandles val="exact"/>
        </dgm:presLayoutVars>
      </dgm:prSet>
      <dgm:spPr/>
    </dgm:pt>
    <dgm:pt modelId="{AA6FD4E9-4548-4A8A-A5B7-6998395D88BA}" type="pres">
      <dgm:prSet presAssocID="{73BD1E33-BC91-46E2-A2B9-DAFC6488E70D}" presName="root1" presStyleCnt="0"/>
      <dgm:spPr/>
    </dgm:pt>
    <dgm:pt modelId="{090A3CE0-9E3E-49B0-B4D2-40A1EF5804FD}" type="pres">
      <dgm:prSet presAssocID="{73BD1E33-BC91-46E2-A2B9-DAFC6488E70D}" presName="LevelOneTextNode" presStyleLbl="node0" presStyleIdx="0" presStyleCnt="1">
        <dgm:presLayoutVars>
          <dgm:chPref val="3"/>
        </dgm:presLayoutVars>
      </dgm:prSet>
      <dgm:spPr/>
    </dgm:pt>
    <dgm:pt modelId="{471F6180-F7AA-43BB-889F-07A60D9B53B0}" type="pres">
      <dgm:prSet presAssocID="{73BD1E33-BC91-46E2-A2B9-DAFC6488E70D}" presName="level2hierChild" presStyleCnt="0"/>
      <dgm:spPr/>
    </dgm:pt>
    <dgm:pt modelId="{73A79818-A1B3-4A24-85CC-CA78874BF23F}" type="pres">
      <dgm:prSet presAssocID="{889BC622-D43C-4F6E-BC92-BDF8F35990FE}" presName="conn2-1" presStyleLbl="parChTrans1D2" presStyleIdx="0" presStyleCnt="2"/>
      <dgm:spPr/>
    </dgm:pt>
    <dgm:pt modelId="{642E40F9-F3CF-4BF9-921B-157B9F300113}" type="pres">
      <dgm:prSet presAssocID="{889BC622-D43C-4F6E-BC92-BDF8F35990FE}" presName="connTx" presStyleLbl="parChTrans1D2" presStyleIdx="0" presStyleCnt="2"/>
      <dgm:spPr/>
    </dgm:pt>
    <dgm:pt modelId="{3A56784E-8AC1-4627-B570-8B1A2FBB4B36}" type="pres">
      <dgm:prSet presAssocID="{6CD85C44-E989-463A-A404-0F54FFDCB907}" presName="root2" presStyleCnt="0"/>
      <dgm:spPr/>
    </dgm:pt>
    <dgm:pt modelId="{C5E76E6F-1702-44A1-9E7E-AEF286921F41}" type="pres">
      <dgm:prSet presAssocID="{6CD85C44-E989-463A-A404-0F54FFDCB907}" presName="LevelTwoTextNode" presStyleLbl="node2" presStyleIdx="0" presStyleCnt="2">
        <dgm:presLayoutVars>
          <dgm:chPref val="3"/>
        </dgm:presLayoutVars>
      </dgm:prSet>
      <dgm:spPr/>
    </dgm:pt>
    <dgm:pt modelId="{2141594D-B2EC-4D01-B0E5-C033EB6EF35E}" type="pres">
      <dgm:prSet presAssocID="{6CD85C44-E989-463A-A404-0F54FFDCB907}" presName="level3hierChild" presStyleCnt="0"/>
      <dgm:spPr/>
    </dgm:pt>
    <dgm:pt modelId="{7BFE0873-D4DA-4466-8CE3-0C00658D90DC}" type="pres">
      <dgm:prSet presAssocID="{F734D394-22CC-452E-9EFE-229B6FC20915}" presName="conn2-1" presStyleLbl="parChTrans1D3" presStyleIdx="0" presStyleCnt="4"/>
      <dgm:spPr/>
    </dgm:pt>
    <dgm:pt modelId="{27CF0114-635C-4F14-9D59-6E550B604A7E}" type="pres">
      <dgm:prSet presAssocID="{F734D394-22CC-452E-9EFE-229B6FC20915}" presName="connTx" presStyleLbl="parChTrans1D3" presStyleIdx="0" presStyleCnt="4"/>
      <dgm:spPr/>
    </dgm:pt>
    <dgm:pt modelId="{FBCECCBE-FD02-4868-8C9F-8CFB32A3C071}" type="pres">
      <dgm:prSet presAssocID="{160C477B-8B0F-430B-AD44-0276E2F414A1}" presName="root2" presStyleCnt="0"/>
      <dgm:spPr/>
    </dgm:pt>
    <dgm:pt modelId="{89642D2D-4C46-4DE1-898B-F931CC5F52BD}" type="pres">
      <dgm:prSet presAssocID="{160C477B-8B0F-430B-AD44-0276E2F414A1}" presName="LevelTwoTextNode" presStyleLbl="node3" presStyleIdx="0" presStyleCnt="4">
        <dgm:presLayoutVars>
          <dgm:chPref val="3"/>
        </dgm:presLayoutVars>
      </dgm:prSet>
      <dgm:spPr/>
    </dgm:pt>
    <dgm:pt modelId="{3489223C-6555-4663-BC33-C16C35E45C39}" type="pres">
      <dgm:prSet presAssocID="{160C477B-8B0F-430B-AD44-0276E2F414A1}" presName="level3hierChild" presStyleCnt="0"/>
      <dgm:spPr/>
    </dgm:pt>
    <dgm:pt modelId="{998F7062-566B-4E77-AA4E-36A83EA45974}" type="pres">
      <dgm:prSet presAssocID="{675DCFB9-BC51-4BF3-AF67-20F413BF90AE}" presName="conn2-1" presStyleLbl="parChTrans1D4" presStyleIdx="0" presStyleCnt="4"/>
      <dgm:spPr/>
    </dgm:pt>
    <dgm:pt modelId="{70974F3D-C082-417C-8761-1B65B3D3CF31}" type="pres">
      <dgm:prSet presAssocID="{675DCFB9-BC51-4BF3-AF67-20F413BF90AE}" presName="connTx" presStyleLbl="parChTrans1D4" presStyleIdx="0" presStyleCnt="4"/>
      <dgm:spPr/>
    </dgm:pt>
    <dgm:pt modelId="{FF055DA1-654D-4276-825C-0F707525AFB7}" type="pres">
      <dgm:prSet presAssocID="{B2F0DC5D-77C7-49ED-B996-ED25D59B0975}" presName="root2" presStyleCnt="0"/>
      <dgm:spPr/>
    </dgm:pt>
    <dgm:pt modelId="{416209BE-53B8-4161-82C9-E1F66E9CCD23}" type="pres">
      <dgm:prSet presAssocID="{B2F0DC5D-77C7-49ED-B996-ED25D59B0975}" presName="LevelTwoTextNode" presStyleLbl="node4" presStyleIdx="0" presStyleCnt="4">
        <dgm:presLayoutVars>
          <dgm:chPref val="3"/>
        </dgm:presLayoutVars>
      </dgm:prSet>
      <dgm:spPr/>
    </dgm:pt>
    <dgm:pt modelId="{816DD3FA-C4E5-4452-9AEC-2001B62FB3DC}" type="pres">
      <dgm:prSet presAssocID="{B2F0DC5D-77C7-49ED-B996-ED25D59B0975}" presName="level3hierChild" presStyleCnt="0"/>
      <dgm:spPr/>
    </dgm:pt>
    <dgm:pt modelId="{1C29EF34-ABCC-4699-A928-F1D7CAF9DCD1}" type="pres">
      <dgm:prSet presAssocID="{AF79D6BF-F697-4FA9-9ED7-A0A415524F24}" presName="conn2-1" presStyleLbl="parChTrans1D3" presStyleIdx="1" presStyleCnt="4"/>
      <dgm:spPr/>
    </dgm:pt>
    <dgm:pt modelId="{27ACD104-89FF-447B-84E7-2C505DFA7341}" type="pres">
      <dgm:prSet presAssocID="{AF79D6BF-F697-4FA9-9ED7-A0A415524F24}" presName="connTx" presStyleLbl="parChTrans1D3" presStyleIdx="1" presStyleCnt="4"/>
      <dgm:spPr/>
    </dgm:pt>
    <dgm:pt modelId="{0C18FC02-98E5-44FF-8588-4AA67D884DE0}" type="pres">
      <dgm:prSet presAssocID="{3F26FECA-26DE-4850-9505-A48EB624E08F}" presName="root2" presStyleCnt="0"/>
      <dgm:spPr/>
    </dgm:pt>
    <dgm:pt modelId="{1E04E59E-3850-4AFF-A274-910C12882399}" type="pres">
      <dgm:prSet presAssocID="{3F26FECA-26DE-4850-9505-A48EB624E08F}" presName="LevelTwoTextNode" presStyleLbl="node3" presStyleIdx="1" presStyleCnt="4">
        <dgm:presLayoutVars>
          <dgm:chPref val="3"/>
        </dgm:presLayoutVars>
      </dgm:prSet>
      <dgm:spPr/>
    </dgm:pt>
    <dgm:pt modelId="{27D1F4A6-9758-4DCF-A9A3-08CF37BE6449}" type="pres">
      <dgm:prSet presAssocID="{3F26FECA-26DE-4850-9505-A48EB624E08F}" presName="level3hierChild" presStyleCnt="0"/>
      <dgm:spPr/>
    </dgm:pt>
    <dgm:pt modelId="{4E22F308-F86E-4E5D-802D-C29EAD6AB906}" type="pres">
      <dgm:prSet presAssocID="{A5609EEE-A34C-4642-8D46-4BFBE106CCB1}" presName="conn2-1" presStyleLbl="parChTrans1D4" presStyleIdx="1" presStyleCnt="4"/>
      <dgm:spPr/>
    </dgm:pt>
    <dgm:pt modelId="{D57E40E9-AB0C-4BDC-8E9A-46BD250EDA0F}" type="pres">
      <dgm:prSet presAssocID="{A5609EEE-A34C-4642-8D46-4BFBE106CCB1}" presName="connTx" presStyleLbl="parChTrans1D4" presStyleIdx="1" presStyleCnt="4"/>
      <dgm:spPr/>
    </dgm:pt>
    <dgm:pt modelId="{BD875E70-EC91-48BE-995F-73789ED7A43A}" type="pres">
      <dgm:prSet presAssocID="{87D39CAF-D7B8-44F0-9C0F-04812CD80E22}" presName="root2" presStyleCnt="0"/>
      <dgm:spPr/>
    </dgm:pt>
    <dgm:pt modelId="{5D9209C5-5382-4C72-80D1-491E950838CB}" type="pres">
      <dgm:prSet presAssocID="{87D39CAF-D7B8-44F0-9C0F-04812CD80E22}" presName="LevelTwoTextNode" presStyleLbl="node4" presStyleIdx="1" presStyleCnt="4">
        <dgm:presLayoutVars>
          <dgm:chPref val="3"/>
        </dgm:presLayoutVars>
      </dgm:prSet>
      <dgm:spPr/>
    </dgm:pt>
    <dgm:pt modelId="{A7F60D86-EB61-4FC0-995B-EF28101B2FFF}" type="pres">
      <dgm:prSet presAssocID="{87D39CAF-D7B8-44F0-9C0F-04812CD80E22}" presName="level3hierChild" presStyleCnt="0"/>
      <dgm:spPr/>
    </dgm:pt>
    <dgm:pt modelId="{0B982122-FB34-433D-AACB-9728DE6E0804}" type="pres">
      <dgm:prSet presAssocID="{DF56B6DC-DF7A-4A2F-A273-6E9723D69A21}" presName="conn2-1" presStyleLbl="parChTrans1D3" presStyleIdx="2" presStyleCnt="4"/>
      <dgm:spPr/>
    </dgm:pt>
    <dgm:pt modelId="{C0FD2A79-3372-450E-AE93-914BC69820FF}" type="pres">
      <dgm:prSet presAssocID="{DF56B6DC-DF7A-4A2F-A273-6E9723D69A21}" presName="connTx" presStyleLbl="parChTrans1D3" presStyleIdx="2" presStyleCnt="4"/>
      <dgm:spPr/>
    </dgm:pt>
    <dgm:pt modelId="{20A80D91-B426-4BB4-86B8-5DDE43EC36E5}" type="pres">
      <dgm:prSet presAssocID="{61143736-2235-4471-889A-256F61449819}" presName="root2" presStyleCnt="0"/>
      <dgm:spPr/>
    </dgm:pt>
    <dgm:pt modelId="{FAE9F77D-E020-4A51-B9F1-F080461C9528}" type="pres">
      <dgm:prSet presAssocID="{61143736-2235-4471-889A-256F61449819}" presName="LevelTwoTextNode" presStyleLbl="node3" presStyleIdx="2" presStyleCnt="4">
        <dgm:presLayoutVars>
          <dgm:chPref val="3"/>
        </dgm:presLayoutVars>
      </dgm:prSet>
      <dgm:spPr/>
    </dgm:pt>
    <dgm:pt modelId="{AF15AC1E-9CFA-4712-8EA1-DAB831336F10}" type="pres">
      <dgm:prSet presAssocID="{61143736-2235-4471-889A-256F61449819}" presName="level3hierChild" presStyleCnt="0"/>
      <dgm:spPr/>
    </dgm:pt>
    <dgm:pt modelId="{BCC7367A-F54B-4681-B722-806D62DB94DA}" type="pres">
      <dgm:prSet presAssocID="{6C885065-3673-4950-960B-5299496DCBBE}" presName="conn2-1" presStyleLbl="parChTrans1D4" presStyleIdx="2" presStyleCnt="4"/>
      <dgm:spPr/>
    </dgm:pt>
    <dgm:pt modelId="{8346D07E-6B1C-4015-A759-393DF1C14774}" type="pres">
      <dgm:prSet presAssocID="{6C885065-3673-4950-960B-5299496DCBBE}" presName="connTx" presStyleLbl="parChTrans1D4" presStyleIdx="2" presStyleCnt="4"/>
      <dgm:spPr/>
    </dgm:pt>
    <dgm:pt modelId="{4116F933-8FF6-44CA-BFCB-BCD3C2A61105}" type="pres">
      <dgm:prSet presAssocID="{20B75F31-A333-48FC-B3EC-B2C10A72BFF2}" presName="root2" presStyleCnt="0"/>
      <dgm:spPr/>
    </dgm:pt>
    <dgm:pt modelId="{797D0C4D-5722-48EA-8042-1DBD0677C365}" type="pres">
      <dgm:prSet presAssocID="{20B75F31-A333-48FC-B3EC-B2C10A72BFF2}" presName="LevelTwoTextNode" presStyleLbl="node4" presStyleIdx="2" presStyleCnt="4">
        <dgm:presLayoutVars>
          <dgm:chPref val="3"/>
        </dgm:presLayoutVars>
      </dgm:prSet>
      <dgm:spPr/>
    </dgm:pt>
    <dgm:pt modelId="{172A3EF0-57CC-4C92-9053-5B51D69DF6E5}" type="pres">
      <dgm:prSet presAssocID="{20B75F31-A333-48FC-B3EC-B2C10A72BFF2}" presName="level3hierChild" presStyleCnt="0"/>
      <dgm:spPr/>
    </dgm:pt>
    <dgm:pt modelId="{8511C718-DA61-4BA8-9157-B06E7C9DD4A3}" type="pres">
      <dgm:prSet presAssocID="{8DFF42FF-68E4-483A-98DB-3C46DE534673}" presName="conn2-1" presStyleLbl="parChTrans1D2" presStyleIdx="1" presStyleCnt="2"/>
      <dgm:spPr/>
    </dgm:pt>
    <dgm:pt modelId="{4F3083BC-531A-4CCD-9703-0E063DDD3B35}" type="pres">
      <dgm:prSet presAssocID="{8DFF42FF-68E4-483A-98DB-3C46DE534673}" presName="connTx" presStyleLbl="parChTrans1D2" presStyleIdx="1" presStyleCnt="2"/>
      <dgm:spPr/>
    </dgm:pt>
    <dgm:pt modelId="{103A699C-CF16-4C22-A98F-0E4D91D55E25}" type="pres">
      <dgm:prSet presAssocID="{E1BBEF72-E600-41E9-B996-A6244BEDA593}" presName="root2" presStyleCnt="0"/>
      <dgm:spPr/>
    </dgm:pt>
    <dgm:pt modelId="{61CAC789-6D0E-4D6F-944A-9239527EDF16}" type="pres">
      <dgm:prSet presAssocID="{E1BBEF72-E600-41E9-B996-A6244BEDA593}" presName="LevelTwoTextNode" presStyleLbl="node2" presStyleIdx="1" presStyleCnt="2">
        <dgm:presLayoutVars>
          <dgm:chPref val="3"/>
        </dgm:presLayoutVars>
      </dgm:prSet>
      <dgm:spPr/>
    </dgm:pt>
    <dgm:pt modelId="{9B9BD600-3354-45BB-830A-9C27D8E55CB9}" type="pres">
      <dgm:prSet presAssocID="{E1BBEF72-E600-41E9-B996-A6244BEDA593}" presName="level3hierChild" presStyleCnt="0"/>
      <dgm:spPr/>
    </dgm:pt>
    <dgm:pt modelId="{A40BCCCA-1518-491A-BA1F-65F6407049D3}" type="pres">
      <dgm:prSet presAssocID="{33CE417F-7189-48A3-9BC1-40A4573E63E7}" presName="conn2-1" presStyleLbl="parChTrans1D3" presStyleIdx="3" presStyleCnt="4"/>
      <dgm:spPr/>
    </dgm:pt>
    <dgm:pt modelId="{F1F58FDF-B445-4DF0-A2FD-F156FC2193DE}" type="pres">
      <dgm:prSet presAssocID="{33CE417F-7189-48A3-9BC1-40A4573E63E7}" presName="connTx" presStyleLbl="parChTrans1D3" presStyleIdx="3" presStyleCnt="4"/>
      <dgm:spPr/>
    </dgm:pt>
    <dgm:pt modelId="{D03ACC95-5177-4534-975D-10355E289E9B}" type="pres">
      <dgm:prSet presAssocID="{90C8699F-8F34-4536-AD74-48834815536C}" presName="root2" presStyleCnt="0"/>
      <dgm:spPr/>
    </dgm:pt>
    <dgm:pt modelId="{17B840DE-2966-455B-9EF3-D2BCC6F49AC6}" type="pres">
      <dgm:prSet presAssocID="{90C8699F-8F34-4536-AD74-48834815536C}" presName="LevelTwoTextNode" presStyleLbl="node3" presStyleIdx="3" presStyleCnt="4">
        <dgm:presLayoutVars>
          <dgm:chPref val="3"/>
        </dgm:presLayoutVars>
      </dgm:prSet>
      <dgm:spPr/>
    </dgm:pt>
    <dgm:pt modelId="{D780213D-2EB1-48EE-848A-D9BBC5127D2E}" type="pres">
      <dgm:prSet presAssocID="{90C8699F-8F34-4536-AD74-48834815536C}" presName="level3hierChild" presStyleCnt="0"/>
      <dgm:spPr/>
    </dgm:pt>
    <dgm:pt modelId="{D2A929F8-0A07-4353-9727-19BDB2CEF309}" type="pres">
      <dgm:prSet presAssocID="{BA180777-438D-4D3F-A0CC-BFD3FDAE2D49}" presName="conn2-1" presStyleLbl="parChTrans1D4" presStyleIdx="3" presStyleCnt="4"/>
      <dgm:spPr/>
    </dgm:pt>
    <dgm:pt modelId="{B89EADA7-6A37-4E0C-B70B-C6E5555B8D02}" type="pres">
      <dgm:prSet presAssocID="{BA180777-438D-4D3F-A0CC-BFD3FDAE2D49}" presName="connTx" presStyleLbl="parChTrans1D4" presStyleIdx="3" presStyleCnt="4"/>
      <dgm:spPr/>
    </dgm:pt>
    <dgm:pt modelId="{83DFCF5E-B759-408E-905E-7CC9AE9F9C10}" type="pres">
      <dgm:prSet presAssocID="{D909F083-7995-49F9-A4C5-C04E46C24055}" presName="root2" presStyleCnt="0"/>
      <dgm:spPr/>
    </dgm:pt>
    <dgm:pt modelId="{E5F84641-E01D-4CA2-AD43-103AA95C5E87}" type="pres">
      <dgm:prSet presAssocID="{D909F083-7995-49F9-A4C5-C04E46C24055}" presName="LevelTwoTextNode" presStyleLbl="node4" presStyleIdx="3" presStyleCnt="4">
        <dgm:presLayoutVars>
          <dgm:chPref val="3"/>
        </dgm:presLayoutVars>
      </dgm:prSet>
      <dgm:spPr/>
    </dgm:pt>
    <dgm:pt modelId="{04F7F535-B98E-4E04-8505-B924CDF6F187}" type="pres">
      <dgm:prSet presAssocID="{D909F083-7995-49F9-A4C5-C04E46C24055}" presName="level3hierChild" presStyleCnt="0"/>
      <dgm:spPr/>
    </dgm:pt>
  </dgm:ptLst>
  <dgm:cxnLst>
    <dgm:cxn modelId="{4C4AD70B-8553-4594-9554-0282FB2E993C}" type="presOf" srcId="{675DCFB9-BC51-4BF3-AF67-20F413BF90AE}" destId="{998F7062-566B-4E77-AA4E-36A83EA45974}" srcOrd="0" destOrd="0" presId="urn:microsoft.com/office/officeart/2005/8/layout/hierarchy2"/>
    <dgm:cxn modelId="{BCBE7810-2BAE-435D-A9DF-DDEADE47C792}" type="presOf" srcId="{889BC622-D43C-4F6E-BC92-BDF8F35990FE}" destId="{642E40F9-F3CF-4BF9-921B-157B9F300113}" srcOrd="1" destOrd="0" presId="urn:microsoft.com/office/officeart/2005/8/layout/hierarchy2"/>
    <dgm:cxn modelId="{D3996D21-C667-423B-AD17-D7E5E40DD551}" type="presOf" srcId="{87D39CAF-D7B8-44F0-9C0F-04812CD80E22}" destId="{5D9209C5-5382-4C72-80D1-491E950838CB}" srcOrd="0" destOrd="0" presId="urn:microsoft.com/office/officeart/2005/8/layout/hierarchy2"/>
    <dgm:cxn modelId="{8694C626-C22D-4B8D-9571-F0A2EF409444}" type="presOf" srcId="{33CE417F-7189-48A3-9BC1-40A4573E63E7}" destId="{F1F58FDF-B445-4DF0-A2FD-F156FC2193DE}" srcOrd="1" destOrd="0" presId="urn:microsoft.com/office/officeart/2005/8/layout/hierarchy2"/>
    <dgm:cxn modelId="{14622E2A-4A3B-4F80-9F23-1879DD8401A2}" srcId="{3F26FECA-26DE-4850-9505-A48EB624E08F}" destId="{87D39CAF-D7B8-44F0-9C0F-04812CD80E22}" srcOrd="0" destOrd="0" parTransId="{A5609EEE-A34C-4642-8D46-4BFBE106CCB1}" sibTransId="{663A541D-81C4-4B15-BE23-187174991C6E}"/>
    <dgm:cxn modelId="{AFB5FD32-2AE3-41A9-A5DF-4F4C6A6F2BDC}" type="presOf" srcId="{8DFF42FF-68E4-483A-98DB-3C46DE534673}" destId="{4F3083BC-531A-4CCD-9703-0E063DDD3B35}" srcOrd="1" destOrd="0" presId="urn:microsoft.com/office/officeart/2005/8/layout/hierarchy2"/>
    <dgm:cxn modelId="{E70F8D33-B990-4F0B-9672-A64AB5E1BE73}" type="presOf" srcId="{DF56B6DC-DF7A-4A2F-A273-6E9723D69A21}" destId="{C0FD2A79-3372-450E-AE93-914BC69820FF}" srcOrd="1" destOrd="0" presId="urn:microsoft.com/office/officeart/2005/8/layout/hierarchy2"/>
    <dgm:cxn modelId="{F468B034-9593-45AE-8442-76C52E0D06CD}" type="presOf" srcId="{B2F0DC5D-77C7-49ED-B996-ED25D59B0975}" destId="{416209BE-53B8-4161-82C9-E1F66E9CCD23}" srcOrd="0" destOrd="0" presId="urn:microsoft.com/office/officeart/2005/8/layout/hierarchy2"/>
    <dgm:cxn modelId="{31A2DA43-A549-4304-9C4D-3C751449394C}" type="presOf" srcId="{BA180777-438D-4D3F-A0CC-BFD3FDAE2D49}" destId="{D2A929F8-0A07-4353-9727-19BDB2CEF309}" srcOrd="0" destOrd="0" presId="urn:microsoft.com/office/officeart/2005/8/layout/hierarchy2"/>
    <dgm:cxn modelId="{5F8DDB66-E602-4A36-938B-67FA3603D906}" type="presOf" srcId="{F734D394-22CC-452E-9EFE-229B6FC20915}" destId="{7BFE0873-D4DA-4466-8CE3-0C00658D90DC}" srcOrd="0" destOrd="0" presId="urn:microsoft.com/office/officeart/2005/8/layout/hierarchy2"/>
    <dgm:cxn modelId="{60B5324A-0950-42BB-83FA-C650C265F4E2}" type="presOf" srcId="{61143736-2235-4471-889A-256F61449819}" destId="{FAE9F77D-E020-4A51-B9F1-F080461C9528}" srcOrd="0" destOrd="0" presId="urn:microsoft.com/office/officeart/2005/8/layout/hierarchy2"/>
    <dgm:cxn modelId="{5F8C664C-3843-45F9-B913-9F138DB4976A}" type="presOf" srcId="{A5609EEE-A34C-4642-8D46-4BFBE106CCB1}" destId="{D57E40E9-AB0C-4BDC-8E9A-46BD250EDA0F}" srcOrd="1" destOrd="0" presId="urn:microsoft.com/office/officeart/2005/8/layout/hierarchy2"/>
    <dgm:cxn modelId="{218AE96D-FB89-4267-80B9-98D781847AA1}" type="presOf" srcId="{E1BBEF72-E600-41E9-B996-A6244BEDA593}" destId="{61CAC789-6D0E-4D6F-944A-9239527EDF16}" srcOrd="0" destOrd="0" presId="urn:microsoft.com/office/officeart/2005/8/layout/hierarchy2"/>
    <dgm:cxn modelId="{ED15C757-CC1A-4CF7-9304-D75496DF710F}" srcId="{73BD1E33-BC91-46E2-A2B9-DAFC6488E70D}" destId="{6CD85C44-E989-463A-A404-0F54FFDCB907}" srcOrd="0" destOrd="0" parTransId="{889BC622-D43C-4F6E-BC92-BDF8F35990FE}" sibTransId="{7D24C20E-1549-49CC-80B6-18A9C80FE8DC}"/>
    <dgm:cxn modelId="{6ED66E58-FFCC-4DA6-8595-D34763685E98}" type="presOf" srcId="{73BD1E33-BC91-46E2-A2B9-DAFC6488E70D}" destId="{090A3CE0-9E3E-49B0-B4D2-40A1EF5804FD}" srcOrd="0" destOrd="0" presId="urn:microsoft.com/office/officeart/2005/8/layout/hierarchy2"/>
    <dgm:cxn modelId="{AF36BA58-6C3A-49C5-9020-44C5201C4F44}" type="presOf" srcId="{20B75F31-A333-48FC-B3EC-B2C10A72BFF2}" destId="{797D0C4D-5722-48EA-8042-1DBD0677C365}" srcOrd="0" destOrd="0" presId="urn:microsoft.com/office/officeart/2005/8/layout/hierarchy2"/>
    <dgm:cxn modelId="{D9C43179-0A50-4CC8-907A-169E476E7B30}" type="presOf" srcId="{AF79D6BF-F697-4FA9-9ED7-A0A415524F24}" destId="{27ACD104-89FF-447B-84E7-2C505DFA7341}" srcOrd="1" destOrd="0" presId="urn:microsoft.com/office/officeart/2005/8/layout/hierarchy2"/>
    <dgm:cxn modelId="{0B24C582-011B-4577-9B3E-50CF9D8CECAA}" srcId="{73BD1E33-BC91-46E2-A2B9-DAFC6488E70D}" destId="{E1BBEF72-E600-41E9-B996-A6244BEDA593}" srcOrd="1" destOrd="0" parTransId="{8DFF42FF-68E4-483A-98DB-3C46DE534673}" sibTransId="{16299877-7472-47AE-9C0C-5618EB4631F7}"/>
    <dgm:cxn modelId="{9496D382-9F7D-4EE3-923A-FADE860AA907}" type="presOf" srcId="{6CD85C44-E989-463A-A404-0F54FFDCB907}" destId="{C5E76E6F-1702-44A1-9E7E-AEF286921F41}" srcOrd="0" destOrd="0" presId="urn:microsoft.com/office/officeart/2005/8/layout/hierarchy2"/>
    <dgm:cxn modelId="{0877C183-6369-4874-92D1-AD8578B23122}" type="presOf" srcId="{D9A7D6A2-4338-401D-ABC0-56075779F714}" destId="{3B457FFF-3BAD-4FD5-BBA5-E3D8970BDECB}" srcOrd="0" destOrd="0" presId="urn:microsoft.com/office/officeart/2005/8/layout/hierarchy2"/>
    <dgm:cxn modelId="{DDFA9A8E-81CD-4BD9-9655-733996BE1DD1}" type="presOf" srcId="{160C477B-8B0F-430B-AD44-0276E2F414A1}" destId="{89642D2D-4C46-4DE1-898B-F931CC5F52BD}" srcOrd="0" destOrd="0" presId="urn:microsoft.com/office/officeart/2005/8/layout/hierarchy2"/>
    <dgm:cxn modelId="{2C142B9A-B0B4-4558-9D39-A20AFDF3042E}" type="presOf" srcId="{6C885065-3673-4950-960B-5299496DCBBE}" destId="{BCC7367A-F54B-4681-B722-806D62DB94DA}" srcOrd="0" destOrd="0" presId="urn:microsoft.com/office/officeart/2005/8/layout/hierarchy2"/>
    <dgm:cxn modelId="{77A1C89F-10A2-47C3-99D4-77A2A6031538}" srcId="{D9A7D6A2-4338-401D-ABC0-56075779F714}" destId="{73BD1E33-BC91-46E2-A2B9-DAFC6488E70D}" srcOrd="0" destOrd="0" parTransId="{328915FA-0FAE-442D-9A8F-3F00CAAC0B51}" sibTransId="{D3973433-253D-486A-82DF-8F89841B65D6}"/>
    <dgm:cxn modelId="{8E562FA0-2F93-4F01-B850-830506138AE0}" type="presOf" srcId="{6C885065-3673-4950-960B-5299496DCBBE}" destId="{8346D07E-6B1C-4015-A759-393DF1C14774}" srcOrd="1" destOrd="0" presId="urn:microsoft.com/office/officeart/2005/8/layout/hierarchy2"/>
    <dgm:cxn modelId="{E9661AA7-9F05-4615-A9A3-D0EBA6D19B24}" type="presOf" srcId="{90C8699F-8F34-4536-AD74-48834815536C}" destId="{17B840DE-2966-455B-9EF3-D2BCC6F49AC6}" srcOrd="0" destOrd="0" presId="urn:microsoft.com/office/officeart/2005/8/layout/hierarchy2"/>
    <dgm:cxn modelId="{519F37A8-89B0-4775-8044-872AEF4AB7AE}" type="presOf" srcId="{889BC622-D43C-4F6E-BC92-BDF8F35990FE}" destId="{73A79818-A1B3-4A24-85CC-CA78874BF23F}" srcOrd="0" destOrd="0" presId="urn:microsoft.com/office/officeart/2005/8/layout/hierarchy2"/>
    <dgm:cxn modelId="{D82E81AC-FEDD-42D1-B7B4-D27F580AB122}" srcId="{6CD85C44-E989-463A-A404-0F54FFDCB907}" destId="{160C477B-8B0F-430B-AD44-0276E2F414A1}" srcOrd="0" destOrd="0" parTransId="{F734D394-22CC-452E-9EFE-229B6FC20915}" sibTransId="{BA35AECD-503B-4854-A759-29A39C6B6590}"/>
    <dgm:cxn modelId="{B6E860B2-DC9F-4D11-BCCC-452EFDF64943}" srcId="{160C477B-8B0F-430B-AD44-0276E2F414A1}" destId="{B2F0DC5D-77C7-49ED-B996-ED25D59B0975}" srcOrd="0" destOrd="0" parTransId="{675DCFB9-BC51-4BF3-AF67-20F413BF90AE}" sibTransId="{13232656-07BC-4D9E-989E-E5C198434643}"/>
    <dgm:cxn modelId="{7A6B8EBA-F146-4F7E-AF43-E1EAA52AF9D6}" type="presOf" srcId="{A5609EEE-A34C-4642-8D46-4BFBE106CCB1}" destId="{4E22F308-F86E-4E5D-802D-C29EAD6AB906}" srcOrd="0" destOrd="0" presId="urn:microsoft.com/office/officeart/2005/8/layout/hierarchy2"/>
    <dgm:cxn modelId="{57D03CC2-44A0-4503-8F42-B44313A5FA40}" type="presOf" srcId="{675DCFB9-BC51-4BF3-AF67-20F413BF90AE}" destId="{70974F3D-C082-417C-8761-1B65B3D3CF31}" srcOrd="1" destOrd="0" presId="urn:microsoft.com/office/officeart/2005/8/layout/hierarchy2"/>
    <dgm:cxn modelId="{F1F71FC7-8229-466D-944C-B17A305EE842}" type="presOf" srcId="{D909F083-7995-49F9-A4C5-C04E46C24055}" destId="{E5F84641-E01D-4CA2-AD43-103AA95C5E87}" srcOrd="0" destOrd="0" presId="urn:microsoft.com/office/officeart/2005/8/layout/hierarchy2"/>
    <dgm:cxn modelId="{B33383C7-3BC3-465B-BCC9-1F6AC427E54A}" type="presOf" srcId="{DF56B6DC-DF7A-4A2F-A273-6E9723D69A21}" destId="{0B982122-FB34-433D-AACB-9728DE6E0804}" srcOrd="0" destOrd="0" presId="urn:microsoft.com/office/officeart/2005/8/layout/hierarchy2"/>
    <dgm:cxn modelId="{F78E45D1-FF31-41AC-A268-286F387AC317}" srcId="{6CD85C44-E989-463A-A404-0F54FFDCB907}" destId="{3F26FECA-26DE-4850-9505-A48EB624E08F}" srcOrd="1" destOrd="0" parTransId="{AF79D6BF-F697-4FA9-9ED7-A0A415524F24}" sibTransId="{3A679C36-CDC4-4839-8137-348AD7665C6C}"/>
    <dgm:cxn modelId="{3810F9D5-63ED-4F74-8EE6-AF7383A331D4}" srcId="{61143736-2235-4471-889A-256F61449819}" destId="{20B75F31-A333-48FC-B3EC-B2C10A72BFF2}" srcOrd="0" destOrd="0" parTransId="{6C885065-3673-4950-960B-5299496DCBBE}" sibTransId="{E18E9955-4E1A-4923-AE62-CEA44F4CDA09}"/>
    <dgm:cxn modelId="{A8BA92D7-DEB4-40BF-A773-FED742737A1D}" type="presOf" srcId="{AF79D6BF-F697-4FA9-9ED7-A0A415524F24}" destId="{1C29EF34-ABCC-4699-A928-F1D7CAF9DCD1}" srcOrd="0" destOrd="0" presId="urn:microsoft.com/office/officeart/2005/8/layout/hierarchy2"/>
    <dgm:cxn modelId="{7192F1D8-C443-41B1-8280-A069031E3859}" type="presOf" srcId="{BA180777-438D-4D3F-A0CC-BFD3FDAE2D49}" destId="{B89EADA7-6A37-4E0C-B70B-C6E5555B8D02}" srcOrd="1" destOrd="0" presId="urn:microsoft.com/office/officeart/2005/8/layout/hierarchy2"/>
    <dgm:cxn modelId="{5D4C28E6-9D07-4F33-A1C3-3EBAA209B34C}" srcId="{90C8699F-8F34-4536-AD74-48834815536C}" destId="{D909F083-7995-49F9-A4C5-C04E46C24055}" srcOrd="0" destOrd="0" parTransId="{BA180777-438D-4D3F-A0CC-BFD3FDAE2D49}" sibTransId="{47692D00-6B62-4F73-92D1-D2187639BBA9}"/>
    <dgm:cxn modelId="{89BE2BE7-EBC8-42CD-B6A6-D75CF94E0C7E}" srcId="{6CD85C44-E989-463A-A404-0F54FFDCB907}" destId="{61143736-2235-4471-889A-256F61449819}" srcOrd="2" destOrd="0" parTransId="{DF56B6DC-DF7A-4A2F-A273-6E9723D69A21}" sibTransId="{C7CD68C3-E4E9-42C5-B4F9-E70E27A7ABB2}"/>
    <dgm:cxn modelId="{85C287EB-C4A6-4D6B-A45E-7075AF2935D6}" type="presOf" srcId="{8DFF42FF-68E4-483A-98DB-3C46DE534673}" destId="{8511C718-DA61-4BA8-9157-B06E7C9DD4A3}" srcOrd="0" destOrd="0" presId="urn:microsoft.com/office/officeart/2005/8/layout/hierarchy2"/>
    <dgm:cxn modelId="{F7F571F7-3586-44BF-AE63-78060C8EDD31}" type="presOf" srcId="{33CE417F-7189-48A3-9BC1-40A4573E63E7}" destId="{A40BCCCA-1518-491A-BA1F-65F6407049D3}" srcOrd="0" destOrd="0" presId="urn:microsoft.com/office/officeart/2005/8/layout/hierarchy2"/>
    <dgm:cxn modelId="{6C53DEF7-C028-49B9-BCCD-1C2A4E8C0F9E}" srcId="{E1BBEF72-E600-41E9-B996-A6244BEDA593}" destId="{90C8699F-8F34-4536-AD74-48834815536C}" srcOrd="0" destOrd="0" parTransId="{33CE417F-7189-48A3-9BC1-40A4573E63E7}" sibTransId="{F7CB5036-8389-4040-AA36-D6C2C48AD457}"/>
    <dgm:cxn modelId="{13C5E1F7-850E-4A33-A2F1-3623D9F24D3F}" type="presOf" srcId="{F734D394-22CC-452E-9EFE-229B6FC20915}" destId="{27CF0114-635C-4F14-9D59-6E550B604A7E}" srcOrd="1" destOrd="0" presId="urn:microsoft.com/office/officeart/2005/8/layout/hierarchy2"/>
    <dgm:cxn modelId="{7FD2D6F8-2B34-43AC-830F-BEF8B4B58EE8}" type="presOf" srcId="{3F26FECA-26DE-4850-9505-A48EB624E08F}" destId="{1E04E59E-3850-4AFF-A274-910C12882399}" srcOrd="0" destOrd="0" presId="urn:microsoft.com/office/officeart/2005/8/layout/hierarchy2"/>
    <dgm:cxn modelId="{34357EA5-DF0F-451E-B7C5-55D4E4E5107B}" type="presParOf" srcId="{3B457FFF-3BAD-4FD5-BBA5-E3D8970BDECB}" destId="{AA6FD4E9-4548-4A8A-A5B7-6998395D88BA}" srcOrd="0" destOrd="0" presId="urn:microsoft.com/office/officeart/2005/8/layout/hierarchy2"/>
    <dgm:cxn modelId="{B6FAB2DA-9DD5-40B0-A05B-3777022C8900}" type="presParOf" srcId="{AA6FD4E9-4548-4A8A-A5B7-6998395D88BA}" destId="{090A3CE0-9E3E-49B0-B4D2-40A1EF5804FD}" srcOrd="0" destOrd="0" presId="urn:microsoft.com/office/officeart/2005/8/layout/hierarchy2"/>
    <dgm:cxn modelId="{5DDB4668-1438-4822-AD36-8C72FB7CE8DE}" type="presParOf" srcId="{AA6FD4E9-4548-4A8A-A5B7-6998395D88BA}" destId="{471F6180-F7AA-43BB-889F-07A60D9B53B0}" srcOrd="1" destOrd="0" presId="urn:microsoft.com/office/officeart/2005/8/layout/hierarchy2"/>
    <dgm:cxn modelId="{902F3FEE-F6BF-48B4-A6FE-1A141EA92266}" type="presParOf" srcId="{471F6180-F7AA-43BB-889F-07A60D9B53B0}" destId="{73A79818-A1B3-4A24-85CC-CA78874BF23F}" srcOrd="0" destOrd="0" presId="urn:microsoft.com/office/officeart/2005/8/layout/hierarchy2"/>
    <dgm:cxn modelId="{BE33E5F9-B1CB-4B67-BA1D-B7FBC4473249}" type="presParOf" srcId="{73A79818-A1B3-4A24-85CC-CA78874BF23F}" destId="{642E40F9-F3CF-4BF9-921B-157B9F300113}" srcOrd="0" destOrd="0" presId="urn:microsoft.com/office/officeart/2005/8/layout/hierarchy2"/>
    <dgm:cxn modelId="{71C7E510-5936-4F8F-A6B9-B06A50ACA2C2}" type="presParOf" srcId="{471F6180-F7AA-43BB-889F-07A60D9B53B0}" destId="{3A56784E-8AC1-4627-B570-8B1A2FBB4B36}" srcOrd="1" destOrd="0" presId="urn:microsoft.com/office/officeart/2005/8/layout/hierarchy2"/>
    <dgm:cxn modelId="{7D4B40C5-FE9D-403E-A961-E309B0819514}" type="presParOf" srcId="{3A56784E-8AC1-4627-B570-8B1A2FBB4B36}" destId="{C5E76E6F-1702-44A1-9E7E-AEF286921F41}" srcOrd="0" destOrd="0" presId="urn:microsoft.com/office/officeart/2005/8/layout/hierarchy2"/>
    <dgm:cxn modelId="{985B15B8-F529-4CAC-BFE9-5A9858057323}" type="presParOf" srcId="{3A56784E-8AC1-4627-B570-8B1A2FBB4B36}" destId="{2141594D-B2EC-4D01-B0E5-C033EB6EF35E}" srcOrd="1" destOrd="0" presId="urn:microsoft.com/office/officeart/2005/8/layout/hierarchy2"/>
    <dgm:cxn modelId="{A38529BA-3FE7-4B92-88A5-32449FA81518}" type="presParOf" srcId="{2141594D-B2EC-4D01-B0E5-C033EB6EF35E}" destId="{7BFE0873-D4DA-4466-8CE3-0C00658D90DC}" srcOrd="0" destOrd="0" presId="urn:microsoft.com/office/officeart/2005/8/layout/hierarchy2"/>
    <dgm:cxn modelId="{BE0695F1-99D5-43C6-AB3A-C5B3EFD4AD02}" type="presParOf" srcId="{7BFE0873-D4DA-4466-8CE3-0C00658D90DC}" destId="{27CF0114-635C-4F14-9D59-6E550B604A7E}" srcOrd="0" destOrd="0" presId="urn:microsoft.com/office/officeart/2005/8/layout/hierarchy2"/>
    <dgm:cxn modelId="{2DB76D65-B688-4DF5-BCC7-4E9698A4C5D6}" type="presParOf" srcId="{2141594D-B2EC-4D01-B0E5-C033EB6EF35E}" destId="{FBCECCBE-FD02-4868-8C9F-8CFB32A3C071}" srcOrd="1" destOrd="0" presId="urn:microsoft.com/office/officeart/2005/8/layout/hierarchy2"/>
    <dgm:cxn modelId="{2D9C9593-50D1-45C4-A1F9-CD48881CEAD6}" type="presParOf" srcId="{FBCECCBE-FD02-4868-8C9F-8CFB32A3C071}" destId="{89642D2D-4C46-4DE1-898B-F931CC5F52BD}" srcOrd="0" destOrd="0" presId="urn:microsoft.com/office/officeart/2005/8/layout/hierarchy2"/>
    <dgm:cxn modelId="{9A022993-76F3-4CA0-B4A4-1618482E5C91}" type="presParOf" srcId="{FBCECCBE-FD02-4868-8C9F-8CFB32A3C071}" destId="{3489223C-6555-4663-BC33-C16C35E45C39}" srcOrd="1" destOrd="0" presId="urn:microsoft.com/office/officeart/2005/8/layout/hierarchy2"/>
    <dgm:cxn modelId="{B49EC085-3BF5-4C0D-8DA5-3982B47FF6B2}" type="presParOf" srcId="{3489223C-6555-4663-BC33-C16C35E45C39}" destId="{998F7062-566B-4E77-AA4E-36A83EA45974}" srcOrd="0" destOrd="0" presId="urn:microsoft.com/office/officeart/2005/8/layout/hierarchy2"/>
    <dgm:cxn modelId="{73707329-6CE4-4FF7-B44F-FA044FE0FA0F}" type="presParOf" srcId="{998F7062-566B-4E77-AA4E-36A83EA45974}" destId="{70974F3D-C082-417C-8761-1B65B3D3CF31}" srcOrd="0" destOrd="0" presId="urn:microsoft.com/office/officeart/2005/8/layout/hierarchy2"/>
    <dgm:cxn modelId="{73F152D6-7A2C-4A51-8C21-3CC0029F4B58}" type="presParOf" srcId="{3489223C-6555-4663-BC33-C16C35E45C39}" destId="{FF055DA1-654D-4276-825C-0F707525AFB7}" srcOrd="1" destOrd="0" presId="urn:microsoft.com/office/officeart/2005/8/layout/hierarchy2"/>
    <dgm:cxn modelId="{B4B83FD3-57FF-404D-AF37-F5CC916D2E5C}" type="presParOf" srcId="{FF055DA1-654D-4276-825C-0F707525AFB7}" destId="{416209BE-53B8-4161-82C9-E1F66E9CCD23}" srcOrd="0" destOrd="0" presId="urn:microsoft.com/office/officeart/2005/8/layout/hierarchy2"/>
    <dgm:cxn modelId="{8B80B80C-D43E-4325-A487-56A3923729F5}" type="presParOf" srcId="{FF055DA1-654D-4276-825C-0F707525AFB7}" destId="{816DD3FA-C4E5-4452-9AEC-2001B62FB3DC}" srcOrd="1" destOrd="0" presId="urn:microsoft.com/office/officeart/2005/8/layout/hierarchy2"/>
    <dgm:cxn modelId="{BFEAC823-BF28-41C5-A3A4-DC8378AA41A4}" type="presParOf" srcId="{2141594D-B2EC-4D01-B0E5-C033EB6EF35E}" destId="{1C29EF34-ABCC-4699-A928-F1D7CAF9DCD1}" srcOrd="2" destOrd="0" presId="urn:microsoft.com/office/officeart/2005/8/layout/hierarchy2"/>
    <dgm:cxn modelId="{90318AFA-966B-4277-99E6-D84B8E6990E4}" type="presParOf" srcId="{1C29EF34-ABCC-4699-A928-F1D7CAF9DCD1}" destId="{27ACD104-89FF-447B-84E7-2C505DFA7341}" srcOrd="0" destOrd="0" presId="urn:microsoft.com/office/officeart/2005/8/layout/hierarchy2"/>
    <dgm:cxn modelId="{D78036FA-385F-43D0-94C9-34802BA462E7}" type="presParOf" srcId="{2141594D-B2EC-4D01-B0E5-C033EB6EF35E}" destId="{0C18FC02-98E5-44FF-8588-4AA67D884DE0}" srcOrd="3" destOrd="0" presId="urn:microsoft.com/office/officeart/2005/8/layout/hierarchy2"/>
    <dgm:cxn modelId="{2E5D6152-6921-4A5D-A640-FE678A71A2EB}" type="presParOf" srcId="{0C18FC02-98E5-44FF-8588-4AA67D884DE0}" destId="{1E04E59E-3850-4AFF-A274-910C12882399}" srcOrd="0" destOrd="0" presId="urn:microsoft.com/office/officeart/2005/8/layout/hierarchy2"/>
    <dgm:cxn modelId="{BE518BF9-F27F-47DD-B168-03374CD68BE6}" type="presParOf" srcId="{0C18FC02-98E5-44FF-8588-4AA67D884DE0}" destId="{27D1F4A6-9758-4DCF-A9A3-08CF37BE6449}" srcOrd="1" destOrd="0" presId="urn:microsoft.com/office/officeart/2005/8/layout/hierarchy2"/>
    <dgm:cxn modelId="{F56015E7-27CB-4352-8BDB-0E7DE6F7ACE3}" type="presParOf" srcId="{27D1F4A6-9758-4DCF-A9A3-08CF37BE6449}" destId="{4E22F308-F86E-4E5D-802D-C29EAD6AB906}" srcOrd="0" destOrd="0" presId="urn:microsoft.com/office/officeart/2005/8/layout/hierarchy2"/>
    <dgm:cxn modelId="{78902754-C47E-4A2F-9643-E0FF24B77008}" type="presParOf" srcId="{4E22F308-F86E-4E5D-802D-C29EAD6AB906}" destId="{D57E40E9-AB0C-4BDC-8E9A-46BD250EDA0F}" srcOrd="0" destOrd="0" presId="urn:microsoft.com/office/officeart/2005/8/layout/hierarchy2"/>
    <dgm:cxn modelId="{64DC0E6E-F7FF-4540-A981-476B84172752}" type="presParOf" srcId="{27D1F4A6-9758-4DCF-A9A3-08CF37BE6449}" destId="{BD875E70-EC91-48BE-995F-73789ED7A43A}" srcOrd="1" destOrd="0" presId="urn:microsoft.com/office/officeart/2005/8/layout/hierarchy2"/>
    <dgm:cxn modelId="{AD4FB387-9711-4B63-A4E8-0D06D479B2B1}" type="presParOf" srcId="{BD875E70-EC91-48BE-995F-73789ED7A43A}" destId="{5D9209C5-5382-4C72-80D1-491E950838CB}" srcOrd="0" destOrd="0" presId="urn:microsoft.com/office/officeart/2005/8/layout/hierarchy2"/>
    <dgm:cxn modelId="{A1799F40-770F-4300-A082-20C810209A0D}" type="presParOf" srcId="{BD875E70-EC91-48BE-995F-73789ED7A43A}" destId="{A7F60D86-EB61-4FC0-995B-EF28101B2FFF}" srcOrd="1" destOrd="0" presId="urn:microsoft.com/office/officeart/2005/8/layout/hierarchy2"/>
    <dgm:cxn modelId="{7B15A251-EEEF-43D5-8348-BBA200F67A7C}" type="presParOf" srcId="{2141594D-B2EC-4D01-B0E5-C033EB6EF35E}" destId="{0B982122-FB34-433D-AACB-9728DE6E0804}" srcOrd="4" destOrd="0" presId="urn:microsoft.com/office/officeart/2005/8/layout/hierarchy2"/>
    <dgm:cxn modelId="{7F026C2D-4E83-4D52-B419-9A3C1048BE7E}" type="presParOf" srcId="{0B982122-FB34-433D-AACB-9728DE6E0804}" destId="{C0FD2A79-3372-450E-AE93-914BC69820FF}" srcOrd="0" destOrd="0" presId="urn:microsoft.com/office/officeart/2005/8/layout/hierarchy2"/>
    <dgm:cxn modelId="{B9DFBB8F-09A0-437F-9FD1-A24A3D75FD8C}" type="presParOf" srcId="{2141594D-B2EC-4D01-B0E5-C033EB6EF35E}" destId="{20A80D91-B426-4BB4-86B8-5DDE43EC36E5}" srcOrd="5" destOrd="0" presId="urn:microsoft.com/office/officeart/2005/8/layout/hierarchy2"/>
    <dgm:cxn modelId="{5781C643-9C76-4355-B81C-2DF227578453}" type="presParOf" srcId="{20A80D91-B426-4BB4-86B8-5DDE43EC36E5}" destId="{FAE9F77D-E020-4A51-B9F1-F080461C9528}" srcOrd="0" destOrd="0" presId="urn:microsoft.com/office/officeart/2005/8/layout/hierarchy2"/>
    <dgm:cxn modelId="{96DAA72E-1D64-4B7E-90A2-3F136C98C218}" type="presParOf" srcId="{20A80D91-B426-4BB4-86B8-5DDE43EC36E5}" destId="{AF15AC1E-9CFA-4712-8EA1-DAB831336F10}" srcOrd="1" destOrd="0" presId="urn:microsoft.com/office/officeart/2005/8/layout/hierarchy2"/>
    <dgm:cxn modelId="{1ADC9A3C-1BB8-463D-8B66-061591DF1594}" type="presParOf" srcId="{AF15AC1E-9CFA-4712-8EA1-DAB831336F10}" destId="{BCC7367A-F54B-4681-B722-806D62DB94DA}" srcOrd="0" destOrd="0" presId="urn:microsoft.com/office/officeart/2005/8/layout/hierarchy2"/>
    <dgm:cxn modelId="{53749CBC-0678-42A7-81EB-9E7CC7B7E26A}" type="presParOf" srcId="{BCC7367A-F54B-4681-B722-806D62DB94DA}" destId="{8346D07E-6B1C-4015-A759-393DF1C14774}" srcOrd="0" destOrd="0" presId="urn:microsoft.com/office/officeart/2005/8/layout/hierarchy2"/>
    <dgm:cxn modelId="{2576703C-69BA-472B-A7C7-DADCF7FFC263}" type="presParOf" srcId="{AF15AC1E-9CFA-4712-8EA1-DAB831336F10}" destId="{4116F933-8FF6-44CA-BFCB-BCD3C2A61105}" srcOrd="1" destOrd="0" presId="urn:microsoft.com/office/officeart/2005/8/layout/hierarchy2"/>
    <dgm:cxn modelId="{CA5BBE93-E701-4CC5-B47B-94B49F02FE5E}" type="presParOf" srcId="{4116F933-8FF6-44CA-BFCB-BCD3C2A61105}" destId="{797D0C4D-5722-48EA-8042-1DBD0677C365}" srcOrd="0" destOrd="0" presId="urn:microsoft.com/office/officeart/2005/8/layout/hierarchy2"/>
    <dgm:cxn modelId="{6497F789-EBFC-40AC-B186-9B274EA5F738}" type="presParOf" srcId="{4116F933-8FF6-44CA-BFCB-BCD3C2A61105}" destId="{172A3EF0-57CC-4C92-9053-5B51D69DF6E5}" srcOrd="1" destOrd="0" presId="urn:microsoft.com/office/officeart/2005/8/layout/hierarchy2"/>
    <dgm:cxn modelId="{0D4FE79B-7641-4928-9C03-EDA6CF3CA7F6}" type="presParOf" srcId="{471F6180-F7AA-43BB-889F-07A60D9B53B0}" destId="{8511C718-DA61-4BA8-9157-B06E7C9DD4A3}" srcOrd="2" destOrd="0" presId="urn:microsoft.com/office/officeart/2005/8/layout/hierarchy2"/>
    <dgm:cxn modelId="{B8FD2FF6-F2C3-4438-88F5-C934AC62939A}" type="presParOf" srcId="{8511C718-DA61-4BA8-9157-B06E7C9DD4A3}" destId="{4F3083BC-531A-4CCD-9703-0E063DDD3B35}" srcOrd="0" destOrd="0" presId="urn:microsoft.com/office/officeart/2005/8/layout/hierarchy2"/>
    <dgm:cxn modelId="{B114FE1C-C5BB-4520-8E7E-BF8B0C083F56}" type="presParOf" srcId="{471F6180-F7AA-43BB-889F-07A60D9B53B0}" destId="{103A699C-CF16-4C22-A98F-0E4D91D55E25}" srcOrd="3" destOrd="0" presId="urn:microsoft.com/office/officeart/2005/8/layout/hierarchy2"/>
    <dgm:cxn modelId="{8B427E8B-224A-486B-8AEA-5381F6AEDD68}" type="presParOf" srcId="{103A699C-CF16-4C22-A98F-0E4D91D55E25}" destId="{61CAC789-6D0E-4D6F-944A-9239527EDF16}" srcOrd="0" destOrd="0" presId="urn:microsoft.com/office/officeart/2005/8/layout/hierarchy2"/>
    <dgm:cxn modelId="{2842320C-D3FB-4DA3-8C5C-18C099893A0E}" type="presParOf" srcId="{103A699C-CF16-4C22-A98F-0E4D91D55E25}" destId="{9B9BD600-3354-45BB-830A-9C27D8E55CB9}" srcOrd="1" destOrd="0" presId="urn:microsoft.com/office/officeart/2005/8/layout/hierarchy2"/>
    <dgm:cxn modelId="{40DF8242-9C4E-4A24-8556-931AF6D8DCCE}" type="presParOf" srcId="{9B9BD600-3354-45BB-830A-9C27D8E55CB9}" destId="{A40BCCCA-1518-491A-BA1F-65F6407049D3}" srcOrd="0" destOrd="0" presId="urn:microsoft.com/office/officeart/2005/8/layout/hierarchy2"/>
    <dgm:cxn modelId="{75CE66BF-E7C1-4D48-929E-558E21EC7AD1}" type="presParOf" srcId="{A40BCCCA-1518-491A-BA1F-65F6407049D3}" destId="{F1F58FDF-B445-4DF0-A2FD-F156FC2193DE}" srcOrd="0" destOrd="0" presId="urn:microsoft.com/office/officeart/2005/8/layout/hierarchy2"/>
    <dgm:cxn modelId="{C1001E9A-AF8F-4407-8D5C-BCD6B31A240D}" type="presParOf" srcId="{9B9BD600-3354-45BB-830A-9C27D8E55CB9}" destId="{D03ACC95-5177-4534-975D-10355E289E9B}" srcOrd="1" destOrd="0" presId="urn:microsoft.com/office/officeart/2005/8/layout/hierarchy2"/>
    <dgm:cxn modelId="{5454345D-B2C6-49F0-90CB-E19FF85F4939}" type="presParOf" srcId="{D03ACC95-5177-4534-975D-10355E289E9B}" destId="{17B840DE-2966-455B-9EF3-D2BCC6F49AC6}" srcOrd="0" destOrd="0" presId="urn:microsoft.com/office/officeart/2005/8/layout/hierarchy2"/>
    <dgm:cxn modelId="{5F2CF4CE-0B2C-47AD-B379-8A0AD61823D5}" type="presParOf" srcId="{D03ACC95-5177-4534-975D-10355E289E9B}" destId="{D780213D-2EB1-48EE-848A-D9BBC5127D2E}" srcOrd="1" destOrd="0" presId="urn:microsoft.com/office/officeart/2005/8/layout/hierarchy2"/>
    <dgm:cxn modelId="{F24CD6A9-3E35-4DFE-A9F4-597250B11BBB}" type="presParOf" srcId="{D780213D-2EB1-48EE-848A-D9BBC5127D2E}" destId="{D2A929F8-0A07-4353-9727-19BDB2CEF309}" srcOrd="0" destOrd="0" presId="urn:microsoft.com/office/officeart/2005/8/layout/hierarchy2"/>
    <dgm:cxn modelId="{6EB28303-B1B0-4628-ACD3-527132E35B82}" type="presParOf" srcId="{D2A929F8-0A07-4353-9727-19BDB2CEF309}" destId="{B89EADA7-6A37-4E0C-B70B-C6E5555B8D02}" srcOrd="0" destOrd="0" presId="urn:microsoft.com/office/officeart/2005/8/layout/hierarchy2"/>
    <dgm:cxn modelId="{5300AF01-80B3-4F72-80D7-BACE04B2192A}" type="presParOf" srcId="{D780213D-2EB1-48EE-848A-D9BBC5127D2E}" destId="{83DFCF5E-B759-408E-905E-7CC9AE9F9C10}" srcOrd="1" destOrd="0" presId="urn:microsoft.com/office/officeart/2005/8/layout/hierarchy2"/>
    <dgm:cxn modelId="{6A0D1E23-B4CF-429A-A0FA-909C33D4D83C}" type="presParOf" srcId="{83DFCF5E-B759-408E-905E-7CC9AE9F9C10}" destId="{E5F84641-E01D-4CA2-AD43-103AA95C5E87}" srcOrd="0" destOrd="0" presId="urn:microsoft.com/office/officeart/2005/8/layout/hierarchy2"/>
    <dgm:cxn modelId="{80A28289-78EB-4797-BB18-967F6870EA4C}" type="presParOf" srcId="{83DFCF5E-B759-408E-905E-7CC9AE9F9C10}" destId="{04F7F535-B98E-4E04-8505-B924CDF6F187}"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519028C-103C-4929-9554-912E7930D4D4}" type="doc">
      <dgm:prSet loTypeId="urn:microsoft.com/office/officeart/2016/7/layout/RepeatingBendingProcessNew" loCatId="process" qsTypeId="urn:microsoft.com/office/officeart/2005/8/quickstyle/simple2" qsCatId="simple" csTypeId="urn:microsoft.com/office/officeart/2005/8/colors/accent1_2" csCatId="accent1"/>
      <dgm:spPr/>
      <dgm:t>
        <a:bodyPr/>
        <a:lstStyle/>
        <a:p>
          <a:endParaRPr lang="en-US"/>
        </a:p>
      </dgm:t>
    </dgm:pt>
    <dgm:pt modelId="{D203BA38-DF4B-4BD1-8348-1CD0D667D00C}">
      <dgm:prSet/>
      <dgm:spPr/>
      <dgm:t>
        <a:bodyPr/>
        <a:lstStyle/>
        <a:p>
          <a:r>
            <a:rPr kumimoji="1" lang="ja-JP" b="0" i="0"/>
            <a:t>ネットワークのポート番号とは</a:t>
          </a:r>
          <a:r>
            <a:rPr kumimoji="1" lang="en-US" b="0" i="0"/>
            <a:t>1</a:t>
          </a:r>
          <a:r>
            <a:rPr kumimoji="1" lang="ja-JP" b="0" i="0"/>
            <a:t>つの</a:t>
          </a:r>
          <a:r>
            <a:rPr kumimoji="1" lang="en-US" b="0" i="0"/>
            <a:t>IP</a:t>
          </a:r>
          <a:r>
            <a:rPr kumimoji="1" lang="ja-JP" b="0" i="0"/>
            <a:t>アドレスでどのアプリやサービス宛てかを区別する為の番号です。</a:t>
          </a:r>
          <a:endParaRPr lang="en-US"/>
        </a:p>
      </dgm:t>
    </dgm:pt>
    <dgm:pt modelId="{3AEBDF2E-9790-4387-AA1F-EEE804085874}" type="parTrans" cxnId="{9253FD39-B13A-4136-8936-0F57D0EFCC2F}">
      <dgm:prSet/>
      <dgm:spPr/>
      <dgm:t>
        <a:bodyPr/>
        <a:lstStyle/>
        <a:p>
          <a:endParaRPr lang="en-US"/>
        </a:p>
      </dgm:t>
    </dgm:pt>
    <dgm:pt modelId="{EF841CBA-3B36-4569-897D-1493B919E41A}" type="sibTrans" cxnId="{9253FD39-B13A-4136-8936-0F57D0EFCC2F}">
      <dgm:prSet/>
      <dgm:spPr/>
      <dgm:t>
        <a:bodyPr/>
        <a:lstStyle/>
        <a:p>
          <a:endParaRPr lang="en-US"/>
        </a:p>
      </dgm:t>
    </dgm:pt>
    <dgm:pt modelId="{05F87DF3-DF1E-4FA5-82AC-7376DCDFCBD8}">
      <dgm:prSet/>
      <dgm:spPr/>
      <dgm:t>
        <a:bodyPr/>
        <a:lstStyle/>
        <a:p>
          <a:r>
            <a:rPr kumimoji="1" lang="ja-JP" b="0" i="0"/>
            <a:t>よくある例えとして集合住宅の部屋番号があげられます。</a:t>
          </a:r>
          <a:endParaRPr lang="en-US"/>
        </a:p>
      </dgm:t>
    </dgm:pt>
    <dgm:pt modelId="{4DDDAAF0-3266-46F9-A630-73D8068401AD}" type="parTrans" cxnId="{D3AA06A6-B024-4C41-809E-71EDDC1B213E}">
      <dgm:prSet/>
      <dgm:spPr/>
      <dgm:t>
        <a:bodyPr/>
        <a:lstStyle/>
        <a:p>
          <a:endParaRPr lang="en-US"/>
        </a:p>
      </dgm:t>
    </dgm:pt>
    <dgm:pt modelId="{00FFB8A7-6EC4-443E-A3B3-DD4BB05BE703}" type="sibTrans" cxnId="{D3AA06A6-B024-4C41-809E-71EDDC1B213E}">
      <dgm:prSet/>
      <dgm:spPr/>
      <dgm:t>
        <a:bodyPr/>
        <a:lstStyle/>
        <a:p>
          <a:endParaRPr lang="en-US"/>
        </a:p>
      </dgm:t>
    </dgm:pt>
    <dgm:pt modelId="{8848EB97-EE83-4D3D-B259-96D7FD35C2DB}">
      <dgm:prSet/>
      <dgm:spPr/>
      <dgm:t>
        <a:bodyPr/>
        <a:lstStyle/>
        <a:p>
          <a:r>
            <a:rPr kumimoji="1" lang="ja-JP" b="0" i="0"/>
            <a:t>同じ建物</a:t>
          </a:r>
          <a:r>
            <a:rPr kumimoji="1" lang="en-US" b="0" i="0"/>
            <a:t>(IP</a:t>
          </a:r>
          <a:r>
            <a:rPr kumimoji="1" lang="ja-JP" b="0" i="0"/>
            <a:t>アドレス</a:t>
          </a:r>
          <a:r>
            <a:rPr kumimoji="1" lang="en-US" b="0" i="0"/>
            <a:t>)</a:t>
          </a:r>
          <a:r>
            <a:rPr kumimoji="1" lang="ja-JP" b="0" i="0"/>
            <a:t>でも</a:t>
          </a:r>
          <a:r>
            <a:rPr kumimoji="1" lang="en-US" b="0" i="0"/>
            <a:t>101</a:t>
          </a:r>
          <a:r>
            <a:rPr kumimoji="1" lang="ja-JP" b="0" i="0"/>
            <a:t>号は</a:t>
          </a:r>
          <a:r>
            <a:rPr kumimoji="1" lang="en-US" b="0" i="0"/>
            <a:t>Web</a:t>
          </a:r>
          <a:r>
            <a:rPr kumimoji="1" lang="ja-JP" b="0" i="0"/>
            <a:t>サイト閲覧、</a:t>
          </a:r>
          <a:r>
            <a:rPr kumimoji="1" lang="en-US" b="0" i="0"/>
            <a:t>102</a:t>
          </a:r>
          <a:r>
            <a:rPr kumimoji="1" lang="ja-JP" b="0" i="0"/>
            <a:t>号室はリモート操作というようにポート番号を使う事でどのアプリに通信をしたいのかを指定することが可能です。</a:t>
          </a:r>
          <a:endParaRPr lang="en-US"/>
        </a:p>
      </dgm:t>
    </dgm:pt>
    <dgm:pt modelId="{0E36B0A2-6317-456E-B322-41A3A2BEB65A}" type="parTrans" cxnId="{F5D3E70C-4D22-4EA2-A067-5F26C32A630C}">
      <dgm:prSet/>
      <dgm:spPr/>
      <dgm:t>
        <a:bodyPr/>
        <a:lstStyle/>
        <a:p>
          <a:endParaRPr lang="en-US"/>
        </a:p>
      </dgm:t>
    </dgm:pt>
    <dgm:pt modelId="{1C1956B9-F3F4-4938-8CEB-2F0E63018625}" type="sibTrans" cxnId="{F5D3E70C-4D22-4EA2-A067-5F26C32A630C}">
      <dgm:prSet/>
      <dgm:spPr/>
      <dgm:t>
        <a:bodyPr/>
        <a:lstStyle/>
        <a:p>
          <a:endParaRPr lang="en-US"/>
        </a:p>
      </dgm:t>
    </dgm:pt>
    <dgm:pt modelId="{2A99DEE2-FBE1-4538-A10A-E761A2263194}">
      <dgm:prSet/>
      <dgm:spPr/>
      <dgm:t>
        <a:bodyPr/>
        <a:lstStyle/>
        <a:p>
          <a:r>
            <a:rPr kumimoji="1" lang="ja-JP" b="0" i="0"/>
            <a:t>ポート番号は</a:t>
          </a:r>
          <a:r>
            <a:rPr kumimoji="1" lang="en-US" b="0" i="0"/>
            <a:t>0</a:t>
          </a:r>
          <a:r>
            <a:rPr kumimoji="1" lang="ja-JP" b="0" i="0"/>
            <a:t>番から</a:t>
          </a:r>
          <a:r>
            <a:rPr kumimoji="1" lang="en-US" b="0" i="0"/>
            <a:t>65535</a:t>
          </a:r>
          <a:r>
            <a:rPr kumimoji="1" lang="ja-JP" b="0" i="0"/>
            <a:t>番まであり用途や管理の仕方でウェルノウンポート、登録済みポート、プライベートポートに分けられます。</a:t>
          </a:r>
          <a:endParaRPr lang="en-US"/>
        </a:p>
      </dgm:t>
    </dgm:pt>
    <dgm:pt modelId="{B778626A-9E9F-40F5-B3B6-731FB0DB3263}" type="parTrans" cxnId="{19FF0F6E-27F8-4C64-85F6-674371C9E459}">
      <dgm:prSet/>
      <dgm:spPr/>
      <dgm:t>
        <a:bodyPr/>
        <a:lstStyle/>
        <a:p>
          <a:endParaRPr lang="en-US"/>
        </a:p>
      </dgm:t>
    </dgm:pt>
    <dgm:pt modelId="{12BCB8BA-4742-4C7E-9B8D-FCC3667C3FB8}" type="sibTrans" cxnId="{19FF0F6E-27F8-4C64-85F6-674371C9E459}">
      <dgm:prSet/>
      <dgm:spPr/>
      <dgm:t>
        <a:bodyPr/>
        <a:lstStyle/>
        <a:p>
          <a:endParaRPr lang="en-US"/>
        </a:p>
      </dgm:t>
    </dgm:pt>
    <dgm:pt modelId="{2E5CD706-E0C4-4C9C-B6E7-737AE3C3C648}">
      <dgm:prSet/>
      <dgm:spPr/>
      <dgm:t>
        <a:bodyPr/>
        <a:lstStyle/>
        <a:p>
          <a:r>
            <a:rPr kumimoji="1" lang="ja-JP" b="0" i="0"/>
            <a:t>ウェルノウンポート</a:t>
          </a:r>
          <a:r>
            <a:rPr kumimoji="1" lang="en-US" b="0" i="0"/>
            <a:t>:0-1023</a:t>
          </a:r>
          <a:r>
            <a:rPr kumimoji="1" lang="ja-JP" b="0" i="0"/>
            <a:t>　特定のサービスやアプリケーションに標準的に割り当てられいるポートです。</a:t>
          </a:r>
          <a:br>
            <a:rPr kumimoji="1" lang="en-US" b="0" i="0"/>
          </a:br>
          <a:r>
            <a:rPr kumimoji="1" lang="ja-JP" b="0" i="0"/>
            <a:t>使用者はユーザーです。</a:t>
          </a:r>
          <a:endParaRPr lang="en-US"/>
        </a:p>
      </dgm:t>
    </dgm:pt>
    <dgm:pt modelId="{BC6DC390-C9A5-4CEA-B596-52DB448D7F0B}" type="parTrans" cxnId="{77657BA1-B0CC-4F41-85DE-873D925BAFA4}">
      <dgm:prSet/>
      <dgm:spPr/>
      <dgm:t>
        <a:bodyPr/>
        <a:lstStyle/>
        <a:p>
          <a:endParaRPr lang="en-US"/>
        </a:p>
      </dgm:t>
    </dgm:pt>
    <dgm:pt modelId="{2ABA39AD-CFF1-483E-85A5-2E1034E40604}" type="sibTrans" cxnId="{77657BA1-B0CC-4F41-85DE-873D925BAFA4}">
      <dgm:prSet/>
      <dgm:spPr/>
      <dgm:t>
        <a:bodyPr/>
        <a:lstStyle/>
        <a:p>
          <a:endParaRPr lang="en-US"/>
        </a:p>
      </dgm:t>
    </dgm:pt>
    <dgm:pt modelId="{E35A82AD-1DA6-4E30-81EE-62EB179DECF4}">
      <dgm:prSet/>
      <dgm:spPr/>
      <dgm:t>
        <a:bodyPr/>
        <a:lstStyle/>
        <a:p>
          <a:r>
            <a:rPr kumimoji="1" lang="ja-JP" b="0" i="0"/>
            <a:t>登録済みポート</a:t>
          </a:r>
          <a:r>
            <a:rPr kumimoji="1" lang="en-US" b="0" i="0"/>
            <a:t>:1024-49151 </a:t>
          </a:r>
          <a:r>
            <a:rPr kumimoji="1" lang="ja-JP" b="0" i="0"/>
            <a:t>特定のアプリケーションやサービス向けに登録されているポートです。</a:t>
          </a:r>
          <a:br>
            <a:rPr kumimoji="1" lang="en-US" b="0" i="0"/>
          </a:br>
          <a:r>
            <a:rPr kumimoji="1" lang="ja-JP" b="0" i="0"/>
            <a:t>使用者はソフトウェアです。</a:t>
          </a:r>
          <a:endParaRPr lang="en-US"/>
        </a:p>
      </dgm:t>
    </dgm:pt>
    <dgm:pt modelId="{588E380E-B3AD-4896-932F-919B2C895958}" type="parTrans" cxnId="{CCEC5AF5-0ABD-4D5A-8C4B-63281BF7EC4D}">
      <dgm:prSet/>
      <dgm:spPr/>
      <dgm:t>
        <a:bodyPr/>
        <a:lstStyle/>
        <a:p>
          <a:endParaRPr lang="en-US"/>
        </a:p>
      </dgm:t>
    </dgm:pt>
    <dgm:pt modelId="{157EE551-CF3D-4766-BF13-56DBC8B43D71}" type="sibTrans" cxnId="{CCEC5AF5-0ABD-4D5A-8C4B-63281BF7EC4D}">
      <dgm:prSet/>
      <dgm:spPr/>
      <dgm:t>
        <a:bodyPr/>
        <a:lstStyle/>
        <a:p>
          <a:endParaRPr lang="en-US"/>
        </a:p>
      </dgm:t>
    </dgm:pt>
    <dgm:pt modelId="{0B1681B2-E4F3-4407-81FA-7AA87557C7D1}">
      <dgm:prSet/>
      <dgm:spPr/>
      <dgm:t>
        <a:bodyPr/>
        <a:lstStyle/>
        <a:p>
          <a:r>
            <a:rPr kumimoji="1" lang="ja-JP" b="0" i="0"/>
            <a:t>プライベートポート</a:t>
          </a:r>
          <a:r>
            <a:rPr kumimoji="1" lang="en-US" b="0" i="0"/>
            <a:t>:49152-65535 </a:t>
          </a:r>
          <a:r>
            <a:rPr kumimoji="1" lang="ja-JP" b="0" i="0"/>
            <a:t>クライアントが一時的に接続するときに自動で割り当てられるポートです。</a:t>
          </a:r>
          <a:endParaRPr lang="en-US"/>
        </a:p>
      </dgm:t>
    </dgm:pt>
    <dgm:pt modelId="{9693D24B-FC3D-4F49-92C6-A099AFAA89F9}" type="parTrans" cxnId="{073351F4-F252-4724-8EE1-723B78D7B969}">
      <dgm:prSet/>
      <dgm:spPr/>
      <dgm:t>
        <a:bodyPr/>
        <a:lstStyle/>
        <a:p>
          <a:endParaRPr lang="en-US"/>
        </a:p>
      </dgm:t>
    </dgm:pt>
    <dgm:pt modelId="{3E56E8D9-0831-49BA-906F-C939755F7245}" type="sibTrans" cxnId="{073351F4-F252-4724-8EE1-723B78D7B969}">
      <dgm:prSet/>
      <dgm:spPr/>
      <dgm:t>
        <a:bodyPr/>
        <a:lstStyle/>
        <a:p>
          <a:endParaRPr lang="en-US"/>
        </a:p>
      </dgm:t>
    </dgm:pt>
    <dgm:pt modelId="{86362761-4DEC-423A-B7FA-705BE6544934}" type="pres">
      <dgm:prSet presAssocID="{1519028C-103C-4929-9554-912E7930D4D4}" presName="Name0" presStyleCnt="0">
        <dgm:presLayoutVars>
          <dgm:dir/>
          <dgm:resizeHandles val="exact"/>
        </dgm:presLayoutVars>
      </dgm:prSet>
      <dgm:spPr/>
    </dgm:pt>
    <dgm:pt modelId="{C3DC9D57-126B-42AE-8A99-B7F907E02B3B}" type="pres">
      <dgm:prSet presAssocID="{D203BA38-DF4B-4BD1-8348-1CD0D667D00C}" presName="node" presStyleLbl="node1" presStyleIdx="0" presStyleCnt="7">
        <dgm:presLayoutVars>
          <dgm:bulletEnabled val="1"/>
        </dgm:presLayoutVars>
      </dgm:prSet>
      <dgm:spPr/>
    </dgm:pt>
    <dgm:pt modelId="{A4FA2A62-A0D0-4E66-B0D7-005CBCE9BC5C}" type="pres">
      <dgm:prSet presAssocID="{EF841CBA-3B36-4569-897D-1493B919E41A}" presName="sibTrans" presStyleLbl="sibTrans1D1" presStyleIdx="0" presStyleCnt="6"/>
      <dgm:spPr/>
    </dgm:pt>
    <dgm:pt modelId="{B653C71D-963A-4137-BD05-CDC8A59501FB}" type="pres">
      <dgm:prSet presAssocID="{EF841CBA-3B36-4569-897D-1493B919E41A}" presName="connectorText" presStyleLbl="sibTrans1D1" presStyleIdx="0" presStyleCnt="6"/>
      <dgm:spPr/>
    </dgm:pt>
    <dgm:pt modelId="{0E8B83FD-CFED-45FA-A200-47F41804F110}" type="pres">
      <dgm:prSet presAssocID="{05F87DF3-DF1E-4FA5-82AC-7376DCDFCBD8}" presName="node" presStyleLbl="node1" presStyleIdx="1" presStyleCnt="7">
        <dgm:presLayoutVars>
          <dgm:bulletEnabled val="1"/>
        </dgm:presLayoutVars>
      </dgm:prSet>
      <dgm:spPr/>
    </dgm:pt>
    <dgm:pt modelId="{E1A537FA-8DE4-43D2-BF2E-AB4EC8DBC063}" type="pres">
      <dgm:prSet presAssocID="{00FFB8A7-6EC4-443E-A3B3-DD4BB05BE703}" presName="sibTrans" presStyleLbl="sibTrans1D1" presStyleIdx="1" presStyleCnt="6"/>
      <dgm:spPr/>
    </dgm:pt>
    <dgm:pt modelId="{AEEAB833-0563-4C6A-A022-758A93A386B7}" type="pres">
      <dgm:prSet presAssocID="{00FFB8A7-6EC4-443E-A3B3-DD4BB05BE703}" presName="connectorText" presStyleLbl="sibTrans1D1" presStyleIdx="1" presStyleCnt="6"/>
      <dgm:spPr/>
    </dgm:pt>
    <dgm:pt modelId="{E83E4398-85CC-43C1-8A9A-2D13DEB41404}" type="pres">
      <dgm:prSet presAssocID="{8848EB97-EE83-4D3D-B259-96D7FD35C2DB}" presName="node" presStyleLbl="node1" presStyleIdx="2" presStyleCnt="7">
        <dgm:presLayoutVars>
          <dgm:bulletEnabled val="1"/>
        </dgm:presLayoutVars>
      </dgm:prSet>
      <dgm:spPr/>
    </dgm:pt>
    <dgm:pt modelId="{E222ACD4-3E2C-4872-A5D1-8AE72DD26E55}" type="pres">
      <dgm:prSet presAssocID="{1C1956B9-F3F4-4938-8CEB-2F0E63018625}" presName="sibTrans" presStyleLbl="sibTrans1D1" presStyleIdx="2" presStyleCnt="6"/>
      <dgm:spPr/>
    </dgm:pt>
    <dgm:pt modelId="{41D7F4B9-2552-45CE-A497-176D2BDA1475}" type="pres">
      <dgm:prSet presAssocID="{1C1956B9-F3F4-4938-8CEB-2F0E63018625}" presName="connectorText" presStyleLbl="sibTrans1D1" presStyleIdx="2" presStyleCnt="6"/>
      <dgm:spPr/>
    </dgm:pt>
    <dgm:pt modelId="{04918620-C9B7-4F40-9E32-B2502D74915A}" type="pres">
      <dgm:prSet presAssocID="{2A99DEE2-FBE1-4538-A10A-E761A2263194}" presName="node" presStyleLbl="node1" presStyleIdx="3" presStyleCnt="7">
        <dgm:presLayoutVars>
          <dgm:bulletEnabled val="1"/>
        </dgm:presLayoutVars>
      </dgm:prSet>
      <dgm:spPr/>
    </dgm:pt>
    <dgm:pt modelId="{5FB088BF-F08A-4903-8F35-E7F5C119F83A}" type="pres">
      <dgm:prSet presAssocID="{12BCB8BA-4742-4C7E-9B8D-FCC3667C3FB8}" presName="sibTrans" presStyleLbl="sibTrans1D1" presStyleIdx="3" presStyleCnt="6"/>
      <dgm:spPr/>
    </dgm:pt>
    <dgm:pt modelId="{EA22664C-F39A-4CB1-9995-C85630C348D3}" type="pres">
      <dgm:prSet presAssocID="{12BCB8BA-4742-4C7E-9B8D-FCC3667C3FB8}" presName="connectorText" presStyleLbl="sibTrans1D1" presStyleIdx="3" presStyleCnt="6"/>
      <dgm:spPr/>
    </dgm:pt>
    <dgm:pt modelId="{E94BDC13-5C87-41A3-B340-74C4C9D8EC57}" type="pres">
      <dgm:prSet presAssocID="{2E5CD706-E0C4-4C9C-B6E7-737AE3C3C648}" presName="node" presStyleLbl="node1" presStyleIdx="4" presStyleCnt="7">
        <dgm:presLayoutVars>
          <dgm:bulletEnabled val="1"/>
        </dgm:presLayoutVars>
      </dgm:prSet>
      <dgm:spPr/>
    </dgm:pt>
    <dgm:pt modelId="{CFBACBEE-68AF-4865-9680-3E059E7FEAFD}" type="pres">
      <dgm:prSet presAssocID="{2ABA39AD-CFF1-483E-85A5-2E1034E40604}" presName="sibTrans" presStyleLbl="sibTrans1D1" presStyleIdx="4" presStyleCnt="6"/>
      <dgm:spPr/>
    </dgm:pt>
    <dgm:pt modelId="{30B59166-9F4B-4C14-B75D-5EF61144ACBF}" type="pres">
      <dgm:prSet presAssocID="{2ABA39AD-CFF1-483E-85A5-2E1034E40604}" presName="connectorText" presStyleLbl="sibTrans1D1" presStyleIdx="4" presStyleCnt="6"/>
      <dgm:spPr/>
    </dgm:pt>
    <dgm:pt modelId="{DD84B2BC-DAAB-4FC4-9B6B-20A91E7B54D7}" type="pres">
      <dgm:prSet presAssocID="{E35A82AD-1DA6-4E30-81EE-62EB179DECF4}" presName="node" presStyleLbl="node1" presStyleIdx="5" presStyleCnt="7">
        <dgm:presLayoutVars>
          <dgm:bulletEnabled val="1"/>
        </dgm:presLayoutVars>
      </dgm:prSet>
      <dgm:spPr/>
    </dgm:pt>
    <dgm:pt modelId="{93E6CC07-A488-46E2-8F95-04C1A46BD2B2}" type="pres">
      <dgm:prSet presAssocID="{157EE551-CF3D-4766-BF13-56DBC8B43D71}" presName="sibTrans" presStyleLbl="sibTrans1D1" presStyleIdx="5" presStyleCnt="6"/>
      <dgm:spPr/>
    </dgm:pt>
    <dgm:pt modelId="{C4549E61-787E-4D11-9CEA-CACA2F0877C0}" type="pres">
      <dgm:prSet presAssocID="{157EE551-CF3D-4766-BF13-56DBC8B43D71}" presName="connectorText" presStyleLbl="sibTrans1D1" presStyleIdx="5" presStyleCnt="6"/>
      <dgm:spPr/>
    </dgm:pt>
    <dgm:pt modelId="{108D30BE-C2F4-4E4F-A223-F4510176AA36}" type="pres">
      <dgm:prSet presAssocID="{0B1681B2-E4F3-4407-81FA-7AA87557C7D1}" presName="node" presStyleLbl="node1" presStyleIdx="6" presStyleCnt="7">
        <dgm:presLayoutVars>
          <dgm:bulletEnabled val="1"/>
        </dgm:presLayoutVars>
      </dgm:prSet>
      <dgm:spPr/>
    </dgm:pt>
  </dgm:ptLst>
  <dgm:cxnLst>
    <dgm:cxn modelId="{7B197D00-80CD-4F7D-AAA9-CD62BE8B60BB}" type="presOf" srcId="{157EE551-CF3D-4766-BF13-56DBC8B43D71}" destId="{93E6CC07-A488-46E2-8F95-04C1A46BD2B2}" srcOrd="0" destOrd="0" presId="urn:microsoft.com/office/officeart/2016/7/layout/RepeatingBendingProcessNew"/>
    <dgm:cxn modelId="{F5D3E70C-4D22-4EA2-A067-5F26C32A630C}" srcId="{1519028C-103C-4929-9554-912E7930D4D4}" destId="{8848EB97-EE83-4D3D-B259-96D7FD35C2DB}" srcOrd="2" destOrd="0" parTransId="{0E36B0A2-6317-456E-B322-41A3A2BEB65A}" sibTransId="{1C1956B9-F3F4-4938-8CEB-2F0E63018625}"/>
    <dgm:cxn modelId="{1D6AA61B-5341-4696-B84C-1EC93B38CE3E}" type="presOf" srcId="{E35A82AD-1DA6-4E30-81EE-62EB179DECF4}" destId="{DD84B2BC-DAAB-4FC4-9B6B-20A91E7B54D7}" srcOrd="0" destOrd="0" presId="urn:microsoft.com/office/officeart/2016/7/layout/RepeatingBendingProcessNew"/>
    <dgm:cxn modelId="{CAF6C325-A270-40C9-A92E-433CBEEF812D}" type="presOf" srcId="{12BCB8BA-4742-4C7E-9B8D-FCC3667C3FB8}" destId="{5FB088BF-F08A-4903-8F35-E7F5C119F83A}" srcOrd="0" destOrd="0" presId="urn:microsoft.com/office/officeart/2016/7/layout/RepeatingBendingProcessNew"/>
    <dgm:cxn modelId="{5D2C1035-56F2-4A71-BC1D-84F0B50AEC95}" type="presOf" srcId="{8848EB97-EE83-4D3D-B259-96D7FD35C2DB}" destId="{E83E4398-85CC-43C1-8A9A-2D13DEB41404}" srcOrd="0" destOrd="0" presId="urn:microsoft.com/office/officeart/2016/7/layout/RepeatingBendingProcessNew"/>
    <dgm:cxn modelId="{9253FD39-B13A-4136-8936-0F57D0EFCC2F}" srcId="{1519028C-103C-4929-9554-912E7930D4D4}" destId="{D203BA38-DF4B-4BD1-8348-1CD0D667D00C}" srcOrd="0" destOrd="0" parTransId="{3AEBDF2E-9790-4387-AA1F-EEE804085874}" sibTransId="{EF841CBA-3B36-4569-897D-1493B919E41A}"/>
    <dgm:cxn modelId="{FCDF3342-D26A-4BC6-92D4-CF98DB0B947E}" type="presOf" srcId="{EF841CBA-3B36-4569-897D-1493B919E41A}" destId="{A4FA2A62-A0D0-4E66-B0D7-005CBCE9BC5C}" srcOrd="0" destOrd="0" presId="urn:microsoft.com/office/officeart/2016/7/layout/RepeatingBendingProcessNew"/>
    <dgm:cxn modelId="{115BCD46-DB9E-49C8-A10B-D342A2BC3DB1}" type="presOf" srcId="{0B1681B2-E4F3-4407-81FA-7AA87557C7D1}" destId="{108D30BE-C2F4-4E4F-A223-F4510176AA36}" srcOrd="0" destOrd="0" presId="urn:microsoft.com/office/officeart/2016/7/layout/RepeatingBendingProcessNew"/>
    <dgm:cxn modelId="{66F4E566-547F-4BEB-8ACD-E6F06AC2D5F5}" type="presOf" srcId="{EF841CBA-3B36-4569-897D-1493B919E41A}" destId="{B653C71D-963A-4137-BD05-CDC8A59501FB}" srcOrd="1" destOrd="0" presId="urn:microsoft.com/office/officeart/2016/7/layout/RepeatingBendingProcessNew"/>
    <dgm:cxn modelId="{FB4B3B67-0A21-4B84-ACC8-A2448A2CF57D}" type="presOf" srcId="{2A99DEE2-FBE1-4538-A10A-E761A2263194}" destId="{04918620-C9B7-4F40-9E32-B2502D74915A}" srcOrd="0" destOrd="0" presId="urn:microsoft.com/office/officeart/2016/7/layout/RepeatingBendingProcessNew"/>
    <dgm:cxn modelId="{19FF0F6E-27F8-4C64-85F6-674371C9E459}" srcId="{1519028C-103C-4929-9554-912E7930D4D4}" destId="{2A99DEE2-FBE1-4538-A10A-E761A2263194}" srcOrd="3" destOrd="0" parTransId="{B778626A-9E9F-40F5-B3B6-731FB0DB3263}" sibTransId="{12BCB8BA-4742-4C7E-9B8D-FCC3667C3FB8}"/>
    <dgm:cxn modelId="{D1469E78-4C40-4709-BA24-BA2EF8C615B6}" type="presOf" srcId="{2E5CD706-E0C4-4C9C-B6E7-737AE3C3C648}" destId="{E94BDC13-5C87-41A3-B340-74C4C9D8EC57}" srcOrd="0" destOrd="0" presId="urn:microsoft.com/office/officeart/2016/7/layout/RepeatingBendingProcessNew"/>
    <dgm:cxn modelId="{54D6937F-8B42-4346-A90B-3C1E4185D671}" type="presOf" srcId="{157EE551-CF3D-4766-BF13-56DBC8B43D71}" destId="{C4549E61-787E-4D11-9CEA-CACA2F0877C0}" srcOrd="1" destOrd="0" presId="urn:microsoft.com/office/officeart/2016/7/layout/RepeatingBendingProcessNew"/>
    <dgm:cxn modelId="{69AE9C84-2E80-42E5-A369-2F04ACC606C3}" type="presOf" srcId="{2ABA39AD-CFF1-483E-85A5-2E1034E40604}" destId="{30B59166-9F4B-4C14-B75D-5EF61144ACBF}" srcOrd="1" destOrd="0" presId="urn:microsoft.com/office/officeart/2016/7/layout/RepeatingBendingProcessNew"/>
    <dgm:cxn modelId="{77657BA1-B0CC-4F41-85DE-873D925BAFA4}" srcId="{1519028C-103C-4929-9554-912E7930D4D4}" destId="{2E5CD706-E0C4-4C9C-B6E7-737AE3C3C648}" srcOrd="4" destOrd="0" parTransId="{BC6DC390-C9A5-4CEA-B596-52DB448D7F0B}" sibTransId="{2ABA39AD-CFF1-483E-85A5-2E1034E40604}"/>
    <dgm:cxn modelId="{D3AA06A6-B024-4C41-809E-71EDDC1B213E}" srcId="{1519028C-103C-4929-9554-912E7930D4D4}" destId="{05F87DF3-DF1E-4FA5-82AC-7376DCDFCBD8}" srcOrd="1" destOrd="0" parTransId="{4DDDAAF0-3266-46F9-A630-73D8068401AD}" sibTransId="{00FFB8A7-6EC4-443E-A3B3-DD4BB05BE703}"/>
    <dgm:cxn modelId="{0FD727A9-6CE8-4BA7-B723-059C0E0297A4}" type="presOf" srcId="{1C1956B9-F3F4-4938-8CEB-2F0E63018625}" destId="{E222ACD4-3E2C-4872-A5D1-8AE72DD26E55}" srcOrd="0" destOrd="0" presId="urn:microsoft.com/office/officeart/2016/7/layout/RepeatingBendingProcessNew"/>
    <dgm:cxn modelId="{E8945DB9-C8B8-47AE-965C-51AA7AD07406}" type="presOf" srcId="{00FFB8A7-6EC4-443E-A3B3-DD4BB05BE703}" destId="{AEEAB833-0563-4C6A-A022-758A93A386B7}" srcOrd="1" destOrd="0" presId="urn:microsoft.com/office/officeart/2016/7/layout/RepeatingBendingProcessNew"/>
    <dgm:cxn modelId="{64F8B7B9-4832-4957-837D-E43074928089}" type="presOf" srcId="{12BCB8BA-4742-4C7E-9B8D-FCC3667C3FB8}" destId="{EA22664C-F39A-4CB1-9995-C85630C348D3}" srcOrd="1" destOrd="0" presId="urn:microsoft.com/office/officeart/2016/7/layout/RepeatingBendingProcessNew"/>
    <dgm:cxn modelId="{70000EBA-BDA1-4246-9885-59661993393B}" type="presOf" srcId="{D203BA38-DF4B-4BD1-8348-1CD0D667D00C}" destId="{C3DC9D57-126B-42AE-8A99-B7F907E02B3B}" srcOrd="0" destOrd="0" presId="urn:microsoft.com/office/officeart/2016/7/layout/RepeatingBendingProcessNew"/>
    <dgm:cxn modelId="{3D6ADBBC-6056-4F19-80F7-39B14E190E28}" type="presOf" srcId="{1519028C-103C-4929-9554-912E7930D4D4}" destId="{86362761-4DEC-423A-B7FA-705BE6544934}" srcOrd="0" destOrd="0" presId="urn:microsoft.com/office/officeart/2016/7/layout/RepeatingBendingProcessNew"/>
    <dgm:cxn modelId="{230D7CC9-E975-40C2-AB1C-08E5B8803269}" type="presOf" srcId="{1C1956B9-F3F4-4938-8CEB-2F0E63018625}" destId="{41D7F4B9-2552-45CE-A497-176D2BDA1475}" srcOrd="1" destOrd="0" presId="urn:microsoft.com/office/officeart/2016/7/layout/RepeatingBendingProcessNew"/>
    <dgm:cxn modelId="{6B02AEE0-A921-40B9-9A19-5F280199B5D4}" type="presOf" srcId="{05F87DF3-DF1E-4FA5-82AC-7376DCDFCBD8}" destId="{0E8B83FD-CFED-45FA-A200-47F41804F110}" srcOrd="0" destOrd="0" presId="urn:microsoft.com/office/officeart/2016/7/layout/RepeatingBendingProcessNew"/>
    <dgm:cxn modelId="{C4C2F0F2-D4DD-4742-9589-51E0A8AB698A}" type="presOf" srcId="{2ABA39AD-CFF1-483E-85A5-2E1034E40604}" destId="{CFBACBEE-68AF-4865-9680-3E059E7FEAFD}" srcOrd="0" destOrd="0" presId="urn:microsoft.com/office/officeart/2016/7/layout/RepeatingBendingProcessNew"/>
    <dgm:cxn modelId="{90C3A4F3-A638-405B-9630-4DDC346DD196}" type="presOf" srcId="{00FFB8A7-6EC4-443E-A3B3-DD4BB05BE703}" destId="{E1A537FA-8DE4-43D2-BF2E-AB4EC8DBC063}" srcOrd="0" destOrd="0" presId="urn:microsoft.com/office/officeart/2016/7/layout/RepeatingBendingProcessNew"/>
    <dgm:cxn modelId="{073351F4-F252-4724-8EE1-723B78D7B969}" srcId="{1519028C-103C-4929-9554-912E7930D4D4}" destId="{0B1681B2-E4F3-4407-81FA-7AA87557C7D1}" srcOrd="6" destOrd="0" parTransId="{9693D24B-FC3D-4F49-92C6-A099AFAA89F9}" sibTransId="{3E56E8D9-0831-49BA-906F-C939755F7245}"/>
    <dgm:cxn modelId="{CCEC5AF5-0ABD-4D5A-8C4B-63281BF7EC4D}" srcId="{1519028C-103C-4929-9554-912E7930D4D4}" destId="{E35A82AD-1DA6-4E30-81EE-62EB179DECF4}" srcOrd="5" destOrd="0" parTransId="{588E380E-B3AD-4896-932F-919B2C895958}" sibTransId="{157EE551-CF3D-4766-BF13-56DBC8B43D71}"/>
    <dgm:cxn modelId="{96527F33-7552-4478-8977-7DF3F575CEA4}" type="presParOf" srcId="{86362761-4DEC-423A-B7FA-705BE6544934}" destId="{C3DC9D57-126B-42AE-8A99-B7F907E02B3B}" srcOrd="0" destOrd="0" presId="urn:microsoft.com/office/officeart/2016/7/layout/RepeatingBendingProcessNew"/>
    <dgm:cxn modelId="{AD7D5069-9FEC-4CEF-9309-3E6518E7FA91}" type="presParOf" srcId="{86362761-4DEC-423A-B7FA-705BE6544934}" destId="{A4FA2A62-A0D0-4E66-B0D7-005CBCE9BC5C}" srcOrd="1" destOrd="0" presId="urn:microsoft.com/office/officeart/2016/7/layout/RepeatingBendingProcessNew"/>
    <dgm:cxn modelId="{211B60B1-427B-4B13-A23F-123C745E6F87}" type="presParOf" srcId="{A4FA2A62-A0D0-4E66-B0D7-005CBCE9BC5C}" destId="{B653C71D-963A-4137-BD05-CDC8A59501FB}" srcOrd="0" destOrd="0" presId="urn:microsoft.com/office/officeart/2016/7/layout/RepeatingBendingProcessNew"/>
    <dgm:cxn modelId="{B8957E6D-0294-429A-B8AD-A822A511F943}" type="presParOf" srcId="{86362761-4DEC-423A-B7FA-705BE6544934}" destId="{0E8B83FD-CFED-45FA-A200-47F41804F110}" srcOrd="2" destOrd="0" presId="urn:microsoft.com/office/officeart/2016/7/layout/RepeatingBendingProcessNew"/>
    <dgm:cxn modelId="{5F5709B9-66B3-4D93-8265-8BB660B850E7}" type="presParOf" srcId="{86362761-4DEC-423A-B7FA-705BE6544934}" destId="{E1A537FA-8DE4-43D2-BF2E-AB4EC8DBC063}" srcOrd="3" destOrd="0" presId="urn:microsoft.com/office/officeart/2016/7/layout/RepeatingBendingProcessNew"/>
    <dgm:cxn modelId="{C3C77AD9-B478-4104-8FAE-49C492D5203D}" type="presParOf" srcId="{E1A537FA-8DE4-43D2-BF2E-AB4EC8DBC063}" destId="{AEEAB833-0563-4C6A-A022-758A93A386B7}" srcOrd="0" destOrd="0" presId="urn:microsoft.com/office/officeart/2016/7/layout/RepeatingBendingProcessNew"/>
    <dgm:cxn modelId="{693F8DE2-572F-4DF8-8201-126321BF0698}" type="presParOf" srcId="{86362761-4DEC-423A-B7FA-705BE6544934}" destId="{E83E4398-85CC-43C1-8A9A-2D13DEB41404}" srcOrd="4" destOrd="0" presId="urn:microsoft.com/office/officeart/2016/7/layout/RepeatingBendingProcessNew"/>
    <dgm:cxn modelId="{5C68CF16-C7F8-442D-9A49-41F7758B590A}" type="presParOf" srcId="{86362761-4DEC-423A-B7FA-705BE6544934}" destId="{E222ACD4-3E2C-4872-A5D1-8AE72DD26E55}" srcOrd="5" destOrd="0" presId="urn:microsoft.com/office/officeart/2016/7/layout/RepeatingBendingProcessNew"/>
    <dgm:cxn modelId="{3C8340F9-7994-44C5-B396-1A14541C3006}" type="presParOf" srcId="{E222ACD4-3E2C-4872-A5D1-8AE72DD26E55}" destId="{41D7F4B9-2552-45CE-A497-176D2BDA1475}" srcOrd="0" destOrd="0" presId="urn:microsoft.com/office/officeart/2016/7/layout/RepeatingBendingProcessNew"/>
    <dgm:cxn modelId="{83B17C13-43AB-4FF5-815F-122537E57CFF}" type="presParOf" srcId="{86362761-4DEC-423A-B7FA-705BE6544934}" destId="{04918620-C9B7-4F40-9E32-B2502D74915A}" srcOrd="6" destOrd="0" presId="urn:microsoft.com/office/officeart/2016/7/layout/RepeatingBendingProcessNew"/>
    <dgm:cxn modelId="{D9282487-6BE2-46A3-9C04-6672FB0E11D3}" type="presParOf" srcId="{86362761-4DEC-423A-B7FA-705BE6544934}" destId="{5FB088BF-F08A-4903-8F35-E7F5C119F83A}" srcOrd="7" destOrd="0" presId="urn:microsoft.com/office/officeart/2016/7/layout/RepeatingBendingProcessNew"/>
    <dgm:cxn modelId="{EC485E87-B090-4CA5-A029-EB2132D2220C}" type="presParOf" srcId="{5FB088BF-F08A-4903-8F35-E7F5C119F83A}" destId="{EA22664C-F39A-4CB1-9995-C85630C348D3}" srcOrd="0" destOrd="0" presId="urn:microsoft.com/office/officeart/2016/7/layout/RepeatingBendingProcessNew"/>
    <dgm:cxn modelId="{E3335404-A30A-4DFC-9A0B-3F26969250E9}" type="presParOf" srcId="{86362761-4DEC-423A-B7FA-705BE6544934}" destId="{E94BDC13-5C87-41A3-B340-74C4C9D8EC57}" srcOrd="8" destOrd="0" presId="urn:microsoft.com/office/officeart/2016/7/layout/RepeatingBendingProcessNew"/>
    <dgm:cxn modelId="{6324B793-D147-4B81-9FEF-FD61FBCF25C5}" type="presParOf" srcId="{86362761-4DEC-423A-B7FA-705BE6544934}" destId="{CFBACBEE-68AF-4865-9680-3E059E7FEAFD}" srcOrd="9" destOrd="0" presId="urn:microsoft.com/office/officeart/2016/7/layout/RepeatingBendingProcessNew"/>
    <dgm:cxn modelId="{1D31B86D-3497-42B9-ACEC-968A9E50DB59}" type="presParOf" srcId="{CFBACBEE-68AF-4865-9680-3E059E7FEAFD}" destId="{30B59166-9F4B-4C14-B75D-5EF61144ACBF}" srcOrd="0" destOrd="0" presId="urn:microsoft.com/office/officeart/2016/7/layout/RepeatingBendingProcessNew"/>
    <dgm:cxn modelId="{A51F161A-8998-40F7-B0B5-BCC9515888A4}" type="presParOf" srcId="{86362761-4DEC-423A-B7FA-705BE6544934}" destId="{DD84B2BC-DAAB-4FC4-9B6B-20A91E7B54D7}" srcOrd="10" destOrd="0" presId="urn:microsoft.com/office/officeart/2016/7/layout/RepeatingBendingProcessNew"/>
    <dgm:cxn modelId="{1B0E0472-CD19-4EA7-B9AF-FE4655EBA99F}" type="presParOf" srcId="{86362761-4DEC-423A-B7FA-705BE6544934}" destId="{93E6CC07-A488-46E2-8F95-04C1A46BD2B2}" srcOrd="11" destOrd="0" presId="urn:microsoft.com/office/officeart/2016/7/layout/RepeatingBendingProcessNew"/>
    <dgm:cxn modelId="{DA740C36-0D0E-43B9-88F1-78DEEB3C44F1}" type="presParOf" srcId="{93E6CC07-A488-46E2-8F95-04C1A46BD2B2}" destId="{C4549E61-787E-4D11-9CEA-CACA2F0877C0}" srcOrd="0" destOrd="0" presId="urn:microsoft.com/office/officeart/2016/7/layout/RepeatingBendingProcessNew"/>
    <dgm:cxn modelId="{A832CC4C-EA3B-4B41-9CA5-9C7A1E945422}" type="presParOf" srcId="{86362761-4DEC-423A-B7FA-705BE6544934}" destId="{108D30BE-C2F4-4E4F-A223-F4510176AA36}" srcOrd="12"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782B9D-6DA2-4BFB-B52B-1BC4F6154583}" type="doc">
      <dgm:prSet loTypeId="urn:microsoft.com/office/officeart/2016/7/layout/LinearArrowProcessNumbered" loCatId="process" qsTypeId="urn:microsoft.com/office/officeart/2005/8/quickstyle/simple2" qsCatId="simple" csTypeId="urn:microsoft.com/office/officeart/2005/8/colors/accent3_2" csCatId="accent3"/>
      <dgm:spPr/>
      <dgm:t>
        <a:bodyPr/>
        <a:lstStyle/>
        <a:p>
          <a:endParaRPr lang="en-US"/>
        </a:p>
      </dgm:t>
    </dgm:pt>
    <dgm:pt modelId="{80E8CE65-E80E-41AF-93B4-C9A2D526F346}">
      <dgm:prSet/>
      <dgm:spPr/>
      <dgm:t>
        <a:bodyPr/>
        <a:lstStyle/>
        <a:p>
          <a:r>
            <a:rPr kumimoji="1" lang="ja-JP" b="0" i="0"/>
            <a:t>ネットワークのポート番号とは</a:t>
          </a:r>
          <a:r>
            <a:rPr kumimoji="1" lang="en-US" b="0" i="0"/>
            <a:t>1</a:t>
          </a:r>
          <a:r>
            <a:rPr kumimoji="1" lang="ja-JP" b="0" i="0"/>
            <a:t>つの</a:t>
          </a:r>
          <a:r>
            <a:rPr kumimoji="1" lang="en-US" b="0" i="0"/>
            <a:t>IP</a:t>
          </a:r>
          <a:r>
            <a:rPr kumimoji="1" lang="ja-JP" b="0" i="0"/>
            <a:t>アドレスでどのアプリやサービス宛てかを区別する為の番号です。</a:t>
          </a:r>
          <a:endParaRPr lang="en-US"/>
        </a:p>
      </dgm:t>
    </dgm:pt>
    <dgm:pt modelId="{45F53B39-D1ED-4CD8-8E62-99F101C53AF0}" type="parTrans" cxnId="{E7B7DCC3-D532-4BF6-8982-FD3760EFA8C1}">
      <dgm:prSet/>
      <dgm:spPr/>
      <dgm:t>
        <a:bodyPr/>
        <a:lstStyle/>
        <a:p>
          <a:endParaRPr lang="en-US"/>
        </a:p>
      </dgm:t>
    </dgm:pt>
    <dgm:pt modelId="{77806915-D070-4CAF-BA15-EBC010137068}" type="sibTrans" cxnId="{E7B7DCC3-D532-4BF6-8982-FD3760EFA8C1}">
      <dgm:prSet phldrT="1" phldr="0"/>
      <dgm:spPr/>
      <dgm:t>
        <a:bodyPr/>
        <a:lstStyle/>
        <a:p>
          <a:r>
            <a:rPr lang="en-US"/>
            <a:t>1</a:t>
          </a:r>
        </a:p>
      </dgm:t>
    </dgm:pt>
    <dgm:pt modelId="{7E475F44-1258-4BB8-81E0-75728ACA3464}">
      <dgm:prSet/>
      <dgm:spPr/>
      <dgm:t>
        <a:bodyPr/>
        <a:lstStyle/>
        <a:p>
          <a:r>
            <a:rPr kumimoji="1" lang="ja-JP" b="0" i="0"/>
            <a:t>よくある例えとして集合住宅の部屋番号があげられます。</a:t>
          </a:r>
          <a:endParaRPr lang="en-US"/>
        </a:p>
      </dgm:t>
    </dgm:pt>
    <dgm:pt modelId="{A5F51AC0-F483-4781-BB65-8C8249748038}" type="parTrans" cxnId="{CFEEA5B7-5433-4167-A121-B9829EF00C51}">
      <dgm:prSet/>
      <dgm:spPr/>
      <dgm:t>
        <a:bodyPr/>
        <a:lstStyle/>
        <a:p>
          <a:endParaRPr lang="en-US"/>
        </a:p>
      </dgm:t>
    </dgm:pt>
    <dgm:pt modelId="{7029FA61-2930-4A6B-A1B2-F0C7BCEA1CD4}" type="sibTrans" cxnId="{CFEEA5B7-5433-4167-A121-B9829EF00C51}">
      <dgm:prSet phldrT="2" phldr="0"/>
      <dgm:spPr/>
      <dgm:t>
        <a:bodyPr/>
        <a:lstStyle/>
        <a:p>
          <a:r>
            <a:rPr lang="en-US"/>
            <a:t>2</a:t>
          </a:r>
        </a:p>
      </dgm:t>
    </dgm:pt>
    <dgm:pt modelId="{5CBC0296-629B-4EE8-AE65-F4C68A1F1C36}">
      <dgm:prSet/>
      <dgm:spPr/>
      <dgm:t>
        <a:bodyPr/>
        <a:lstStyle/>
        <a:p>
          <a:r>
            <a:rPr kumimoji="1" lang="ja-JP" b="0" i="0"/>
            <a:t>同じ建物</a:t>
          </a:r>
          <a:r>
            <a:rPr kumimoji="1" lang="en-US" b="0" i="0"/>
            <a:t>(IP</a:t>
          </a:r>
          <a:r>
            <a:rPr kumimoji="1" lang="ja-JP" b="0" i="0"/>
            <a:t>アドレス</a:t>
          </a:r>
          <a:r>
            <a:rPr kumimoji="1" lang="en-US" b="0" i="0"/>
            <a:t>)</a:t>
          </a:r>
          <a:r>
            <a:rPr kumimoji="1" lang="ja-JP" b="0" i="0"/>
            <a:t>でも</a:t>
          </a:r>
          <a:r>
            <a:rPr kumimoji="1" lang="en-US" b="0" i="0"/>
            <a:t>101</a:t>
          </a:r>
          <a:r>
            <a:rPr kumimoji="1" lang="ja-JP" b="0" i="0"/>
            <a:t>号は</a:t>
          </a:r>
          <a:r>
            <a:rPr kumimoji="1" lang="en-US" b="0" i="0"/>
            <a:t>Web</a:t>
          </a:r>
          <a:r>
            <a:rPr kumimoji="1" lang="ja-JP" b="0" i="0"/>
            <a:t>サイト閲覧、</a:t>
          </a:r>
          <a:r>
            <a:rPr kumimoji="1" lang="en-US" b="0" i="0"/>
            <a:t>102</a:t>
          </a:r>
          <a:r>
            <a:rPr kumimoji="1" lang="ja-JP" b="0" i="0"/>
            <a:t>号室はリモート操作というようにポート番号を使う事でどのアプリに通信をしたいのかを指定することが可能です。</a:t>
          </a:r>
          <a:endParaRPr lang="en-US"/>
        </a:p>
      </dgm:t>
    </dgm:pt>
    <dgm:pt modelId="{4F5F01FA-7888-40D7-B3BE-EB4A9E5F0221}" type="parTrans" cxnId="{20768748-BF0C-41E2-9956-22E69BB3C205}">
      <dgm:prSet/>
      <dgm:spPr/>
      <dgm:t>
        <a:bodyPr/>
        <a:lstStyle/>
        <a:p>
          <a:endParaRPr lang="en-US"/>
        </a:p>
      </dgm:t>
    </dgm:pt>
    <dgm:pt modelId="{49216026-2553-4835-A0DD-94783FAD512F}" type="sibTrans" cxnId="{20768748-BF0C-41E2-9956-22E69BB3C205}">
      <dgm:prSet phldrT="3" phldr="0"/>
      <dgm:spPr/>
      <dgm:t>
        <a:bodyPr/>
        <a:lstStyle/>
        <a:p>
          <a:r>
            <a:rPr lang="en-US"/>
            <a:t>3</a:t>
          </a:r>
        </a:p>
      </dgm:t>
    </dgm:pt>
    <dgm:pt modelId="{D78A50DF-E4EF-4AAE-9F47-79E23971180D}">
      <dgm:prSet/>
      <dgm:spPr/>
      <dgm:t>
        <a:bodyPr/>
        <a:lstStyle/>
        <a:p>
          <a:r>
            <a:rPr kumimoji="1" lang="ja-JP" b="0" i="0"/>
            <a:t>ポート番号は</a:t>
          </a:r>
          <a:r>
            <a:rPr kumimoji="1" lang="en-US" b="0" i="0"/>
            <a:t>0</a:t>
          </a:r>
          <a:r>
            <a:rPr kumimoji="1" lang="ja-JP" b="0" i="0"/>
            <a:t>番から</a:t>
          </a:r>
          <a:r>
            <a:rPr kumimoji="1" lang="en-US" b="0" i="0"/>
            <a:t>65535</a:t>
          </a:r>
          <a:r>
            <a:rPr kumimoji="1" lang="ja-JP" b="0" i="0"/>
            <a:t>番まであり用途や管理の仕方でウェルノウンポート、登録済みポート、プライベートポートに分けられます。</a:t>
          </a:r>
          <a:endParaRPr lang="en-US"/>
        </a:p>
      </dgm:t>
    </dgm:pt>
    <dgm:pt modelId="{E9531BD4-42A6-4104-A14F-0AA36455583E}" type="parTrans" cxnId="{99A5DAEB-C2E7-4576-94E6-7A35E2A42032}">
      <dgm:prSet/>
      <dgm:spPr/>
      <dgm:t>
        <a:bodyPr/>
        <a:lstStyle/>
        <a:p>
          <a:endParaRPr lang="en-US"/>
        </a:p>
      </dgm:t>
    </dgm:pt>
    <dgm:pt modelId="{3C32EB6A-BB34-497D-A14A-BBEC45F00FFD}" type="sibTrans" cxnId="{99A5DAEB-C2E7-4576-94E6-7A35E2A42032}">
      <dgm:prSet phldrT="4" phldr="0"/>
      <dgm:spPr/>
      <dgm:t>
        <a:bodyPr/>
        <a:lstStyle/>
        <a:p>
          <a:r>
            <a:rPr lang="en-US"/>
            <a:t>4</a:t>
          </a:r>
        </a:p>
      </dgm:t>
    </dgm:pt>
    <dgm:pt modelId="{A89C0E6E-BE5A-4D7D-9B05-8DE071DEA505}">
      <dgm:prSet/>
      <dgm:spPr/>
      <dgm:t>
        <a:bodyPr/>
        <a:lstStyle/>
        <a:p>
          <a:r>
            <a:rPr kumimoji="1" lang="ja-JP" b="0" i="0"/>
            <a:t>ウェルノウンポート</a:t>
          </a:r>
          <a:r>
            <a:rPr kumimoji="1" lang="en-US" b="0" i="0"/>
            <a:t>:0-1023</a:t>
          </a:r>
          <a:r>
            <a:rPr kumimoji="1" lang="ja-JP" b="0" i="0"/>
            <a:t>　特定のサービスやアプリケーションに標準的に割り当てられいるポートです。</a:t>
          </a:r>
          <a:br>
            <a:rPr kumimoji="1" lang="en-US" b="0" i="0"/>
          </a:br>
          <a:r>
            <a:rPr kumimoji="1" lang="ja-JP" b="0" i="0"/>
            <a:t>使用者はユーザーです。</a:t>
          </a:r>
          <a:endParaRPr lang="en-US"/>
        </a:p>
      </dgm:t>
    </dgm:pt>
    <dgm:pt modelId="{22C1FDF0-EF7E-4329-B9EA-E0B0B233A48A}" type="parTrans" cxnId="{47FBE6A7-9921-4DBD-8F9B-5BD202BC4AA0}">
      <dgm:prSet/>
      <dgm:spPr/>
      <dgm:t>
        <a:bodyPr/>
        <a:lstStyle/>
        <a:p>
          <a:endParaRPr lang="en-US"/>
        </a:p>
      </dgm:t>
    </dgm:pt>
    <dgm:pt modelId="{EFA56317-082B-45BC-A000-9E30A305B3ED}" type="sibTrans" cxnId="{47FBE6A7-9921-4DBD-8F9B-5BD202BC4AA0}">
      <dgm:prSet phldrT="5" phldr="0"/>
      <dgm:spPr/>
      <dgm:t>
        <a:bodyPr/>
        <a:lstStyle/>
        <a:p>
          <a:r>
            <a:rPr lang="en-US"/>
            <a:t>5</a:t>
          </a:r>
        </a:p>
      </dgm:t>
    </dgm:pt>
    <dgm:pt modelId="{7078B1EB-B30C-4071-9F0F-551C04AD0AA7}">
      <dgm:prSet/>
      <dgm:spPr/>
      <dgm:t>
        <a:bodyPr/>
        <a:lstStyle/>
        <a:p>
          <a:r>
            <a:rPr kumimoji="1" lang="ja-JP" b="0" i="0"/>
            <a:t>登録済みポート</a:t>
          </a:r>
          <a:r>
            <a:rPr kumimoji="1" lang="en-US" b="0" i="0"/>
            <a:t>:1024-49151 </a:t>
          </a:r>
          <a:r>
            <a:rPr kumimoji="1" lang="ja-JP" b="0" i="0"/>
            <a:t>特定のアプリケーションやサービス向けに登録されているポートです。</a:t>
          </a:r>
          <a:br>
            <a:rPr kumimoji="1" lang="en-US" b="0" i="0"/>
          </a:br>
          <a:r>
            <a:rPr kumimoji="1" lang="ja-JP" b="0" i="0"/>
            <a:t>使用者はソフトウェアです。</a:t>
          </a:r>
          <a:endParaRPr lang="en-US"/>
        </a:p>
      </dgm:t>
    </dgm:pt>
    <dgm:pt modelId="{8325F79A-9A72-4951-902B-CC1D6A8945C4}" type="parTrans" cxnId="{E7B25DA2-9FA8-4E7E-9D71-F1F513A6DEE5}">
      <dgm:prSet/>
      <dgm:spPr/>
      <dgm:t>
        <a:bodyPr/>
        <a:lstStyle/>
        <a:p>
          <a:endParaRPr lang="en-US"/>
        </a:p>
      </dgm:t>
    </dgm:pt>
    <dgm:pt modelId="{A3D59AE7-3738-44BF-8C89-7C1BCE65F8F0}" type="sibTrans" cxnId="{E7B25DA2-9FA8-4E7E-9D71-F1F513A6DEE5}">
      <dgm:prSet phldrT="6" phldr="0"/>
      <dgm:spPr/>
      <dgm:t>
        <a:bodyPr/>
        <a:lstStyle/>
        <a:p>
          <a:r>
            <a:rPr lang="en-US"/>
            <a:t>6</a:t>
          </a:r>
        </a:p>
      </dgm:t>
    </dgm:pt>
    <dgm:pt modelId="{90B64D84-7C2B-4689-8D46-A1EC222766CA}">
      <dgm:prSet/>
      <dgm:spPr/>
      <dgm:t>
        <a:bodyPr/>
        <a:lstStyle/>
        <a:p>
          <a:r>
            <a:rPr kumimoji="1" lang="ja-JP" b="0" i="0"/>
            <a:t>プライベートポート</a:t>
          </a:r>
          <a:r>
            <a:rPr kumimoji="1" lang="en-US" b="0" i="0"/>
            <a:t>:49152-65535 </a:t>
          </a:r>
          <a:r>
            <a:rPr kumimoji="1" lang="ja-JP" b="0" i="0"/>
            <a:t>クライアントが一時的に接続するときに自動で割り当てられるポートです。</a:t>
          </a:r>
          <a:endParaRPr lang="en-US"/>
        </a:p>
      </dgm:t>
    </dgm:pt>
    <dgm:pt modelId="{3B599D5C-7867-49AD-BCBD-2FCA7DFE1B9D}" type="parTrans" cxnId="{6F2F4E87-DC29-4AFB-8FA7-5CBF994D7DF8}">
      <dgm:prSet/>
      <dgm:spPr/>
      <dgm:t>
        <a:bodyPr/>
        <a:lstStyle/>
        <a:p>
          <a:endParaRPr lang="en-US"/>
        </a:p>
      </dgm:t>
    </dgm:pt>
    <dgm:pt modelId="{0743C65A-0F38-494B-8289-6EF151571CE6}" type="sibTrans" cxnId="{6F2F4E87-DC29-4AFB-8FA7-5CBF994D7DF8}">
      <dgm:prSet phldrT="7" phldr="0"/>
      <dgm:spPr/>
      <dgm:t>
        <a:bodyPr/>
        <a:lstStyle/>
        <a:p>
          <a:r>
            <a:rPr lang="en-US"/>
            <a:t>7</a:t>
          </a:r>
        </a:p>
      </dgm:t>
    </dgm:pt>
    <dgm:pt modelId="{F13D9D44-B37E-45E8-A75D-79A1DBE8CD50}" type="pres">
      <dgm:prSet presAssocID="{B1782B9D-6DA2-4BFB-B52B-1BC4F6154583}" presName="linearFlow" presStyleCnt="0">
        <dgm:presLayoutVars>
          <dgm:dir/>
          <dgm:animLvl val="lvl"/>
          <dgm:resizeHandles val="exact"/>
        </dgm:presLayoutVars>
      </dgm:prSet>
      <dgm:spPr/>
    </dgm:pt>
    <dgm:pt modelId="{66CC8477-AF0C-4980-ADC6-BB5170E22484}" type="pres">
      <dgm:prSet presAssocID="{80E8CE65-E80E-41AF-93B4-C9A2D526F346}" presName="compositeNode" presStyleCnt="0"/>
      <dgm:spPr/>
    </dgm:pt>
    <dgm:pt modelId="{8C4A122F-84E3-47CA-9FBC-0C2EA879C490}" type="pres">
      <dgm:prSet presAssocID="{80E8CE65-E80E-41AF-93B4-C9A2D526F346}" presName="parTx" presStyleLbl="node1" presStyleIdx="0" presStyleCnt="0">
        <dgm:presLayoutVars>
          <dgm:chMax val="0"/>
          <dgm:chPref val="0"/>
          <dgm:bulletEnabled val="1"/>
        </dgm:presLayoutVars>
      </dgm:prSet>
      <dgm:spPr/>
    </dgm:pt>
    <dgm:pt modelId="{46F5223A-214A-4530-9FCC-0705FD5BBE0C}" type="pres">
      <dgm:prSet presAssocID="{80E8CE65-E80E-41AF-93B4-C9A2D526F346}" presName="parSh" presStyleCnt="0"/>
      <dgm:spPr/>
    </dgm:pt>
    <dgm:pt modelId="{5FE581B7-3DE0-4FFB-9014-6A285F9F97B8}" type="pres">
      <dgm:prSet presAssocID="{80E8CE65-E80E-41AF-93B4-C9A2D526F346}" presName="lineNode" presStyleLbl="alignAccFollowNode1" presStyleIdx="0" presStyleCnt="21"/>
      <dgm:spPr/>
    </dgm:pt>
    <dgm:pt modelId="{443EC463-74B5-487F-B111-E1BF7805CEB0}" type="pres">
      <dgm:prSet presAssocID="{80E8CE65-E80E-41AF-93B4-C9A2D526F346}" presName="lineArrowNode" presStyleLbl="alignAccFollowNode1" presStyleIdx="1" presStyleCnt="21"/>
      <dgm:spPr/>
    </dgm:pt>
    <dgm:pt modelId="{D9A4329F-76BF-4E2C-BE38-26C6BD96C5A2}" type="pres">
      <dgm:prSet presAssocID="{77806915-D070-4CAF-BA15-EBC010137068}" presName="sibTransNodeCircle" presStyleLbl="alignNode1" presStyleIdx="0" presStyleCnt="7">
        <dgm:presLayoutVars>
          <dgm:chMax val="0"/>
          <dgm:bulletEnabled/>
        </dgm:presLayoutVars>
      </dgm:prSet>
      <dgm:spPr/>
    </dgm:pt>
    <dgm:pt modelId="{E6F85F4B-AEBC-405F-B4F5-E497DE0A578C}" type="pres">
      <dgm:prSet presAssocID="{77806915-D070-4CAF-BA15-EBC010137068}" presName="spacerBetweenCircleAndCallout" presStyleCnt="0">
        <dgm:presLayoutVars/>
      </dgm:prSet>
      <dgm:spPr/>
    </dgm:pt>
    <dgm:pt modelId="{1D250FE3-3960-4509-A33E-83DE668A5D2D}" type="pres">
      <dgm:prSet presAssocID="{80E8CE65-E80E-41AF-93B4-C9A2D526F346}" presName="nodeText" presStyleLbl="alignAccFollowNode1" presStyleIdx="2" presStyleCnt="21">
        <dgm:presLayoutVars>
          <dgm:bulletEnabled val="1"/>
        </dgm:presLayoutVars>
      </dgm:prSet>
      <dgm:spPr/>
    </dgm:pt>
    <dgm:pt modelId="{3221753B-C1E8-4EED-94F7-497AE78A2438}" type="pres">
      <dgm:prSet presAssocID="{77806915-D070-4CAF-BA15-EBC010137068}" presName="sibTransComposite" presStyleCnt="0"/>
      <dgm:spPr/>
    </dgm:pt>
    <dgm:pt modelId="{49DCC672-D246-49E7-B128-42F64F462503}" type="pres">
      <dgm:prSet presAssocID="{7E475F44-1258-4BB8-81E0-75728ACA3464}" presName="compositeNode" presStyleCnt="0"/>
      <dgm:spPr/>
    </dgm:pt>
    <dgm:pt modelId="{3EE92F94-2258-4FBD-A2F5-934046340F74}" type="pres">
      <dgm:prSet presAssocID="{7E475F44-1258-4BB8-81E0-75728ACA3464}" presName="parTx" presStyleLbl="node1" presStyleIdx="0" presStyleCnt="0">
        <dgm:presLayoutVars>
          <dgm:chMax val="0"/>
          <dgm:chPref val="0"/>
          <dgm:bulletEnabled val="1"/>
        </dgm:presLayoutVars>
      </dgm:prSet>
      <dgm:spPr/>
    </dgm:pt>
    <dgm:pt modelId="{31443CFF-966C-416B-86EE-6EFBB26A8F16}" type="pres">
      <dgm:prSet presAssocID="{7E475F44-1258-4BB8-81E0-75728ACA3464}" presName="parSh" presStyleCnt="0"/>
      <dgm:spPr/>
    </dgm:pt>
    <dgm:pt modelId="{0030BA17-019A-4DC2-83A3-8DABBBBC65DB}" type="pres">
      <dgm:prSet presAssocID="{7E475F44-1258-4BB8-81E0-75728ACA3464}" presName="lineNode" presStyleLbl="alignAccFollowNode1" presStyleIdx="3" presStyleCnt="21"/>
      <dgm:spPr/>
    </dgm:pt>
    <dgm:pt modelId="{668F7254-1AAC-4557-A5C8-BF3573430453}" type="pres">
      <dgm:prSet presAssocID="{7E475F44-1258-4BB8-81E0-75728ACA3464}" presName="lineArrowNode" presStyleLbl="alignAccFollowNode1" presStyleIdx="4" presStyleCnt="21"/>
      <dgm:spPr/>
    </dgm:pt>
    <dgm:pt modelId="{63D5EBB1-CB54-4FF3-92D1-183004EB37D5}" type="pres">
      <dgm:prSet presAssocID="{7029FA61-2930-4A6B-A1B2-F0C7BCEA1CD4}" presName="sibTransNodeCircle" presStyleLbl="alignNode1" presStyleIdx="1" presStyleCnt="7">
        <dgm:presLayoutVars>
          <dgm:chMax val="0"/>
          <dgm:bulletEnabled/>
        </dgm:presLayoutVars>
      </dgm:prSet>
      <dgm:spPr/>
    </dgm:pt>
    <dgm:pt modelId="{2D5F2F66-A8AD-4A28-928C-4F3BEEEB2A9C}" type="pres">
      <dgm:prSet presAssocID="{7029FA61-2930-4A6B-A1B2-F0C7BCEA1CD4}" presName="spacerBetweenCircleAndCallout" presStyleCnt="0">
        <dgm:presLayoutVars/>
      </dgm:prSet>
      <dgm:spPr/>
    </dgm:pt>
    <dgm:pt modelId="{292381C2-D145-4A4C-A120-BD1A81189E8B}" type="pres">
      <dgm:prSet presAssocID="{7E475F44-1258-4BB8-81E0-75728ACA3464}" presName="nodeText" presStyleLbl="alignAccFollowNode1" presStyleIdx="5" presStyleCnt="21">
        <dgm:presLayoutVars>
          <dgm:bulletEnabled val="1"/>
        </dgm:presLayoutVars>
      </dgm:prSet>
      <dgm:spPr/>
    </dgm:pt>
    <dgm:pt modelId="{F7344FA8-23AC-49BC-861A-A02BC909E9F1}" type="pres">
      <dgm:prSet presAssocID="{7029FA61-2930-4A6B-A1B2-F0C7BCEA1CD4}" presName="sibTransComposite" presStyleCnt="0"/>
      <dgm:spPr/>
    </dgm:pt>
    <dgm:pt modelId="{08A4F24A-550E-41FA-B31C-1345715D6782}" type="pres">
      <dgm:prSet presAssocID="{5CBC0296-629B-4EE8-AE65-F4C68A1F1C36}" presName="compositeNode" presStyleCnt="0"/>
      <dgm:spPr/>
    </dgm:pt>
    <dgm:pt modelId="{1138B08C-F0CF-453E-B5F7-1A9897DA82D2}" type="pres">
      <dgm:prSet presAssocID="{5CBC0296-629B-4EE8-AE65-F4C68A1F1C36}" presName="parTx" presStyleLbl="node1" presStyleIdx="0" presStyleCnt="0">
        <dgm:presLayoutVars>
          <dgm:chMax val="0"/>
          <dgm:chPref val="0"/>
          <dgm:bulletEnabled val="1"/>
        </dgm:presLayoutVars>
      </dgm:prSet>
      <dgm:spPr/>
    </dgm:pt>
    <dgm:pt modelId="{AA32DE42-521F-41EB-B3F5-CB83B850E4C6}" type="pres">
      <dgm:prSet presAssocID="{5CBC0296-629B-4EE8-AE65-F4C68A1F1C36}" presName="parSh" presStyleCnt="0"/>
      <dgm:spPr/>
    </dgm:pt>
    <dgm:pt modelId="{D92FF2C9-B44D-476E-9E2C-325F9E0694BC}" type="pres">
      <dgm:prSet presAssocID="{5CBC0296-629B-4EE8-AE65-F4C68A1F1C36}" presName="lineNode" presStyleLbl="alignAccFollowNode1" presStyleIdx="6" presStyleCnt="21"/>
      <dgm:spPr/>
    </dgm:pt>
    <dgm:pt modelId="{4C14AE06-D966-495B-9A99-7041E7EC0BD1}" type="pres">
      <dgm:prSet presAssocID="{5CBC0296-629B-4EE8-AE65-F4C68A1F1C36}" presName="lineArrowNode" presStyleLbl="alignAccFollowNode1" presStyleIdx="7" presStyleCnt="21"/>
      <dgm:spPr/>
    </dgm:pt>
    <dgm:pt modelId="{F7146EB3-83A8-48CC-A50A-4915EDBE9EE4}" type="pres">
      <dgm:prSet presAssocID="{49216026-2553-4835-A0DD-94783FAD512F}" presName="sibTransNodeCircle" presStyleLbl="alignNode1" presStyleIdx="2" presStyleCnt="7">
        <dgm:presLayoutVars>
          <dgm:chMax val="0"/>
          <dgm:bulletEnabled/>
        </dgm:presLayoutVars>
      </dgm:prSet>
      <dgm:spPr/>
    </dgm:pt>
    <dgm:pt modelId="{DC46D88F-A837-4523-94F8-83665A02E0A2}" type="pres">
      <dgm:prSet presAssocID="{49216026-2553-4835-A0DD-94783FAD512F}" presName="spacerBetweenCircleAndCallout" presStyleCnt="0">
        <dgm:presLayoutVars/>
      </dgm:prSet>
      <dgm:spPr/>
    </dgm:pt>
    <dgm:pt modelId="{728CE9C7-0725-4CC8-A673-49DB89D1BC58}" type="pres">
      <dgm:prSet presAssocID="{5CBC0296-629B-4EE8-AE65-F4C68A1F1C36}" presName="nodeText" presStyleLbl="alignAccFollowNode1" presStyleIdx="8" presStyleCnt="21">
        <dgm:presLayoutVars>
          <dgm:bulletEnabled val="1"/>
        </dgm:presLayoutVars>
      </dgm:prSet>
      <dgm:spPr/>
    </dgm:pt>
    <dgm:pt modelId="{5B55E340-B89E-4D44-AAD0-B90C52B0686F}" type="pres">
      <dgm:prSet presAssocID="{49216026-2553-4835-A0DD-94783FAD512F}" presName="sibTransComposite" presStyleCnt="0"/>
      <dgm:spPr/>
    </dgm:pt>
    <dgm:pt modelId="{C0CC60F0-B5D4-4AFD-A846-6EA0810CE1F9}" type="pres">
      <dgm:prSet presAssocID="{D78A50DF-E4EF-4AAE-9F47-79E23971180D}" presName="compositeNode" presStyleCnt="0"/>
      <dgm:spPr/>
    </dgm:pt>
    <dgm:pt modelId="{F0BE18FB-B5E4-4D2F-B739-3A5B4FBF3407}" type="pres">
      <dgm:prSet presAssocID="{D78A50DF-E4EF-4AAE-9F47-79E23971180D}" presName="parTx" presStyleLbl="node1" presStyleIdx="0" presStyleCnt="0">
        <dgm:presLayoutVars>
          <dgm:chMax val="0"/>
          <dgm:chPref val="0"/>
          <dgm:bulletEnabled val="1"/>
        </dgm:presLayoutVars>
      </dgm:prSet>
      <dgm:spPr/>
    </dgm:pt>
    <dgm:pt modelId="{41FABD0E-0766-42A7-9556-3C429F94C2D0}" type="pres">
      <dgm:prSet presAssocID="{D78A50DF-E4EF-4AAE-9F47-79E23971180D}" presName="parSh" presStyleCnt="0"/>
      <dgm:spPr/>
    </dgm:pt>
    <dgm:pt modelId="{943EBC94-A5CB-4703-B6E8-B9F2D42397CD}" type="pres">
      <dgm:prSet presAssocID="{D78A50DF-E4EF-4AAE-9F47-79E23971180D}" presName="lineNode" presStyleLbl="alignAccFollowNode1" presStyleIdx="9" presStyleCnt="21"/>
      <dgm:spPr/>
    </dgm:pt>
    <dgm:pt modelId="{528BC17A-AF72-489D-9278-AC7CE5BA3D27}" type="pres">
      <dgm:prSet presAssocID="{D78A50DF-E4EF-4AAE-9F47-79E23971180D}" presName="lineArrowNode" presStyleLbl="alignAccFollowNode1" presStyleIdx="10" presStyleCnt="21"/>
      <dgm:spPr/>
    </dgm:pt>
    <dgm:pt modelId="{19BEEDDF-2584-433E-891C-6F3142EAB163}" type="pres">
      <dgm:prSet presAssocID="{3C32EB6A-BB34-497D-A14A-BBEC45F00FFD}" presName="sibTransNodeCircle" presStyleLbl="alignNode1" presStyleIdx="3" presStyleCnt="7">
        <dgm:presLayoutVars>
          <dgm:chMax val="0"/>
          <dgm:bulletEnabled/>
        </dgm:presLayoutVars>
      </dgm:prSet>
      <dgm:spPr/>
    </dgm:pt>
    <dgm:pt modelId="{5287ABED-B920-4A80-A529-22BEF5D72E30}" type="pres">
      <dgm:prSet presAssocID="{3C32EB6A-BB34-497D-A14A-BBEC45F00FFD}" presName="spacerBetweenCircleAndCallout" presStyleCnt="0">
        <dgm:presLayoutVars/>
      </dgm:prSet>
      <dgm:spPr/>
    </dgm:pt>
    <dgm:pt modelId="{0665052F-45AB-48CD-8D47-453951E166C1}" type="pres">
      <dgm:prSet presAssocID="{D78A50DF-E4EF-4AAE-9F47-79E23971180D}" presName="nodeText" presStyleLbl="alignAccFollowNode1" presStyleIdx="11" presStyleCnt="21">
        <dgm:presLayoutVars>
          <dgm:bulletEnabled val="1"/>
        </dgm:presLayoutVars>
      </dgm:prSet>
      <dgm:spPr/>
    </dgm:pt>
    <dgm:pt modelId="{03F9FEC9-FC56-4E86-95CD-22F60F3B3BA7}" type="pres">
      <dgm:prSet presAssocID="{3C32EB6A-BB34-497D-A14A-BBEC45F00FFD}" presName="sibTransComposite" presStyleCnt="0"/>
      <dgm:spPr/>
    </dgm:pt>
    <dgm:pt modelId="{FCC9C4CA-8F08-4623-AAE5-B12EB4808351}" type="pres">
      <dgm:prSet presAssocID="{A89C0E6E-BE5A-4D7D-9B05-8DE071DEA505}" presName="compositeNode" presStyleCnt="0"/>
      <dgm:spPr/>
    </dgm:pt>
    <dgm:pt modelId="{42355D95-C348-458C-9A03-E5056B893C41}" type="pres">
      <dgm:prSet presAssocID="{A89C0E6E-BE5A-4D7D-9B05-8DE071DEA505}" presName="parTx" presStyleLbl="node1" presStyleIdx="0" presStyleCnt="0">
        <dgm:presLayoutVars>
          <dgm:chMax val="0"/>
          <dgm:chPref val="0"/>
          <dgm:bulletEnabled val="1"/>
        </dgm:presLayoutVars>
      </dgm:prSet>
      <dgm:spPr/>
    </dgm:pt>
    <dgm:pt modelId="{41FCE04C-7CD1-49A9-9583-55860E1718F8}" type="pres">
      <dgm:prSet presAssocID="{A89C0E6E-BE5A-4D7D-9B05-8DE071DEA505}" presName="parSh" presStyleCnt="0"/>
      <dgm:spPr/>
    </dgm:pt>
    <dgm:pt modelId="{F5664EC7-5244-4D70-9CB2-521D5F2A9B62}" type="pres">
      <dgm:prSet presAssocID="{A89C0E6E-BE5A-4D7D-9B05-8DE071DEA505}" presName="lineNode" presStyleLbl="alignAccFollowNode1" presStyleIdx="12" presStyleCnt="21"/>
      <dgm:spPr/>
    </dgm:pt>
    <dgm:pt modelId="{BE651792-DBF7-4833-B9E1-E346A757C7F3}" type="pres">
      <dgm:prSet presAssocID="{A89C0E6E-BE5A-4D7D-9B05-8DE071DEA505}" presName="lineArrowNode" presStyleLbl="alignAccFollowNode1" presStyleIdx="13" presStyleCnt="21"/>
      <dgm:spPr/>
    </dgm:pt>
    <dgm:pt modelId="{23D2E350-1534-4509-9771-972422611B5D}" type="pres">
      <dgm:prSet presAssocID="{EFA56317-082B-45BC-A000-9E30A305B3ED}" presName="sibTransNodeCircle" presStyleLbl="alignNode1" presStyleIdx="4" presStyleCnt="7">
        <dgm:presLayoutVars>
          <dgm:chMax val="0"/>
          <dgm:bulletEnabled/>
        </dgm:presLayoutVars>
      </dgm:prSet>
      <dgm:spPr/>
    </dgm:pt>
    <dgm:pt modelId="{514AB340-7CCF-447F-93C9-CC1B14FF31F5}" type="pres">
      <dgm:prSet presAssocID="{EFA56317-082B-45BC-A000-9E30A305B3ED}" presName="spacerBetweenCircleAndCallout" presStyleCnt="0">
        <dgm:presLayoutVars/>
      </dgm:prSet>
      <dgm:spPr/>
    </dgm:pt>
    <dgm:pt modelId="{73D9C830-4E1A-4EC9-8675-FF686C05AD67}" type="pres">
      <dgm:prSet presAssocID="{A89C0E6E-BE5A-4D7D-9B05-8DE071DEA505}" presName="nodeText" presStyleLbl="alignAccFollowNode1" presStyleIdx="14" presStyleCnt="21">
        <dgm:presLayoutVars>
          <dgm:bulletEnabled val="1"/>
        </dgm:presLayoutVars>
      </dgm:prSet>
      <dgm:spPr/>
    </dgm:pt>
    <dgm:pt modelId="{3EB1F824-17CD-47E0-8262-128E75B69CBE}" type="pres">
      <dgm:prSet presAssocID="{EFA56317-082B-45BC-A000-9E30A305B3ED}" presName="sibTransComposite" presStyleCnt="0"/>
      <dgm:spPr/>
    </dgm:pt>
    <dgm:pt modelId="{CC18E87D-FCF6-4A46-A7F5-DA792FC1BB06}" type="pres">
      <dgm:prSet presAssocID="{7078B1EB-B30C-4071-9F0F-551C04AD0AA7}" presName="compositeNode" presStyleCnt="0"/>
      <dgm:spPr/>
    </dgm:pt>
    <dgm:pt modelId="{58172F81-4E30-47EA-9192-633CE2FABC29}" type="pres">
      <dgm:prSet presAssocID="{7078B1EB-B30C-4071-9F0F-551C04AD0AA7}" presName="parTx" presStyleLbl="node1" presStyleIdx="0" presStyleCnt="0">
        <dgm:presLayoutVars>
          <dgm:chMax val="0"/>
          <dgm:chPref val="0"/>
          <dgm:bulletEnabled val="1"/>
        </dgm:presLayoutVars>
      </dgm:prSet>
      <dgm:spPr/>
    </dgm:pt>
    <dgm:pt modelId="{E80D5E5C-E1AC-469A-8620-3059225087C5}" type="pres">
      <dgm:prSet presAssocID="{7078B1EB-B30C-4071-9F0F-551C04AD0AA7}" presName="parSh" presStyleCnt="0"/>
      <dgm:spPr/>
    </dgm:pt>
    <dgm:pt modelId="{D214D838-4FDE-4B86-A01A-35320FA6550D}" type="pres">
      <dgm:prSet presAssocID="{7078B1EB-B30C-4071-9F0F-551C04AD0AA7}" presName="lineNode" presStyleLbl="alignAccFollowNode1" presStyleIdx="15" presStyleCnt="21"/>
      <dgm:spPr/>
    </dgm:pt>
    <dgm:pt modelId="{5748A453-B824-42CE-927D-4C2CF5D7D4D7}" type="pres">
      <dgm:prSet presAssocID="{7078B1EB-B30C-4071-9F0F-551C04AD0AA7}" presName="lineArrowNode" presStyleLbl="alignAccFollowNode1" presStyleIdx="16" presStyleCnt="21"/>
      <dgm:spPr/>
    </dgm:pt>
    <dgm:pt modelId="{8E16EF77-D7AB-46C3-B683-D2A84E8CCC68}" type="pres">
      <dgm:prSet presAssocID="{A3D59AE7-3738-44BF-8C89-7C1BCE65F8F0}" presName="sibTransNodeCircle" presStyleLbl="alignNode1" presStyleIdx="5" presStyleCnt="7">
        <dgm:presLayoutVars>
          <dgm:chMax val="0"/>
          <dgm:bulletEnabled/>
        </dgm:presLayoutVars>
      </dgm:prSet>
      <dgm:spPr/>
    </dgm:pt>
    <dgm:pt modelId="{29003CBE-C10B-415D-A736-A8FA3D735925}" type="pres">
      <dgm:prSet presAssocID="{A3D59AE7-3738-44BF-8C89-7C1BCE65F8F0}" presName="spacerBetweenCircleAndCallout" presStyleCnt="0">
        <dgm:presLayoutVars/>
      </dgm:prSet>
      <dgm:spPr/>
    </dgm:pt>
    <dgm:pt modelId="{33C846BC-33F8-468A-AE11-412503144692}" type="pres">
      <dgm:prSet presAssocID="{7078B1EB-B30C-4071-9F0F-551C04AD0AA7}" presName="nodeText" presStyleLbl="alignAccFollowNode1" presStyleIdx="17" presStyleCnt="21">
        <dgm:presLayoutVars>
          <dgm:bulletEnabled val="1"/>
        </dgm:presLayoutVars>
      </dgm:prSet>
      <dgm:spPr/>
    </dgm:pt>
    <dgm:pt modelId="{07BEB74B-9A0B-4C2A-B4D9-FD5B4BEE24CD}" type="pres">
      <dgm:prSet presAssocID="{A3D59AE7-3738-44BF-8C89-7C1BCE65F8F0}" presName="sibTransComposite" presStyleCnt="0"/>
      <dgm:spPr/>
    </dgm:pt>
    <dgm:pt modelId="{8B384D25-BC71-4D43-AE22-C3CDC8BD8ACA}" type="pres">
      <dgm:prSet presAssocID="{90B64D84-7C2B-4689-8D46-A1EC222766CA}" presName="compositeNode" presStyleCnt="0"/>
      <dgm:spPr/>
    </dgm:pt>
    <dgm:pt modelId="{28602CAB-1BD1-4E74-A5DA-ADBCFD769CE5}" type="pres">
      <dgm:prSet presAssocID="{90B64D84-7C2B-4689-8D46-A1EC222766CA}" presName="parTx" presStyleLbl="node1" presStyleIdx="0" presStyleCnt="0">
        <dgm:presLayoutVars>
          <dgm:chMax val="0"/>
          <dgm:chPref val="0"/>
          <dgm:bulletEnabled val="1"/>
        </dgm:presLayoutVars>
      </dgm:prSet>
      <dgm:spPr/>
    </dgm:pt>
    <dgm:pt modelId="{F8A9793A-8561-49C4-B29F-D2AA6C67D0F4}" type="pres">
      <dgm:prSet presAssocID="{90B64D84-7C2B-4689-8D46-A1EC222766CA}" presName="parSh" presStyleCnt="0"/>
      <dgm:spPr/>
    </dgm:pt>
    <dgm:pt modelId="{355AE72E-6889-4AAC-A994-295AECC30844}" type="pres">
      <dgm:prSet presAssocID="{90B64D84-7C2B-4689-8D46-A1EC222766CA}" presName="lineNode" presStyleLbl="alignAccFollowNode1" presStyleIdx="18" presStyleCnt="21"/>
      <dgm:spPr/>
    </dgm:pt>
    <dgm:pt modelId="{C5250F7D-E6D7-483B-9A9E-F094B1A2EC1D}" type="pres">
      <dgm:prSet presAssocID="{90B64D84-7C2B-4689-8D46-A1EC222766CA}" presName="lineArrowNode" presStyleLbl="alignAccFollowNode1" presStyleIdx="19" presStyleCnt="21"/>
      <dgm:spPr/>
    </dgm:pt>
    <dgm:pt modelId="{F33AF72D-4EC2-43BB-A6FF-E060A8D96B40}" type="pres">
      <dgm:prSet presAssocID="{0743C65A-0F38-494B-8289-6EF151571CE6}" presName="sibTransNodeCircle" presStyleLbl="alignNode1" presStyleIdx="6" presStyleCnt="7">
        <dgm:presLayoutVars>
          <dgm:chMax val="0"/>
          <dgm:bulletEnabled/>
        </dgm:presLayoutVars>
      </dgm:prSet>
      <dgm:spPr/>
    </dgm:pt>
    <dgm:pt modelId="{EE2CE43B-9E0C-46B7-B633-F44AF4CB8CC0}" type="pres">
      <dgm:prSet presAssocID="{0743C65A-0F38-494B-8289-6EF151571CE6}" presName="spacerBetweenCircleAndCallout" presStyleCnt="0">
        <dgm:presLayoutVars/>
      </dgm:prSet>
      <dgm:spPr/>
    </dgm:pt>
    <dgm:pt modelId="{C9D4F39D-E5FF-4CDD-A4C6-BC5D3529407E}" type="pres">
      <dgm:prSet presAssocID="{90B64D84-7C2B-4689-8D46-A1EC222766CA}" presName="nodeText" presStyleLbl="alignAccFollowNode1" presStyleIdx="20" presStyleCnt="21">
        <dgm:presLayoutVars>
          <dgm:bulletEnabled val="1"/>
        </dgm:presLayoutVars>
      </dgm:prSet>
      <dgm:spPr/>
    </dgm:pt>
  </dgm:ptLst>
  <dgm:cxnLst>
    <dgm:cxn modelId="{1273020C-977F-40BA-8C47-D51913C9BAE9}" type="presOf" srcId="{7029FA61-2930-4A6B-A1B2-F0C7BCEA1CD4}" destId="{63D5EBB1-CB54-4FF3-92D1-183004EB37D5}" srcOrd="0" destOrd="0" presId="urn:microsoft.com/office/officeart/2016/7/layout/LinearArrowProcessNumbered"/>
    <dgm:cxn modelId="{46384E21-20A6-4C0A-955E-CD63A39250CB}" type="presOf" srcId="{3C32EB6A-BB34-497D-A14A-BBEC45F00FFD}" destId="{19BEEDDF-2584-433E-891C-6F3142EAB163}" srcOrd="0" destOrd="0" presId="urn:microsoft.com/office/officeart/2016/7/layout/LinearArrowProcessNumbered"/>
    <dgm:cxn modelId="{D7992227-C8ED-4FC1-ACD3-5AA6F923BD41}" type="presOf" srcId="{7078B1EB-B30C-4071-9F0F-551C04AD0AA7}" destId="{33C846BC-33F8-468A-AE11-412503144692}" srcOrd="0" destOrd="0" presId="urn:microsoft.com/office/officeart/2016/7/layout/LinearArrowProcessNumbered"/>
    <dgm:cxn modelId="{D712803C-4EC4-41CE-9C0D-F73EE8540F47}" type="presOf" srcId="{B1782B9D-6DA2-4BFB-B52B-1BC4F6154583}" destId="{F13D9D44-B37E-45E8-A75D-79A1DBE8CD50}" srcOrd="0" destOrd="0" presId="urn:microsoft.com/office/officeart/2016/7/layout/LinearArrowProcessNumbered"/>
    <dgm:cxn modelId="{32263941-6031-46BF-8905-69954329342F}" type="presOf" srcId="{A3D59AE7-3738-44BF-8C89-7C1BCE65F8F0}" destId="{8E16EF77-D7AB-46C3-B683-D2A84E8CCC68}" srcOrd="0" destOrd="0" presId="urn:microsoft.com/office/officeart/2016/7/layout/LinearArrowProcessNumbered"/>
    <dgm:cxn modelId="{39611543-8CB4-45EF-A491-9DE4AF04F159}" type="presOf" srcId="{5CBC0296-629B-4EE8-AE65-F4C68A1F1C36}" destId="{728CE9C7-0725-4CC8-A673-49DB89D1BC58}" srcOrd="0" destOrd="0" presId="urn:microsoft.com/office/officeart/2016/7/layout/LinearArrowProcessNumbered"/>
    <dgm:cxn modelId="{4D429146-9DD4-4DD0-8EC8-425375DAF146}" type="presOf" srcId="{EFA56317-082B-45BC-A000-9E30A305B3ED}" destId="{23D2E350-1534-4509-9771-972422611B5D}" srcOrd="0" destOrd="0" presId="urn:microsoft.com/office/officeart/2016/7/layout/LinearArrowProcessNumbered"/>
    <dgm:cxn modelId="{20768748-BF0C-41E2-9956-22E69BB3C205}" srcId="{B1782B9D-6DA2-4BFB-B52B-1BC4F6154583}" destId="{5CBC0296-629B-4EE8-AE65-F4C68A1F1C36}" srcOrd="2" destOrd="0" parTransId="{4F5F01FA-7888-40D7-B3BE-EB4A9E5F0221}" sibTransId="{49216026-2553-4835-A0DD-94783FAD512F}"/>
    <dgm:cxn modelId="{161D704E-76A1-478D-AE1D-73A848BE764F}" type="presOf" srcId="{49216026-2553-4835-A0DD-94783FAD512F}" destId="{F7146EB3-83A8-48CC-A50A-4915EDBE9EE4}" srcOrd="0" destOrd="0" presId="urn:microsoft.com/office/officeart/2016/7/layout/LinearArrowProcessNumbered"/>
    <dgm:cxn modelId="{14CC9F78-3F9F-4B16-BF15-8CD1C52BAA61}" type="presOf" srcId="{77806915-D070-4CAF-BA15-EBC010137068}" destId="{D9A4329F-76BF-4E2C-BE38-26C6BD96C5A2}" srcOrd="0" destOrd="0" presId="urn:microsoft.com/office/officeart/2016/7/layout/LinearArrowProcessNumbered"/>
    <dgm:cxn modelId="{6F2F4E87-DC29-4AFB-8FA7-5CBF994D7DF8}" srcId="{B1782B9D-6DA2-4BFB-B52B-1BC4F6154583}" destId="{90B64D84-7C2B-4689-8D46-A1EC222766CA}" srcOrd="6" destOrd="0" parTransId="{3B599D5C-7867-49AD-BCBD-2FCA7DFE1B9D}" sibTransId="{0743C65A-0F38-494B-8289-6EF151571CE6}"/>
    <dgm:cxn modelId="{E1B73192-B616-4C37-BC44-E34C0C405E4B}" type="presOf" srcId="{0743C65A-0F38-494B-8289-6EF151571CE6}" destId="{F33AF72D-4EC2-43BB-A6FF-E060A8D96B40}" srcOrd="0" destOrd="0" presId="urn:microsoft.com/office/officeart/2016/7/layout/LinearArrowProcessNumbered"/>
    <dgm:cxn modelId="{C26647A1-C530-4C54-AB93-0BC916AFDFFE}" type="presOf" srcId="{D78A50DF-E4EF-4AAE-9F47-79E23971180D}" destId="{0665052F-45AB-48CD-8D47-453951E166C1}" srcOrd="0" destOrd="0" presId="urn:microsoft.com/office/officeart/2016/7/layout/LinearArrowProcessNumbered"/>
    <dgm:cxn modelId="{E7B25DA2-9FA8-4E7E-9D71-F1F513A6DEE5}" srcId="{B1782B9D-6DA2-4BFB-B52B-1BC4F6154583}" destId="{7078B1EB-B30C-4071-9F0F-551C04AD0AA7}" srcOrd="5" destOrd="0" parTransId="{8325F79A-9A72-4951-902B-CC1D6A8945C4}" sibTransId="{A3D59AE7-3738-44BF-8C89-7C1BCE65F8F0}"/>
    <dgm:cxn modelId="{47FBE6A7-9921-4DBD-8F9B-5BD202BC4AA0}" srcId="{B1782B9D-6DA2-4BFB-B52B-1BC4F6154583}" destId="{A89C0E6E-BE5A-4D7D-9B05-8DE071DEA505}" srcOrd="4" destOrd="0" parTransId="{22C1FDF0-EF7E-4329-B9EA-E0B0B233A48A}" sibTransId="{EFA56317-082B-45BC-A000-9E30A305B3ED}"/>
    <dgm:cxn modelId="{CFEEA5B7-5433-4167-A121-B9829EF00C51}" srcId="{B1782B9D-6DA2-4BFB-B52B-1BC4F6154583}" destId="{7E475F44-1258-4BB8-81E0-75728ACA3464}" srcOrd="1" destOrd="0" parTransId="{A5F51AC0-F483-4781-BB65-8C8249748038}" sibTransId="{7029FA61-2930-4A6B-A1B2-F0C7BCEA1CD4}"/>
    <dgm:cxn modelId="{E7B7DCC3-D532-4BF6-8982-FD3760EFA8C1}" srcId="{B1782B9D-6DA2-4BFB-B52B-1BC4F6154583}" destId="{80E8CE65-E80E-41AF-93B4-C9A2D526F346}" srcOrd="0" destOrd="0" parTransId="{45F53B39-D1ED-4CD8-8E62-99F101C53AF0}" sibTransId="{77806915-D070-4CAF-BA15-EBC010137068}"/>
    <dgm:cxn modelId="{270951C7-C5D5-45D2-9E83-9D04740C6CF1}" type="presOf" srcId="{80E8CE65-E80E-41AF-93B4-C9A2D526F346}" destId="{1D250FE3-3960-4509-A33E-83DE668A5D2D}" srcOrd="0" destOrd="0" presId="urn:microsoft.com/office/officeart/2016/7/layout/LinearArrowProcessNumbered"/>
    <dgm:cxn modelId="{5E0CD9D3-F2B9-4659-96F2-987D016B4EF4}" type="presOf" srcId="{90B64D84-7C2B-4689-8D46-A1EC222766CA}" destId="{C9D4F39D-E5FF-4CDD-A4C6-BC5D3529407E}" srcOrd="0" destOrd="0" presId="urn:microsoft.com/office/officeart/2016/7/layout/LinearArrowProcessNumbered"/>
    <dgm:cxn modelId="{979B16DE-EEB2-4C14-812A-F6767310DE5D}" type="presOf" srcId="{7E475F44-1258-4BB8-81E0-75728ACA3464}" destId="{292381C2-D145-4A4C-A120-BD1A81189E8B}" srcOrd="0" destOrd="0" presId="urn:microsoft.com/office/officeart/2016/7/layout/LinearArrowProcessNumbered"/>
    <dgm:cxn modelId="{99A5DAEB-C2E7-4576-94E6-7A35E2A42032}" srcId="{B1782B9D-6DA2-4BFB-B52B-1BC4F6154583}" destId="{D78A50DF-E4EF-4AAE-9F47-79E23971180D}" srcOrd="3" destOrd="0" parTransId="{E9531BD4-42A6-4104-A14F-0AA36455583E}" sibTransId="{3C32EB6A-BB34-497D-A14A-BBEC45F00FFD}"/>
    <dgm:cxn modelId="{45AF0FFA-7C45-42F4-8A37-5D640101C961}" type="presOf" srcId="{A89C0E6E-BE5A-4D7D-9B05-8DE071DEA505}" destId="{73D9C830-4E1A-4EC9-8675-FF686C05AD67}" srcOrd="0" destOrd="0" presId="urn:microsoft.com/office/officeart/2016/7/layout/LinearArrowProcessNumbered"/>
    <dgm:cxn modelId="{81DEEBBB-62F4-432F-98ED-486E6A127A45}" type="presParOf" srcId="{F13D9D44-B37E-45E8-A75D-79A1DBE8CD50}" destId="{66CC8477-AF0C-4980-ADC6-BB5170E22484}" srcOrd="0" destOrd="0" presId="urn:microsoft.com/office/officeart/2016/7/layout/LinearArrowProcessNumbered"/>
    <dgm:cxn modelId="{D29ECB8A-7062-4FC2-9687-693EEEA20695}" type="presParOf" srcId="{66CC8477-AF0C-4980-ADC6-BB5170E22484}" destId="{8C4A122F-84E3-47CA-9FBC-0C2EA879C490}" srcOrd="0" destOrd="0" presId="urn:microsoft.com/office/officeart/2016/7/layout/LinearArrowProcessNumbered"/>
    <dgm:cxn modelId="{D97CE359-454E-45ED-B4B7-FC278490D53A}" type="presParOf" srcId="{66CC8477-AF0C-4980-ADC6-BB5170E22484}" destId="{46F5223A-214A-4530-9FCC-0705FD5BBE0C}" srcOrd="1" destOrd="0" presId="urn:microsoft.com/office/officeart/2016/7/layout/LinearArrowProcessNumbered"/>
    <dgm:cxn modelId="{AC5EDB8B-2331-437C-8FF4-D9139E56517C}" type="presParOf" srcId="{46F5223A-214A-4530-9FCC-0705FD5BBE0C}" destId="{5FE581B7-3DE0-4FFB-9014-6A285F9F97B8}" srcOrd="0" destOrd="0" presId="urn:microsoft.com/office/officeart/2016/7/layout/LinearArrowProcessNumbered"/>
    <dgm:cxn modelId="{7C728410-1317-4B6B-988A-49935956BFC9}" type="presParOf" srcId="{46F5223A-214A-4530-9FCC-0705FD5BBE0C}" destId="{443EC463-74B5-487F-B111-E1BF7805CEB0}" srcOrd="1" destOrd="0" presId="urn:microsoft.com/office/officeart/2016/7/layout/LinearArrowProcessNumbered"/>
    <dgm:cxn modelId="{5E18F384-595F-4E60-8E57-385691E60211}" type="presParOf" srcId="{46F5223A-214A-4530-9FCC-0705FD5BBE0C}" destId="{D9A4329F-76BF-4E2C-BE38-26C6BD96C5A2}" srcOrd="2" destOrd="0" presId="urn:microsoft.com/office/officeart/2016/7/layout/LinearArrowProcessNumbered"/>
    <dgm:cxn modelId="{C041AEE5-A9AF-4008-8BC7-FE43D768239D}" type="presParOf" srcId="{46F5223A-214A-4530-9FCC-0705FD5BBE0C}" destId="{E6F85F4B-AEBC-405F-B4F5-E497DE0A578C}" srcOrd="3" destOrd="0" presId="urn:microsoft.com/office/officeart/2016/7/layout/LinearArrowProcessNumbered"/>
    <dgm:cxn modelId="{FF83896E-21E9-4DE2-A770-CC59B165ACD3}" type="presParOf" srcId="{66CC8477-AF0C-4980-ADC6-BB5170E22484}" destId="{1D250FE3-3960-4509-A33E-83DE668A5D2D}" srcOrd="2" destOrd="0" presId="urn:microsoft.com/office/officeart/2016/7/layout/LinearArrowProcessNumbered"/>
    <dgm:cxn modelId="{BF07D4EE-0FCD-41D8-83CF-FA715CDA7C96}" type="presParOf" srcId="{F13D9D44-B37E-45E8-A75D-79A1DBE8CD50}" destId="{3221753B-C1E8-4EED-94F7-497AE78A2438}" srcOrd="1" destOrd="0" presId="urn:microsoft.com/office/officeart/2016/7/layout/LinearArrowProcessNumbered"/>
    <dgm:cxn modelId="{CCC9AE28-CDC1-4935-BE43-E7EB8B6D7ACA}" type="presParOf" srcId="{F13D9D44-B37E-45E8-A75D-79A1DBE8CD50}" destId="{49DCC672-D246-49E7-B128-42F64F462503}" srcOrd="2" destOrd="0" presId="urn:microsoft.com/office/officeart/2016/7/layout/LinearArrowProcessNumbered"/>
    <dgm:cxn modelId="{5A917064-890A-4CED-B8A4-7094B6D75BCE}" type="presParOf" srcId="{49DCC672-D246-49E7-B128-42F64F462503}" destId="{3EE92F94-2258-4FBD-A2F5-934046340F74}" srcOrd="0" destOrd="0" presId="urn:microsoft.com/office/officeart/2016/7/layout/LinearArrowProcessNumbered"/>
    <dgm:cxn modelId="{1A35D7B1-B06C-41F7-9C93-2A40974D9CC5}" type="presParOf" srcId="{49DCC672-D246-49E7-B128-42F64F462503}" destId="{31443CFF-966C-416B-86EE-6EFBB26A8F16}" srcOrd="1" destOrd="0" presId="urn:microsoft.com/office/officeart/2016/7/layout/LinearArrowProcessNumbered"/>
    <dgm:cxn modelId="{F1EA413E-EC10-4854-A83F-ACC362D0B02B}" type="presParOf" srcId="{31443CFF-966C-416B-86EE-6EFBB26A8F16}" destId="{0030BA17-019A-4DC2-83A3-8DABBBBC65DB}" srcOrd="0" destOrd="0" presId="urn:microsoft.com/office/officeart/2016/7/layout/LinearArrowProcessNumbered"/>
    <dgm:cxn modelId="{8AB98EAF-1588-4AED-820B-E4D39169AF75}" type="presParOf" srcId="{31443CFF-966C-416B-86EE-6EFBB26A8F16}" destId="{668F7254-1AAC-4557-A5C8-BF3573430453}" srcOrd="1" destOrd="0" presId="urn:microsoft.com/office/officeart/2016/7/layout/LinearArrowProcessNumbered"/>
    <dgm:cxn modelId="{DB547790-7916-40C9-AB75-E84FBE7E9F9E}" type="presParOf" srcId="{31443CFF-966C-416B-86EE-6EFBB26A8F16}" destId="{63D5EBB1-CB54-4FF3-92D1-183004EB37D5}" srcOrd="2" destOrd="0" presId="urn:microsoft.com/office/officeart/2016/7/layout/LinearArrowProcessNumbered"/>
    <dgm:cxn modelId="{C18C48B7-B323-4F27-A1B0-415981919BED}" type="presParOf" srcId="{31443CFF-966C-416B-86EE-6EFBB26A8F16}" destId="{2D5F2F66-A8AD-4A28-928C-4F3BEEEB2A9C}" srcOrd="3" destOrd="0" presId="urn:microsoft.com/office/officeart/2016/7/layout/LinearArrowProcessNumbered"/>
    <dgm:cxn modelId="{007FFFE2-D55C-4EF3-9C7E-AB059CD79B9D}" type="presParOf" srcId="{49DCC672-D246-49E7-B128-42F64F462503}" destId="{292381C2-D145-4A4C-A120-BD1A81189E8B}" srcOrd="2" destOrd="0" presId="urn:microsoft.com/office/officeart/2016/7/layout/LinearArrowProcessNumbered"/>
    <dgm:cxn modelId="{87C1B31E-FD4E-4085-8A78-8A409A59AA5F}" type="presParOf" srcId="{F13D9D44-B37E-45E8-A75D-79A1DBE8CD50}" destId="{F7344FA8-23AC-49BC-861A-A02BC909E9F1}" srcOrd="3" destOrd="0" presId="urn:microsoft.com/office/officeart/2016/7/layout/LinearArrowProcessNumbered"/>
    <dgm:cxn modelId="{3E2FCFBE-FDD1-4384-BAFB-568824C1C66E}" type="presParOf" srcId="{F13D9D44-B37E-45E8-A75D-79A1DBE8CD50}" destId="{08A4F24A-550E-41FA-B31C-1345715D6782}" srcOrd="4" destOrd="0" presId="urn:microsoft.com/office/officeart/2016/7/layout/LinearArrowProcessNumbered"/>
    <dgm:cxn modelId="{5542A8E2-74AC-4BE8-AD01-47B2B5579636}" type="presParOf" srcId="{08A4F24A-550E-41FA-B31C-1345715D6782}" destId="{1138B08C-F0CF-453E-B5F7-1A9897DA82D2}" srcOrd="0" destOrd="0" presId="urn:microsoft.com/office/officeart/2016/7/layout/LinearArrowProcessNumbered"/>
    <dgm:cxn modelId="{0D1A2EC4-4A3C-4405-9159-4E9CDF9254EB}" type="presParOf" srcId="{08A4F24A-550E-41FA-B31C-1345715D6782}" destId="{AA32DE42-521F-41EB-B3F5-CB83B850E4C6}" srcOrd="1" destOrd="0" presId="urn:microsoft.com/office/officeart/2016/7/layout/LinearArrowProcessNumbered"/>
    <dgm:cxn modelId="{79D47289-DB7A-42F7-9F70-29AF37E2DC1E}" type="presParOf" srcId="{AA32DE42-521F-41EB-B3F5-CB83B850E4C6}" destId="{D92FF2C9-B44D-476E-9E2C-325F9E0694BC}" srcOrd="0" destOrd="0" presId="urn:microsoft.com/office/officeart/2016/7/layout/LinearArrowProcessNumbered"/>
    <dgm:cxn modelId="{31CAA01B-EA6B-4FC5-997E-EFAA93839533}" type="presParOf" srcId="{AA32DE42-521F-41EB-B3F5-CB83B850E4C6}" destId="{4C14AE06-D966-495B-9A99-7041E7EC0BD1}" srcOrd="1" destOrd="0" presId="urn:microsoft.com/office/officeart/2016/7/layout/LinearArrowProcessNumbered"/>
    <dgm:cxn modelId="{67CC5226-1339-43BC-A78D-339E511FB0BE}" type="presParOf" srcId="{AA32DE42-521F-41EB-B3F5-CB83B850E4C6}" destId="{F7146EB3-83A8-48CC-A50A-4915EDBE9EE4}" srcOrd="2" destOrd="0" presId="urn:microsoft.com/office/officeart/2016/7/layout/LinearArrowProcessNumbered"/>
    <dgm:cxn modelId="{234831F6-CE7B-47EA-8F65-08893D40120C}" type="presParOf" srcId="{AA32DE42-521F-41EB-B3F5-CB83B850E4C6}" destId="{DC46D88F-A837-4523-94F8-83665A02E0A2}" srcOrd="3" destOrd="0" presId="urn:microsoft.com/office/officeart/2016/7/layout/LinearArrowProcessNumbered"/>
    <dgm:cxn modelId="{2F83974A-E9C7-4AC8-97E2-B0502C7307B3}" type="presParOf" srcId="{08A4F24A-550E-41FA-B31C-1345715D6782}" destId="{728CE9C7-0725-4CC8-A673-49DB89D1BC58}" srcOrd="2" destOrd="0" presId="urn:microsoft.com/office/officeart/2016/7/layout/LinearArrowProcessNumbered"/>
    <dgm:cxn modelId="{61627F25-BBFC-4ABB-BA92-C4908400FAC3}" type="presParOf" srcId="{F13D9D44-B37E-45E8-A75D-79A1DBE8CD50}" destId="{5B55E340-B89E-4D44-AAD0-B90C52B0686F}" srcOrd="5" destOrd="0" presId="urn:microsoft.com/office/officeart/2016/7/layout/LinearArrowProcessNumbered"/>
    <dgm:cxn modelId="{008C62C4-9980-44EC-A91E-CC307DF2E465}" type="presParOf" srcId="{F13D9D44-B37E-45E8-A75D-79A1DBE8CD50}" destId="{C0CC60F0-B5D4-4AFD-A846-6EA0810CE1F9}" srcOrd="6" destOrd="0" presId="urn:microsoft.com/office/officeart/2016/7/layout/LinearArrowProcessNumbered"/>
    <dgm:cxn modelId="{0112EEB7-AD61-449B-9E87-F5A1D7D228E2}" type="presParOf" srcId="{C0CC60F0-B5D4-4AFD-A846-6EA0810CE1F9}" destId="{F0BE18FB-B5E4-4D2F-B739-3A5B4FBF3407}" srcOrd="0" destOrd="0" presId="urn:microsoft.com/office/officeart/2016/7/layout/LinearArrowProcessNumbered"/>
    <dgm:cxn modelId="{43011B7F-792E-44E1-B2B5-0CE8C10F035B}" type="presParOf" srcId="{C0CC60F0-B5D4-4AFD-A846-6EA0810CE1F9}" destId="{41FABD0E-0766-42A7-9556-3C429F94C2D0}" srcOrd="1" destOrd="0" presId="urn:microsoft.com/office/officeart/2016/7/layout/LinearArrowProcessNumbered"/>
    <dgm:cxn modelId="{C5449489-6516-45BC-BEA6-52DFA8876544}" type="presParOf" srcId="{41FABD0E-0766-42A7-9556-3C429F94C2D0}" destId="{943EBC94-A5CB-4703-B6E8-B9F2D42397CD}" srcOrd="0" destOrd="0" presId="urn:microsoft.com/office/officeart/2016/7/layout/LinearArrowProcessNumbered"/>
    <dgm:cxn modelId="{FB575DDA-6FE6-4508-AC7F-5C67DCEE4532}" type="presParOf" srcId="{41FABD0E-0766-42A7-9556-3C429F94C2D0}" destId="{528BC17A-AF72-489D-9278-AC7CE5BA3D27}" srcOrd="1" destOrd="0" presId="urn:microsoft.com/office/officeart/2016/7/layout/LinearArrowProcessNumbered"/>
    <dgm:cxn modelId="{E901591E-C79B-4963-870D-B2C3D72CEE2E}" type="presParOf" srcId="{41FABD0E-0766-42A7-9556-3C429F94C2D0}" destId="{19BEEDDF-2584-433E-891C-6F3142EAB163}" srcOrd="2" destOrd="0" presId="urn:microsoft.com/office/officeart/2016/7/layout/LinearArrowProcessNumbered"/>
    <dgm:cxn modelId="{FCFFD7CE-6B62-4CB8-8FBC-D301006337A7}" type="presParOf" srcId="{41FABD0E-0766-42A7-9556-3C429F94C2D0}" destId="{5287ABED-B920-4A80-A529-22BEF5D72E30}" srcOrd="3" destOrd="0" presId="urn:microsoft.com/office/officeart/2016/7/layout/LinearArrowProcessNumbered"/>
    <dgm:cxn modelId="{5E4CDF0B-D69D-4711-8E8E-0B576EFB54EA}" type="presParOf" srcId="{C0CC60F0-B5D4-4AFD-A846-6EA0810CE1F9}" destId="{0665052F-45AB-48CD-8D47-453951E166C1}" srcOrd="2" destOrd="0" presId="urn:microsoft.com/office/officeart/2016/7/layout/LinearArrowProcessNumbered"/>
    <dgm:cxn modelId="{33549A01-8B98-4983-9045-D6392690E50C}" type="presParOf" srcId="{F13D9D44-B37E-45E8-A75D-79A1DBE8CD50}" destId="{03F9FEC9-FC56-4E86-95CD-22F60F3B3BA7}" srcOrd="7" destOrd="0" presId="urn:microsoft.com/office/officeart/2016/7/layout/LinearArrowProcessNumbered"/>
    <dgm:cxn modelId="{1EF3D318-17D9-41AE-BA6A-43C3A4AF1419}" type="presParOf" srcId="{F13D9D44-B37E-45E8-A75D-79A1DBE8CD50}" destId="{FCC9C4CA-8F08-4623-AAE5-B12EB4808351}" srcOrd="8" destOrd="0" presId="urn:microsoft.com/office/officeart/2016/7/layout/LinearArrowProcessNumbered"/>
    <dgm:cxn modelId="{312D7B07-09C3-48C0-805D-6FE5206854C2}" type="presParOf" srcId="{FCC9C4CA-8F08-4623-AAE5-B12EB4808351}" destId="{42355D95-C348-458C-9A03-E5056B893C41}" srcOrd="0" destOrd="0" presId="urn:microsoft.com/office/officeart/2016/7/layout/LinearArrowProcessNumbered"/>
    <dgm:cxn modelId="{845A4FBE-6AE0-4E34-A84B-92E5A59B4806}" type="presParOf" srcId="{FCC9C4CA-8F08-4623-AAE5-B12EB4808351}" destId="{41FCE04C-7CD1-49A9-9583-55860E1718F8}" srcOrd="1" destOrd="0" presId="urn:microsoft.com/office/officeart/2016/7/layout/LinearArrowProcessNumbered"/>
    <dgm:cxn modelId="{AFDEF4A9-64AF-4288-9457-1AF9865FF913}" type="presParOf" srcId="{41FCE04C-7CD1-49A9-9583-55860E1718F8}" destId="{F5664EC7-5244-4D70-9CB2-521D5F2A9B62}" srcOrd="0" destOrd="0" presId="urn:microsoft.com/office/officeart/2016/7/layout/LinearArrowProcessNumbered"/>
    <dgm:cxn modelId="{C72F2FAB-BFE3-46EC-AF93-ABC73E4DE89E}" type="presParOf" srcId="{41FCE04C-7CD1-49A9-9583-55860E1718F8}" destId="{BE651792-DBF7-4833-B9E1-E346A757C7F3}" srcOrd="1" destOrd="0" presId="urn:microsoft.com/office/officeart/2016/7/layout/LinearArrowProcessNumbered"/>
    <dgm:cxn modelId="{0FDE9CA4-EE85-4EAA-A105-410EC7286FA3}" type="presParOf" srcId="{41FCE04C-7CD1-49A9-9583-55860E1718F8}" destId="{23D2E350-1534-4509-9771-972422611B5D}" srcOrd="2" destOrd="0" presId="urn:microsoft.com/office/officeart/2016/7/layout/LinearArrowProcessNumbered"/>
    <dgm:cxn modelId="{D20798A4-3463-4EE6-BB9C-74B43BBE8725}" type="presParOf" srcId="{41FCE04C-7CD1-49A9-9583-55860E1718F8}" destId="{514AB340-7CCF-447F-93C9-CC1B14FF31F5}" srcOrd="3" destOrd="0" presId="urn:microsoft.com/office/officeart/2016/7/layout/LinearArrowProcessNumbered"/>
    <dgm:cxn modelId="{8CCD90E0-B93E-4ED7-B1DE-9C18C5870A00}" type="presParOf" srcId="{FCC9C4CA-8F08-4623-AAE5-B12EB4808351}" destId="{73D9C830-4E1A-4EC9-8675-FF686C05AD67}" srcOrd="2" destOrd="0" presId="urn:microsoft.com/office/officeart/2016/7/layout/LinearArrowProcessNumbered"/>
    <dgm:cxn modelId="{80A0B0AD-DC3B-4357-B640-BD7A2CB0FE97}" type="presParOf" srcId="{F13D9D44-B37E-45E8-A75D-79A1DBE8CD50}" destId="{3EB1F824-17CD-47E0-8262-128E75B69CBE}" srcOrd="9" destOrd="0" presId="urn:microsoft.com/office/officeart/2016/7/layout/LinearArrowProcessNumbered"/>
    <dgm:cxn modelId="{7C216D69-482F-445C-8F48-F9ACCC100B4F}" type="presParOf" srcId="{F13D9D44-B37E-45E8-A75D-79A1DBE8CD50}" destId="{CC18E87D-FCF6-4A46-A7F5-DA792FC1BB06}" srcOrd="10" destOrd="0" presId="urn:microsoft.com/office/officeart/2016/7/layout/LinearArrowProcessNumbered"/>
    <dgm:cxn modelId="{349171BC-AD9F-48A8-B0E2-C42084B7475C}" type="presParOf" srcId="{CC18E87D-FCF6-4A46-A7F5-DA792FC1BB06}" destId="{58172F81-4E30-47EA-9192-633CE2FABC29}" srcOrd="0" destOrd="0" presId="urn:microsoft.com/office/officeart/2016/7/layout/LinearArrowProcessNumbered"/>
    <dgm:cxn modelId="{0BD16B98-254C-4EE8-A9BE-FDC6DCA278E7}" type="presParOf" srcId="{CC18E87D-FCF6-4A46-A7F5-DA792FC1BB06}" destId="{E80D5E5C-E1AC-469A-8620-3059225087C5}" srcOrd="1" destOrd="0" presId="urn:microsoft.com/office/officeart/2016/7/layout/LinearArrowProcessNumbered"/>
    <dgm:cxn modelId="{B22F558B-9A56-4BF3-B80C-D75EF68F3F51}" type="presParOf" srcId="{E80D5E5C-E1AC-469A-8620-3059225087C5}" destId="{D214D838-4FDE-4B86-A01A-35320FA6550D}" srcOrd="0" destOrd="0" presId="urn:microsoft.com/office/officeart/2016/7/layout/LinearArrowProcessNumbered"/>
    <dgm:cxn modelId="{8876A269-C1B2-49EB-B699-62FC2B9168B8}" type="presParOf" srcId="{E80D5E5C-E1AC-469A-8620-3059225087C5}" destId="{5748A453-B824-42CE-927D-4C2CF5D7D4D7}" srcOrd="1" destOrd="0" presId="urn:microsoft.com/office/officeart/2016/7/layout/LinearArrowProcessNumbered"/>
    <dgm:cxn modelId="{17694AA1-E577-4081-B7D3-18A3CFBF8E0D}" type="presParOf" srcId="{E80D5E5C-E1AC-469A-8620-3059225087C5}" destId="{8E16EF77-D7AB-46C3-B683-D2A84E8CCC68}" srcOrd="2" destOrd="0" presId="urn:microsoft.com/office/officeart/2016/7/layout/LinearArrowProcessNumbered"/>
    <dgm:cxn modelId="{74A10333-6961-4F0D-891B-FF1679D3341F}" type="presParOf" srcId="{E80D5E5C-E1AC-469A-8620-3059225087C5}" destId="{29003CBE-C10B-415D-A736-A8FA3D735925}" srcOrd="3" destOrd="0" presId="urn:microsoft.com/office/officeart/2016/7/layout/LinearArrowProcessNumbered"/>
    <dgm:cxn modelId="{1CE09587-AD2F-4523-84D6-D28041FA8A71}" type="presParOf" srcId="{CC18E87D-FCF6-4A46-A7F5-DA792FC1BB06}" destId="{33C846BC-33F8-468A-AE11-412503144692}" srcOrd="2" destOrd="0" presId="urn:microsoft.com/office/officeart/2016/7/layout/LinearArrowProcessNumbered"/>
    <dgm:cxn modelId="{D38677E3-E32E-4B38-A30A-B6FAC31EB04B}" type="presParOf" srcId="{F13D9D44-B37E-45E8-A75D-79A1DBE8CD50}" destId="{07BEB74B-9A0B-4C2A-B4D9-FD5B4BEE24CD}" srcOrd="11" destOrd="0" presId="urn:microsoft.com/office/officeart/2016/7/layout/LinearArrowProcessNumbered"/>
    <dgm:cxn modelId="{62179871-255C-445C-A6FC-7D0DCC7FB4DE}" type="presParOf" srcId="{F13D9D44-B37E-45E8-A75D-79A1DBE8CD50}" destId="{8B384D25-BC71-4D43-AE22-C3CDC8BD8ACA}" srcOrd="12" destOrd="0" presId="urn:microsoft.com/office/officeart/2016/7/layout/LinearArrowProcessNumbered"/>
    <dgm:cxn modelId="{51363934-E8DE-442D-8D56-A1E5AB121CB8}" type="presParOf" srcId="{8B384D25-BC71-4D43-AE22-C3CDC8BD8ACA}" destId="{28602CAB-1BD1-4E74-A5DA-ADBCFD769CE5}" srcOrd="0" destOrd="0" presId="urn:microsoft.com/office/officeart/2016/7/layout/LinearArrowProcessNumbered"/>
    <dgm:cxn modelId="{5654EA98-DA4D-4199-8569-E26376ACA7B7}" type="presParOf" srcId="{8B384D25-BC71-4D43-AE22-C3CDC8BD8ACA}" destId="{F8A9793A-8561-49C4-B29F-D2AA6C67D0F4}" srcOrd="1" destOrd="0" presId="urn:microsoft.com/office/officeart/2016/7/layout/LinearArrowProcessNumbered"/>
    <dgm:cxn modelId="{1ADFE7FA-3781-4C09-AD09-D5D4A7198B15}" type="presParOf" srcId="{F8A9793A-8561-49C4-B29F-D2AA6C67D0F4}" destId="{355AE72E-6889-4AAC-A994-295AECC30844}" srcOrd="0" destOrd="0" presId="urn:microsoft.com/office/officeart/2016/7/layout/LinearArrowProcessNumbered"/>
    <dgm:cxn modelId="{66F1BA26-CAD0-414F-A26A-06129DA36B24}" type="presParOf" srcId="{F8A9793A-8561-49C4-B29F-D2AA6C67D0F4}" destId="{C5250F7D-E6D7-483B-9A9E-F094B1A2EC1D}" srcOrd="1" destOrd="0" presId="urn:microsoft.com/office/officeart/2016/7/layout/LinearArrowProcessNumbered"/>
    <dgm:cxn modelId="{5EF5FC7D-0A27-4A53-A457-2E6FD7DCB3BB}" type="presParOf" srcId="{F8A9793A-8561-49C4-B29F-D2AA6C67D0F4}" destId="{F33AF72D-4EC2-43BB-A6FF-E060A8D96B40}" srcOrd="2" destOrd="0" presId="urn:microsoft.com/office/officeart/2016/7/layout/LinearArrowProcessNumbered"/>
    <dgm:cxn modelId="{3EC568CB-B759-4E41-A539-07626675E714}" type="presParOf" srcId="{F8A9793A-8561-49C4-B29F-D2AA6C67D0F4}" destId="{EE2CE43B-9E0C-46B7-B633-F44AF4CB8CC0}" srcOrd="3" destOrd="0" presId="urn:microsoft.com/office/officeart/2016/7/layout/LinearArrowProcessNumbered"/>
    <dgm:cxn modelId="{77CB6B85-E05C-4CAE-8E9B-F15E82A7DAA8}" type="presParOf" srcId="{8B384D25-BC71-4D43-AE22-C3CDC8BD8ACA}" destId="{C9D4F39D-E5FF-4CDD-A4C6-BC5D3529407E}" srcOrd="2" destOrd="0" presId="urn:microsoft.com/office/officeart/2016/7/layout/LinearArrow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0F41578-FAD5-42A4-A34F-FE9CD7758C24}"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40FBC269-5A61-4B71-8609-6A8556600150}">
      <dgm:prSet/>
      <dgm:spPr/>
      <dgm:t>
        <a:bodyPr/>
        <a:lstStyle/>
        <a:p>
          <a:r>
            <a:rPr kumimoji="1" lang="en-US" b="0" i="0"/>
            <a:t>IPv4</a:t>
          </a:r>
          <a:r>
            <a:rPr kumimoji="1" lang="ja-JP" b="0" i="0"/>
            <a:t>のグローバル</a:t>
          </a:r>
          <a:r>
            <a:rPr kumimoji="1" lang="en-US" b="0" i="0"/>
            <a:t>IP</a:t>
          </a:r>
          <a:r>
            <a:rPr kumimoji="1" lang="ja-JP" b="0" i="0"/>
            <a:t>アドレスは枯渇しかけていて</a:t>
          </a:r>
          <a:r>
            <a:rPr kumimoji="1" lang="en-US" b="0" i="0"/>
            <a:t>IPv6</a:t>
          </a:r>
          <a:r>
            <a:rPr kumimoji="1" lang="ja-JP" b="0" i="0"/>
            <a:t>が開発された経緯があります。</a:t>
          </a:r>
          <a:endParaRPr lang="en-US"/>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dgm:spPr/>
      <dgm:t>
        <a:bodyPr/>
        <a:lstStyle/>
        <a:p>
          <a:endParaRPr lang="en-US"/>
        </a:p>
      </dgm:t>
    </dgm:pt>
    <dgm:pt modelId="{5E372BF3-15D5-4068-9C8E-415CEE501BE7}">
      <dgm:prSet/>
      <dgm:spPr/>
      <dgm:t>
        <a:bodyPr/>
        <a:lstStyle/>
        <a:p>
          <a:r>
            <a:rPr kumimoji="1" lang="ja-JP" b="0" i="0"/>
            <a:t>その為、そもそも節約すればまだまだ使えます。</a:t>
          </a:r>
          <a:endParaRPr lang="en-US"/>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dgm:spPr/>
      <dgm:t>
        <a:bodyPr/>
        <a:lstStyle/>
        <a:p>
          <a:endParaRPr lang="en-US"/>
        </a:p>
      </dgm:t>
    </dgm:pt>
    <dgm:pt modelId="{F3F62740-98FA-4C6C-AB20-FAF6CA6D230C}">
      <dgm:prSet/>
      <dgm:spPr/>
      <dgm:t>
        <a:bodyPr/>
        <a:lstStyle/>
        <a:p>
          <a:r>
            <a:rPr kumimoji="1" lang="ja-JP" b="0" i="0"/>
            <a:t>その節約の意味もありグローバル</a:t>
          </a:r>
          <a:r>
            <a:rPr kumimoji="1" lang="en-US" b="0" i="0"/>
            <a:t>IP</a:t>
          </a:r>
          <a:r>
            <a:rPr kumimoji="1" lang="ja-JP" b="0" i="0"/>
            <a:t>アドレスは接続があるユーザーに自動で割り当ててインターネット接続をできるようにしています。</a:t>
          </a:r>
          <a:endParaRPr lang="en-US"/>
        </a:p>
      </dgm:t>
    </dgm:pt>
    <dgm:pt modelId="{4C843FB8-CAAD-41F9-92FC-6CC6B9A7D4C8}" type="parTrans" cxnId="{165F12B2-E37E-4876-AB06-31371514557D}">
      <dgm:prSet/>
      <dgm:spPr/>
      <dgm:t>
        <a:bodyPr/>
        <a:lstStyle/>
        <a:p>
          <a:endParaRPr lang="en-US"/>
        </a:p>
      </dgm:t>
    </dgm:pt>
    <dgm:pt modelId="{05405B03-2754-4A85-8CFE-AD377FFCEA51}" type="sibTrans" cxnId="{165F12B2-E37E-4876-AB06-31371514557D}">
      <dgm:prSet/>
      <dgm:spPr/>
      <dgm:t>
        <a:bodyPr/>
        <a:lstStyle/>
        <a:p>
          <a:endParaRPr lang="en-US"/>
        </a:p>
      </dgm:t>
    </dgm:pt>
    <dgm:pt modelId="{60EB7537-B410-47DD-BBDA-497F06D0B086}" type="pres">
      <dgm:prSet presAssocID="{B0F41578-FAD5-42A4-A34F-FE9CD7758C24}" presName="hierChild1" presStyleCnt="0">
        <dgm:presLayoutVars>
          <dgm:chPref val="1"/>
          <dgm:dir/>
          <dgm:animOne val="branch"/>
          <dgm:animLvl val="lvl"/>
          <dgm:resizeHandles/>
        </dgm:presLayoutVars>
      </dgm:prSet>
      <dgm:spPr/>
    </dgm:pt>
    <dgm:pt modelId="{AB2F6E7E-A204-46F5-A5A8-16582B765B14}" type="pres">
      <dgm:prSet presAssocID="{40FBC269-5A61-4B71-8609-6A8556600150}" presName="hierRoot1" presStyleCnt="0"/>
      <dgm:spPr/>
    </dgm:pt>
    <dgm:pt modelId="{DFC68B2F-EBF7-41F2-944D-D75264704CFC}" type="pres">
      <dgm:prSet presAssocID="{40FBC269-5A61-4B71-8609-6A8556600150}" presName="composite" presStyleCnt="0"/>
      <dgm:spPr/>
    </dgm:pt>
    <dgm:pt modelId="{373FF800-69EB-4205-B1D8-8F498CDFF575}" type="pres">
      <dgm:prSet presAssocID="{40FBC269-5A61-4B71-8609-6A8556600150}" presName="background" presStyleLbl="node0" presStyleIdx="0" presStyleCnt="3"/>
      <dgm:spPr/>
    </dgm:pt>
    <dgm:pt modelId="{354A934F-2880-4477-90F6-9FA28E034040}" type="pres">
      <dgm:prSet presAssocID="{40FBC269-5A61-4B71-8609-6A8556600150}" presName="text" presStyleLbl="fgAcc0" presStyleIdx="0" presStyleCnt="3">
        <dgm:presLayoutVars>
          <dgm:chPref val="3"/>
        </dgm:presLayoutVars>
      </dgm:prSet>
      <dgm:spPr/>
    </dgm:pt>
    <dgm:pt modelId="{07CA52C9-5A36-4658-A25E-6E74A68D101A}" type="pres">
      <dgm:prSet presAssocID="{40FBC269-5A61-4B71-8609-6A8556600150}" presName="hierChild2" presStyleCnt="0"/>
      <dgm:spPr/>
    </dgm:pt>
    <dgm:pt modelId="{A6444211-8DA6-4EE1-A128-4F3327298046}" type="pres">
      <dgm:prSet presAssocID="{5E372BF3-15D5-4068-9C8E-415CEE501BE7}" presName="hierRoot1" presStyleCnt="0"/>
      <dgm:spPr/>
    </dgm:pt>
    <dgm:pt modelId="{946A1119-106F-46C8-8CF9-9D3A126B0B53}" type="pres">
      <dgm:prSet presAssocID="{5E372BF3-15D5-4068-9C8E-415CEE501BE7}" presName="composite" presStyleCnt="0"/>
      <dgm:spPr/>
    </dgm:pt>
    <dgm:pt modelId="{44238331-3FC7-4760-81D7-B6C3ACB4F8CA}" type="pres">
      <dgm:prSet presAssocID="{5E372BF3-15D5-4068-9C8E-415CEE501BE7}" presName="background" presStyleLbl="node0" presStyleIdx="1" presStyleCnt="3"/>
      <dgm:spPr/>
    </dgm:pt>
    <dgm:pt modelId="{E984851D-8018-43C5-8904-9FB4309192BB}" type="pres">
      <dgm:prSet presAssocID="{5E372BF3-15D5-4068-9C8E-415CEE501BE7}" presName="text" presStyleLbl="fgAcc0" presStyleIdx="1" presStyleCnt="3">
        <dgm:presLayoutVars>
          <dgm:chPref val="3"/>
        </dgm:presLayoutVars>
      </dgm:prSet>
      <dgm:spPr/>
    </dgm:pt>
    <dgm:pt modelId="{A66216B7-F717-49DE-AE54-2FBA42878E72}" type="pres">
      <dgm:prSet presAssocID="{5E372BF3-15D5-4068-9C8E-415CEE501BE7}" presName="hierChild2" presStyleCnt="0"/>
      <dgm:spPr/>
    </dgm:pt>
    <dgm:pt modelId="{C0042714-8871-4979-A64E-2D1F4FA0A8BC}" type="pres">
      <dgm:prSet presAssocID="{F3F62740-98FA-4C6C-AB20-FAF6CA6D230C}" presName="hierRoot1" presStyleCnt="0"/>
      <dgm:spPr/>
    </dgm:pt>
    <dgm:pt modelId="{CE00288B-9BA4-4F42-B746-5C2874CC2BE2}" type="pres">
      <dgm:prSet presAssocID="{F3F62740-98FA-4C6C-AB20-FAF6CA6D230C}" presName="composite" presStyleCnt="0"/>
      <dgm:spPr/>
    </dgm:pt>
    <dgm:pt modelId="{36E1B037-D908-466F-B144-6A5CF15E0B7A}" type="pres">
      <dgm:prSet presAssocID="{F3F62740-98FA-4C6C-AB20-FAF6CA6D230C}" presName="background" presStyleLbl="node0" presStyleIdx="2" presStyleCnt="3"/>
      <dgm:spPr/>
    </dgm:pt>
    <dgm:pt modelId="{05FF2C54-E282-44FC-AE9E-541CD1DB970D}" type="pres">
      <dgm:prSet presAssocID="{F3F62740-98FA-4C6C-AB20-FAF6CA6D230C}" presName="text" presStyleLbl="fgAcc0" presStyleIdx="2" presStyleCnt="3">
        <dgm:presLayoutVars>
          <dgm:chPref val="3"/>
        </dgm:presLayoutVars>
      </dgm:prSet>
      <dgm:spPr/>
    </dgm:pt>
    <dgm:pt modelId="{FF653161-36CF-4ADA-849E-98FD9C4B2DB5}" type="pres">
      <dgm:prSet presAssocID="{F3F62740-98FA-4C6C-AB20-FAF6CA6D230C}" presName="hierChild2" presStyleCnt="0"/>
      <dgm:spPr/>
    </dgm:pt>
  </dgm:ptLst>
  <dgm:cxnLst>
    <dgm:cxn modelId="{2A537F48-3823-4708-BF9A-6C17EF09343C}" type="presOf" srcId="{F3F62740-98FA-4C6C-AB20-FAF6CA6D230C}" destId="{05FF2C54-E282-44FC-AE9E-541CD1DB970D}" srcOrd="0" destOrd="0" presId="urn:microsoft.com/office/officeart/2005/8/layout/hierarchy1"/>
    <dgm:cxn modelId="{6DAE4D73-CC1B-4A42-A717-E0DA9DCEF4D4}" type="presOf" srcId="{B0F41578-FAD5-42A4-A34F-FE9CD7758C24}" destId="{60EB7537-B410-47DD-BBDA-497F06D0B086}" srcOrd="0" destOrd="0" presId="urn:microsoft.com/office/officeart/2005/8/layout/hierarchy1"/>
    <dgm:cxn modelId="{F252F855-D92D-4288-A4A4-C5E68441036F}" type="presOf" srcId="{40FBC269-5A61-4B71-8609-6A8556600150}" destId="{354A934F-2880-4477-90F6-9FA28E034040}" srcOrd="0" destOrd="0" presId="urn:microsoft.com/office/officeart/2005/8/layout/hierarchy1"/>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165F12B2-E37E-4876-AB06-31371514557D}" srcId="{B0F41578-FAD5-42A4-A34F-FE9CD7758C24}" destId="{F3F62740-98FA-4C6C-AB20-FAF6CA6D230C}" srcOrd="2" destOrd="0" parTransId="{4C843FB8-CAAD-41F9-92FC-6CC6B9A7D4C8}" sibTransId="{05405B03-2754-4A85-8CFE-AD377FFCEA51}"/>
    <dgm:cxn modelId="{8785C5FE-8027-41D7-BD83-B303681F9ECE}" type="presOf" srcId="{5E372BF3-15D5-4068-9C8E-415CEE501BE7}" destId="{E984851D-8018-43C5-8904-9FB4309192BB}" srcOrd="0" destOrd="0" presId="urn:microsoft.com/office/officeart/2005/8/layout/hierarchy1"/>
    <dgm:cxn modelId="{A7A9847E-1005-4078-AD1B-9EBA6EFB2DD7}" type="presParOf" srcId="{60EB7537-B410-47DD-BBDA-497F06D0B086}" destId="{AB2F6E7E-A204-46F5-A5A8-16582B765B14}" srcOrd="0" destOrd="0" presId="urn:microsoft.com/office/officeart/2005/8/layout/hierarchy1"/>
    <dgm:cxn modelId="{1B0760AB-5EFE-423E-91F8-D4E40ABA64A4}" type="presParOf" srcId="{AB2F6E7E-A204-46F5-A5A8-16582B765B14}" destId="{DFC68B2F-EBF7-41F2-944D-D75264704CFC}" srcOrd="0" destOrd="0" presId="urn:microsoft.com/office/officeart/2005/8/layout/hierarchy1"/>
    <dgm:cxn modelId="{DAA5134A-F14D-4F9C-974C-9975F1A82BDA}" type="presParOf" srcId="{DFC68B2F-EBF7-41F2-944D-D75264704CFC}" destId="{373FF800-69EB-4205-B1D8-8F498CDFF575}" srcOrd="0" destOrd="0" presId="urn:microsoft.com/office/officeart/2005/8/layout/hierarchy1"/>
    <dgm:cxn modelId="{43217AE6-966A-4782-9FB2-42061D2A7433}" type="presParOf" srcId="{DFC68B2F-EBF7-41F2-944D-D75264704CFC}" destId="{354A934F-2880-4477-90F6-9FA28E034040}" srcOrd="1" destOrd="0" presId="urn:microsoft.com/office/officeart/2005/8/layout/hierarchy1"/>
    <dgm:cxn modelId="{BDE7EC63-DDA5-4CAC-8F51-666F5B4082CE}" type="presParOf" srcId="{AB2F6E7E-A204-46F5-A5A8-16582B765B14}" destId="{07CA52C9-5A36-4658-A25E-6E74A68D101A}" srcOrd="1" destOrd="0" presId="urn:microsoft.com/office/officeart/2005/8/layout/hierarchy1"/>
    <dgm:cxn modelId="{6FF729FA-552C-4E04-94FC-4015DF425D27}" type="presParOf" srcId="{60EB7537-B410-47DD-BBDA-497F06D0B086}" destId="{A6444211-8DA6-4EE1-A128-4F3327298046}" srcOrd="1" destOrd="0" presId="urn:microsoft.com/office/officeart/2005/8/layout/hierarchy1"/>
    <dgm:cxn modelId="{D32F5DD5-4594-4D60-81AA-A2E05D4CC1AF}" type="presParOf" srcId="{A6444211-8DA6-4EE1-A128-4F3327298046}" destId="{946A1119-106F-46C8-8CF9-9D3A126B0B53}" srcOrd="0" destOrd="0" presId="urn:microsoft.com/office/officeart/2005/8/layout/hierarchy1"/>
    <dgm:cxn modelId="{278E3F23-439F-4C74-9DD0-C2FF61354037}" type="presParOf" srcId="{946A1119-106F-46C8-8CF9-9D3A126B0B53}" destId="{44238331-3FC7-4760-81D7-B6C3ACB4F8CA}" srcOrd="0" destOrd="0" presId="urn:microsoft.com/office/officeart/2005/8/layout/hierarchy1"/>
    <dgm:cxn modelId="{ED481FC9-35E5-4B7F-8D83-54C0271A8022}" type="presParOf" srcId="{946A1119-106F-46C8-8CF9-9D3A126B0B53}" destId="{E984851D-8018-43C5-8904-9FB4309192BB}" srcOrd="1" destOrd="0" presId="urn:microsoft.com/office/officeart/2005/8/layout/hierarchy1"/>
    <dgm:cxn modelId="{65844B0E-2AAF-438D-9597-4423A1468471}" type="presParOf" srcId="{A6444211-8DA6-4EE1-A128-4F3327298046}" destId="{A66216B7-F717-49DE-AE54-2FBA42878E72}" srcOrd="1" destOrd="0" presId="urn:microsoft.com/office/officeart/2005/8/layout/hierarchy1"/>
    <dgm:cxn modelId="{EBE1CB1D-7BE3-4CE7-B989-ED8A6A925EC1}" type="presParOf" srcId="{60EB7537-B410-47DD-BBDA-497F06D0B086}" destId="{C0042714-8871-4979-A64E-2D1F4FA0A8BC}" srcOrd="2" destOrd="0" presId="urn:microsoft.com/office/officeart/2005/8/layout/hierarchy1"/>
    <dgm:cxn modelId="{86CDB7A3-508A-4EEC-8607-D758F21803E9}" type="presParOf" srcId="{C0042714-8871-4979-A64E-2D1F4FA0A8BC}" destId="{CE00288B-9BA4-4F42-B746-5C2874CC2BE2}" srcOrd="0" destOrd="0" presId="urn:microsoft.com/office/officeart/2005/8/layout/hierarchy1"/>
    <dgm:cxn modelId="{5A735B52-7979-48F8-AD7A-EBD4D05555E5}" type="presParOf" srcId="{CE00288B-9BA4-4F42-B746-5C2874CC2BE2}" destId="{36E1B037-D908-466F-B144-6A5CF15E0B7A}" srcOrd="0" destOrd="0" presId="urn:microsoft.com/office/officeart/2005/8/layout/hierarchy1"/>
    <dgm:cxn modelId="{CAD2765F-0050-4167-88D8-90881C681241}" type="presParOf" srcId="{CE00288B-9BA4-4F42-B746-5C2874CC2BE2}" destId="{05FF2C54-E282-44FC-AE9E-541CD1DB970D}" srcOrd="1" destOrd="0" presId="urn:microsoft.com/office/officeart/2005/8/layout/hierarchy1"/>
    <dgm:cxn modelId="{AC52EBFA-4ABE-4B5C-A83B-ADB38D0AD7DA}" type="presParOf" srcId="{C0042714-8871-4979-A64E-2D1F4FA0A8BC}" destId="{FF653161-36CF-4ADA-849E-98FD9C4B2DB5}"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0F41578-FAD5-42A4-A34F-FE9CD7758C24}" type="doc">
      <dgm:prSet loTypeId="urn:microsoft.com/office/officeart/2016/7/layout/BasicLinearProcessNumbered" loCatId="process" qsTypeId="urn:microsoft.com/office/officeart/2005/8/quickstyle/simple2" qsCatId="simple" csTypeId="urn:microsoft.com/office/officeart/2005/8/colors/accent3_2" csCatId="accent3"/>
      <dgm:spPr/>
      <dgm:t>
        <a:bodyPr/>
        <a:lstStyle/>
        <a:p>
          <a:endParaRPr lang="en-US"/>
        </a:p>
      </dgm:t>
    </dgm:pt>
    <dgm:pt modelId="{40FBC269-5A61-4B71-8609-6A8556600150}">
      <dgm:prSet/>
      <dgm:spPr/>
      <dgm:t>
        <a:bodyPr/>
        <a:lstStyle/>
        <a:p>
          <a:r>
            <a:rPr kumimoji="1" lang="en-US" b="0" i="0"/>
            <a:t>IPv4</a:t>
          </a:r>
          <a:r>
            <a:rPr kumimoji="1" lang="ja-JP" b="0" i="0"/>
            <a:t>のグローバル</a:t>
          </a:r>
          <a:r>
            <a:rPr kumimoji="1" lang="en-US" b="0" i="0"/>
            <a:t>IP</a:t>
          </a:r>
          <a:r>
            <a:rPr kumimoji="1" lang="ja-JP" b="0" i="0"/>
            <a:t>アドレスは枯渇しかけていて</a:t>
          </a:r>
          <a:r>
            <a:rPr kumimoji="1" lang="en-US" b="0" i="0"/>
            <a:t>IPv6</a:t>
          </a:r>
          <a:r>
            <a:rPr kumimoji="1" lang="ja-JP" b="0" i="0"/>
            <a:t>が開発された経緯があります。</a:t>
          </a:r>
          <a:endParaRPr lang="en-US"/>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phldrT="1"/>
      <dgm:spPr/>
      <dgm:t>
        <a:bodyPr/>
        <a:lstStyle/>
        <a:p>
          <a:r>
            <a:rPr lang="en-US"/>
            <a:t>1</a:t>
          </a:r>
        </a:p>
      </dgm:t>
    </dgm:pt>
    <dgm:pt modelId="{5E372BF3-15D5-4068-9C8E-415CEE501BE7}">
      <dgm:prSet/>
      <dgm:spPr/>
      <dgm:t>
        <a:bodyPr/>
        <a:lstStyle/>
        <a:p>
          <a:r>
            <a:rPr kumimoji="1" lang="ja-JP" b="0" i="0"/>
            <a:t>その為、そもそも節約すればまだまだ使えます。</a:t>
          </a:r>
          <a:endParaRPr lang="en-US"/>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phldrT="2"/>
      <dgm:spPr/>
      <dgm:t>
        <a:bodyPr/>
        <a:lstStyle/>
        <a:p>
          <a:r>
            <a:rPr lang="en-US"/>
            <a:t>2</a:t>
          </a:r>
        </a:p>
      </dgm:t>
    </dgm:pt>
    <dgm:pt modelId="{F3F62740-98FA-4C6C-AB20-FAF6CA6D230C}">
      <dgm:prSet/>
      <dgm:spPr/>
      <dgm:t>
        <a:bodyPr/>
        <a:lstStyle/>
        <a:p>
          <a:r>
            <a:rPr kumimoji="1" lang="ja-JP" b="0" i="0"/>
            <a:t>その節約の意味もありグローバル</a:t>
          </a:r>
          <a:r>
            <a:rPr kumimoji="1" lang="en-US" b="0" i="0"/>
            <a:t>IP</a:t>
          </a:r>
          <a:r>
            <a:rPr kumimoji="1" lang="ja-JP" b="0" i="0"/>
            <a:t>アドレスは接続があるユーザーに自動で割り当ててインターネット接続をできるようにしています。</a:t>
          </a:r>
          <a:endParaRPr lang="en-US"/>
        </a:p>
      </dgm:t>
    </dgm:pt>
    <dgm:pt modelId="{4C843FB8-CAAD-41F9-92FC-6CC6B9A7D4C8}" type="parTrans" cxnId="{165F12B2-E37E-4876-AB06-31371514557D}">
      <dgm:prSet/>
      <dgm:spPr/>
      <dgm:t>
        <a:bodyPr/>
        <a:lstStyle/>
        <a:p>
          <a:endParaRPr lang="en-US"/>
        </a:p>
      </dgm:t>
    </dgm:pt>
    <dgm:pt modelId="{05405B03-2754-4A85-8CFE-AD377FFCEA51}" type="sibTrans" cxnId="{165F12B2-E37E-4876-AB06-31371514557D}">
      <dgm:prSet phldrT="3"/>
      <dgm:spPr/>
      <dgm:t>
        <a:bodyPr/>
        <a:lstStyle/>
        <a:p>
          <a:r>
            <a:rPr lang="en-US"/>
            <a:t>3</a:t>
          </a:r>
        </a:p>
      </dgm:t>
    </dgm:pt>
    <dgm:pt modelId="{B3C35CE9-E0F2-4AFD-AC5E-5287C6B4A4D5}" type="pres">
      <dgm:prSet presAssocID="{B0F41578-FAD5-42A4-A34F-FE9CD7758C24}" presName="Name0" presStyleCnt="0">
        <dgm:presLayoutVars>
          <dgm:animLvl val="lvl"/>
          <dgm:resizeHandles val="exact"/>
        </dgm:presLayoutVars>
      </dgm:prSet>
      <dgm:spPr/>
    </dgm:pt>
    <dgm:pt modelId="{EC0E77BB-4F95-42BF-ACA9-FC11DEEABCA5}" type="pres">
      <dgm:prSet presAssocID="{40FBC269-5A61-4B71-8609-6A8556600150}" presName="compositeNode" presStyleCnt="0">
        <dgm:presLayoutVars>
          <dgm:bulletEnabled val="1"/>
        </dgm:presLayoutVars>
      </dgm:prSet>
      <dgm:spPr/>
    </dgm:pt>
    <dgm:pt modelId="{CF071964-FC4A-4BAB-801E-A5BC4184140A}" type="pres">
      <dgm:prSet presAssocID="{40FBC269-5A61-4B71-8609-6A8556600150}" presName="bgRect" presStyleLbl="bgAccFollowNode1" presStyleIdx="0" presStyleCnt="3"/>
      <dgm:spPr/>
    </dgm:pt>
    <dgm:pt modelId="{0354CDED-1440-4EC9-9A43-96F009EBD4D6}" type="pres">
      <dgm:prSet presAssocID="{3F213DCF-361F-44B6-8D69-E3D9AB9DB39A}" presName="sibTransNodeCircle" presStyleLbl="alignNode1" presStyleIdx="0" presStyleCnt="6">
        <dgm:presLayoutVars>
          <dgm:chMax val="0"/>
          <dgm:bulletEnabled/>
        </dgm:presLayoutVars>
      </dgm:prSet>
      <dgm:spPr/>
    </dgm:pt>
    <dgm:pt modelId="{C95AD0DD-4F7D-4E6E-8B3C-41B419CEC2F2}" type="pres">
      <dgm:prSet presAssocID="{40FBC269-5A61-4B71-8609-6A8556600150}" presName="bottomLine" presStyleLbl="alignNode1" presStyleIdx="1" presStyleCnt="6">
        <dgm:presLayoutVars/>
      </dgm:prSet>
      <dgm:spPr/>
    </dgm:pt>
    <dgm:pt modelId="{89DD1753-975A-4FE5-B4D7-29B3BBEE1121}" type="pres">
      <dgm:prSet presAssocID="{40FBC269-5A61-4B71-8609-6A8556600150}" presName="nodeText" presStyleLbl="bgAccFollowNode1" presStyleIdx="0" presStyleCnt="3">
        <dgm:presLayoutVars>
          <dgm:bulletEnabled val="1"/>
        </dgm:presLayoutVars>
      </dgm:prSet>
      <dgm:spPr/>
    </dgm:pt>
    <dgm:pt modelId="{AC244FAC-D2A4-4108-8E52-A9760A9F1097}" type="pres">
      <dgm:prSet presAssocID="{3F213DCF-361F-44B6-8D69-E3D9AB9DB39A}" presName="sibTrans" presStyleCnt="0"/>
      <dgm:spPr/>
    </dgm:pt>
    <dgm:pt modelId="{BAB8CBA2-B4FF-4027-BE35-1B8C09CB247F}" type="pres">
      <dgm:prSet presAssocID="{5E372BF3-15D5-4068-9C8E-415CEE501BE7}" presName="compositeNode" presStyleCnt="0">
        <dgm:presLayoutVars>
          <dgm:bulletEnabled val="1"/>
        </dgm:presLayoutVars>
      </dgm:prSet>
      <dgm:spPr/>
    </dgm:pt>
    <dgm:pt modelId="{FA18F383-FB8E-475D-85DD-921B626142BF}" type="pres">
      <dgm:prSet presAssocID="{5E372BF3-15D5-4068-9C8E-415CEE501BE7}" presName="bgRect" presStyleLbl="bgAccFollowNode1" presStyleIdx="1" presStyleCnt="3"/>
      <dgm:spPr/>
    </dgm:pt>
    <dgm:pt modelId="{B48D94FB-659F-4798-ACC6-2895CCC82CC8}" type="pres">
      <dgm:prSet presAssocID="{5899DC42-FFEC-4F02-9EFD-8692CB31202D}" presName="sibTransNodeCircle" presStyleLbl="alignNode1" presStyleIdx="2" presStyleCnt="6">
        <dgm:presLayoutVars>
          <dgm:chMax val="0"/>
          <dgm:bulletEnabled/>
        </dgm:presLayoutVars>
      </dgm:prSet>
      <dgm:spPr/>
    </dgm:pt>
    <dgm:pt modelId="{95DB09B1-57BB-4476-A598-E36644AF7949}" type="pres">
      <dgm:prSet presAssocID="{5E372BF3-15D5-4068-9C8E-415CEE501BE7}" presName="bottomLine" presStyleLbl="alignNode1" presStyleIdx="3" presStyleCnt="6">
        <dgm:presLayoutVars/>
      </dgm:prSet>
      <dgm:spPr/>
    </dgm:pt>
    <dgm:pt modelId="{6C28D4B9-8E69-4DA4-92C9-5112405B79FF}" type="pres">
      <dgm:prSet presAssocID="{5E372BF3-15D5-4068-9C8E-415CEE501BE7}" presName="nodeText" presStyleLbl="bgAccFollowNode1" presStyleIdx="1" presStyleCnt="3">
        <dgm:presLayoutVars>
          <dgm:bulletEnabled val="1"/>
        </dgm:presLayoutVars>
      </dgm:prSet>
      <dgm:spPr/>
    </dgm:pt>
    <dgm:pt modelId="{8099B837-6437-445D-A83C-18AAFCA1A9D6}" type="pres">
      <dgm:prSet presAssocID="{5899DC42-FFEC-4F02-9EFD-8692CB31202D}" presName="sibTrans" presStyleCnt="0"/>
      <dgm:spPr/>
    </dgm:pt>
    <dgm:pt modelId="{23E4E8FF-B37F-4462-B9B4-4E12C760E421}" type="pres">
      <dgm:prSet presAssocID="{F3F62740-98FA-4C6C-AB20-FAF6CA6D230C}" presName="compositeNode" presStyleCnt="0">
        <dgm:presLayoutVars>
          <dgm:bulletEnabled val="1"/>
        </dgm:presLayoutVars>
      </dgm:prSet>
      <dgm:spPr/>
    </dgm:pt>
    <dgm:pt modelId="{7D5ACE94-887C-41FF-AC62-8F3CA63D5FDA}" type="pres">
      <dgm:prSet presAssocID="{F3F62740-98FA-4C6C-AB20-FAF6CA6D230C}" presName="bgRect" presStyleLbl="bgAccFollowNode1" presStyleIdx="2" presStyleCnt="3"/>
      <dgm:spPr/>
    </dgm:pt>
    <dgm:pt modelId="{8EE79E4F-B094-4CCC-92B5-DA0A9EB7E9CB}" type="pres">
      <dgm:prSet presAssocID="{05405B03-2754-4A85-8CFE-AD377FFCEA51}" presName="sibTransNodeCircle" presStyleLbl="alignNode1" presStyleIdx="4" presStyleCnt="6">
        <dgm:presLayoutVars>
          <dgm:chMax val="0"/>
          <dgm:bulletEnabled/>
        </dgm:presLayoutVars>
      </dgm:prSet>
      <dgm:spPr/>
    </dgm:pt>
    <dgm:pt modelId="{B73DCD57-141F-4F04-B5B5-B339EF6BA9DF}" type="pres">
      <dgm:prSet presAssocID="{F3F62740-98FA-4C6C-AB20-FAF6CA6D230C}" presName="bottomLine" presStyleLbl="alignNode1" presStyleIdx="5" presStyleCnt="6">
        <dgm:presLayoutVars/>
      </dgm:prSet>
      <dgm:spPr/>
    </dgm:pt>
    <dgm:pt modelId="{071048F8-231A-49AD-9E82-E7626A798AEA}" type="pres">
      <dgm:prSet presAssocID="{F3F62740-98FA-4C6C-AB20-FAF6CA6D230C}" presName="nodeText" presStyleLbl="bgAccFollowNode1" presStyleIdx="2" presStyleCnt="3">
        <dgm:presLayoutVars>
          <dgm:bulletEnabled val="1"/>
        </dgm:presLayoutVars>
      </dgm:prSet>
      <dgm:spPr/>
    </dgm:pt>
  </dgm:ptLst>
  <dgm:cxnLst>
    <dgm:cxn modelId="{1964C105-E4E1-4758-94E8-B12A3FEA04FF}" type="presOf" srcId="{40FBC269-5A61-4B71-8609-6A8556600150}" destId="{CF071964-FC4A-4BAB-801E-A5BC4184140A}" srcOrd="0" destOrd="0" presId="urn:microsoft.com/office/officeart/2016/7/layout/BasicLinearProcessNumbered"/>
    <dgm:cxn modelId="{647A0D2C-48A3-4F52-8C71-A4080605D553}" type="presOf" srcId="{5899DC42-FFEC-4F02-9EFD-8692CB31202D}" destId="{B48D94FB-659F-4798-ACC6-2895CCC82CC8}" srcOrd="0" destOrd="0" presId="urn:microsoft.com/office/officeart/2016/7/layout/BasicLinearProcessNumbered"/>
    <dgm:cxn modelId="{84A8F35C-54D0-449B-B898-BFC7F3DFBD45}" type="presOf" srcId="{B0F41578-FAD5-42A4-A34F-FE9CD7758C24}" destId="{B3C35CE9-E0F2-4AFD-AC5E-5287C6B4A4D5}" srcOrd="0" destOrd="0" presId="urn:microsoft.com/office/officeart/2016/7/layout/BasicLinearProcessNumbered"/>
    <dgm:cxn modelId="{D4919B4A-C22D-4BF9-8112-75DB0F41E557}" type="presOf" srcId="{5E372BF3-15D5-4068-9C8E-415CEE501BE7}" destId="{FA18F383-FB8E-475D-85DD-921B626142BF}" srcOrd="0" destOrd="0" presId="urn:microsoft.com/office/officeart/2016/7/layout/BasicLinearProcessNumbered"/>
    <dgm:cxn modelId="{EE7F6471-46E4-48FC-A32F-5A401AF4BD0B}" type="presOf" srcId="{05405B03-2754-4A85-8CFE-AD377FFCEA51}" destId="{8EE79E4F-B094-4CCC-92B5-DA0A9EB7E9CB}" srcOrd="0" destOrd="0" presId="urn:microsoft.com/office/officeart/2016/7/layout/BasicLinearProcessNumbered"/>
    <dgm:cxn modelId="{33918792-1009-4414-B5B9-D2AA268B2B07}" type="presOf" srcId="{5E372BF3-15D5-4068-9C8E-415CEE501BE7}" destId="{6C28D4B9-8E69-4DA4-92C9-5112405B79FF}" srcOrd="1" destOrd="0" presId="urn:microsoft.com/office/officeart/2016/7/layout/BasicLinearProcessNumbered"/>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165F12B2-E37E-4876-AB06-31371514557D}" srcId="{B0F41578-FAD5-42A4-A34F-FE9CD7758C24}" destId="{F3F62740-98FA-4C6C-AB20-FAF6CA6D230C}" srcOrd="2" destOrd="0" parTransId="{4C843FB8-CAAD-41F9-92FC-6CC6B9A7D4C8}" sibTransId="{05405B03-2754-4A85-8CFE-AD377FFCEA51}"/>
    <dgm:cxn modelId="{61C0FABF-BD22-4C41-B27B-0EEE5B70428D}" type="presOf" srcId="{F3F62740-98FA-4C6C-AB20-FAF6CA6D230C}" destId="{071048F8-231A-49AD-9E82-E7626A798AEA}" srcOrd="1" destOrd="0" presId="urn:microsoft.com/office/officeart/2016/7/layout/BasicLinearProcessNumbered"/>
    <dgm:cxn modelId="{91F734C0-2EF6-4745-977B-E3236CC00D60}" type="presOf" srcId="{3F213DCF-361F-44B6-8D69-E3D9AB9DB39A}" destId="{0354CDED-1440-4EC9-9A43-96F009EBD4D6}" srcOrd="0" destOrd="0" presId="urn:microsoft.com/office/officeart/2016/7/layout/BasicLinearProcessNumbered"/>
    <dgm:cxn modelId="{535C96E2-14BC-4E24-AE58-072BAF14A602}" type="presOf" srcId="{F3F62740-98FA-4C6C-AB20-FAF6CA6D230C}" destId="{7D5ACE94-887C-41FF-AC62-8F3CA63D5FDA}" srcOrd="0" destOrd="0" presId="urn:microsoft.com/office/officeart/2016/7/layout/BasicLinearProcessNumbered"/>
    <dgm:cxn modelId="{5345B7FF-991F-414E-A8D2-C28E3A0CB2FE}" type="presOf" srcId="{40FBC269-5A61-4B71-8609-6A8556600150}" destId="{89DD1753-975A-4FE5-B4D7-29B3BBEE1121}" srcOrd="1" destOrd="0" presId="urn:microsoft.com/office/officeart/2016/7/layout/BasicLinearProcessNumbered"/>
    <dgm:cxn modelId="{A6245B3E-C736-4F5A-BCE1-7C1EFE3F01FB}" type="presParOf" srcId="{B3C35CE9-E0F2-4AFD-AC5E-5287C6B4A4D5}" destId="{EC0E77BB-4F95-42BF-ACA9-FC11DEEABCA5}" srcOrd="0" destOrd="0" presId="urn:microsoft.com/office/officeart/2016/7/layout/BasicLinearProcessNumbered"/>
    <dgm:cxn modelId="{06569006-BFF2-4221-B7C4-03DAC92DDEAC}" type="presParOf" srcId="{EC0E77BB-4F95-42BF-ACA9-FC11DEEABCA5}" destId="{CF071964-FC4A-4BAB-801E-A5BC4184140A}" srcOrd="0" destOrd="0" presId="urn:microsoft.com/office/officeart/2016/7/layout/BasicLinearProcessNumbered"/>
    <dgm:cxn modelId="{5B283337-86BE-41DD-B778-63E90FFE3A8E}" type="presParOf" srcId="{EC0E77BB-4F95-42BF-ACA9-FC11DEEABCA5}" destId="{0354CDED-1440-4EC9-9A43-96F009EBD4D6}" srcOrd="1" destOrd="0" presId="urn:microsoft.com/office/officeart/2016/7/layout/BasicLinearProcessNumbered"/>
    <dgm:cxn modelId="{95D9F9DB-62EB-472C-AE3B-C7BF960C3C4C}" type="presParOf" srcId="{EC0E77BB-4F95-42BF-ACA9-FC11DEEABCA5}" destId="{C95AD0DD-4F7D-4E6E-8B3C-41B419CEC2F2}" srcOrd="2" destOrd="0" presId="urn:microsoft.com/office/officeart/2016/7/layout/BasicLinearProcessNumbered"/>
    <dgm:cxn modelId="{A5A764E5-7E12-4DF0-A015-A8432EA0ED41}" type="presParOf" srcId="{EC0E77BB-4F95-42BF-ACA9-FC11DEEABCA5}" destId="{89DD1753-975A-4FE5-B4D7-29B3BBEE1121}" srcOrd="3" destOrd="0" presId="urn:microsoft.com/office/officeart/2016/7/layout/BasicLinearProcessNumbered"/>
    <dgm:cxn modelId="{E49D439E-B7FC-4620-9C17-181E965FAE82}" type="presParOf" srcId="{B3C35CE9-E0F2-4AFD-AC5E-5287C6B4A4D5}" destId="{AC244FAC-D2A4-4108-8E52-A9760A9F1097}" srcOrd="1" destOrd="0" presId="urn:microsoft.com/office/officeart/2016/7/layout/BasicLinearProcessNumbered"/>
    <dgm:cxn modelId="{4F9FA14F-EE83-4AF9-9872-5C9F3080DC33}" type="presParOf" srcId="{B3C35CE9-E0F2-4AFD-AC5E-5287C6B4A4D5}" destId="{BAB8CBA2-B4FF-4027-BE35-1B8C09CB247F}" srcOrd="2" destOrd="0" presId="urn:microsoft.com/office/officeart/2016/7/layout/BasicLinearProcessNumbered"/>
    <dgm:cxn modelId="{BEEF6A0A-3807-48BA-80E6-40076EFAE6A8}" type="presParOf" srcId="{BAB8CBA2-B4FF-4027-BE35-1B8C09CB247F}" destId="{FA18F383-FB8E-475D-85DD-921B626142BF}" srcOrd="0" destOrd="0" presId="urn:microsoft.com/office/officeart/2016/7/layout/BasicLinearProcessNumbered"/>
    <dgm:cxn modelId="{B9D57B3F-B9DA-432C-B7E2-CB6441BF9160}" type="presParOf" srcId="{BAB8CBA2-B4FF-4027-BE35-1B8C09CB247F}" destId="{B48D94FB-659F-4798-ACC6-2895CCC82CC8}" srcOrd="1" destOrd="0" presId="urn:microsoft.com/office/officeart/2016/7/layout/BasicLinearProcessNumbered"/>
    <dgm:cxn modelId="{9581671C-7C97-4B9D-9A1D-820A777327BE}" type="presParOf" srcId="{BAB8CBA2-B4FF-4027-BE35-1B8C09CB247F}" destId="{95DB09B1-57BB-4476-A598-E36644AF7949}" srcOrd="2" destOrd="0" presId="urn:microsoft.com/office/officeart/2016/7/layout/BasicLinearProcessNumbered"/>
    <dgm:cxn modelId="{2D7E67B7-55FA-476D-82E0-21824E745A2F}" type="presParOf" srcId="{BAB8CBA2-B4FF-4027-BE35-1B8C09CB247F}" destId="{6C28D4B9-8E69-4DA4-92C9-5112405B79FF}" srcOrd="3" destOrd="0" presId="urn:microsoft.com/office/officeart/2016/7/layout/BasicLinearProcessNumbered"/>
    <dgm:cxn modelId="{DD350A3D-6117-4714-AB2A-7287E00F91A2}" type="presParOf" srcId="{B3C35CE9-E0F2-4AFD-AC5E-5287C6B4A4D5}" destId="{8099B837-6437-445D-A83C-18AAFCA1A9D6}" srcOrd="3" destOrd="0" presId="urn:microsoft.com/office/officeart/2016/7/layout/BasicLinearProcessNumbered"/>
    <dgm:cxn modelId="{115DD153-F66C-437C-A8FE-B6E429CAD4D8}" type="presParOf" srcId="{B3C35CE9-E0F2-4AFD-AC5E-5287C6B4A4D5}" destId="{23E4E8FF-B37F-4462-B9B4-4E12C760E421}" srcOrd="4" destOrd="0" presId="urn:microsoft.com/office/officeart/2016/7/layout/BasicLinearProcessNumbered"/>
    <dgm:cxn modelId="{3402FF6F-7283-4339-BE90-A881FEAD2DFA}" type="presParOf" srcId="{23E4E8FF-B37F-4462-B9B4-4E12C760E421}" destId="{7D5ACE94-887C-41FF-AC62-8F3CA63D5FDA}" srcOrd="0" destOrd="0" presId="urn:microsoft.com/office/officeart/2016/7/layout/BasicLinearProcessNumbered"/>
    <dgm:cxn modelId="{0A4AFB96-8DF4-4BB7-8314-DF69C42A1E82}" type="presParOf" srcId="{23E4E8FF-B37F-4462-B9B4-4E12C760E421}" destId="{8EE79E4F-B094-4CCC-92B5-DA0A9EB7E9CB}" srcOrd="1" destOrd="0" presId="urn:microsoft.com/office/officeart/2016/7/layout/BasicLinearProcessNumbered"/>
    <dgm:cxn modelId="{CCCB9390-C77F-46C9-8D2C-49F099AB0792}" type="presParOf" srcId="{23E4E8FF-B37F-4462-B9B4-4E12C760E421}" destId="{B73DCD57-141F-4F04-B5B5-B339EF6BA9DF}" srcOrd="2" destOrd="0" presId="urn:microsoft.com/office/officeart/2016/7/layout/BasicLinearProcessNumbered"/>
    <dgm:cxn modelId="{3833F786-D6D0-47AF-B4DE-F602FBA0346A}" type="presParOf" srcId="{23E4E8FF-B37F-4462-B9B4-4E12C760E421}" destId="{071048F8-231A-49AD-9E82-E7626A798AEA}"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0F41578-FAD5-42A4-A34F-FE9CD7758C24}" type="doc">
      <dgm:prSet loTypeId="urn:microsoft.com/office/officeart/2016/7/layout/BasicLinearProcessNumbered" loCatId="process" qsTypeId="urn:microsoft.com/office/officeart/2005/8/quickstyle/simple2" qsCatId="simple" csTypeId="urn:microsoft.com/office/officeart/2005/8/colors/accent1_2" csCatId="accent1"/>
      <dgm:spPr/>
      <dgm:t>
        <a:bodyPr/>
        <a:lstStyle/>
        <a:p>
          <a:endParaRPr lang="en-US"/>
        </a:p>
      </dgm:t>
    </dgm:pt>
    <dgm:pt modelId="{5E372BF3-15D5-4068-9C8E-415CEE501BE7}">
      <dgm:prSet/>
      <dgm:spPr/>
      <dgm:t>
        <a:bodyPr/>
        <a:lstStyle/>
        <a:p>
          <a:r>
            <a:rPr kumimoji="1" lang="ja-JP" b="0" i="0"/>
            <a:t>その為、そもそも節約すればまだまだ使えます。</a:t>
          </a:r>
          <a:endParaRPr lang="en-US"/>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phldrT="2" phldr="0"/>
      <dgm:spPr/>
      <dgm:t>
        <a:bodyPr/>
        <a:lstStyle/>
        <a:p>
          <a:r>
            <a:rPr lang="en-US"/>
            <a:t>2</a:t>
          </a:r>
          <a:endParaRPr lang="en-US" dirty="0"/>
        </a:p>
      </dgm:t>
    </dgm:pt>
    <dgm:pt modelId="{F3F62740-98FA-4C6C-AB20-FAF6CA6D230C}">
      <dgm:prSet/>
      <dgm:spPr/>
      <dgm:t>
        <a:bodyPr/>
        <a:lstStyle/>
        <a:p>
          <a:r>
            <a:rPr kumimoji="1" lang="ja-JP" b="0" i="0"/>
            <a:t>その節約の意味もありグローバル</a:t>
          </a:r>
          <a:r>
            <a:rPr kumimoji="1" lang="en-US" b="0" i="0"/>
            <a:t>IP</a:t>
          </a:r>
          <a:r>
            <a:rPr kumimoji="1" lang="ja-JP" b="0" i="0"/>
            <a:t>アドレスは接続があるユーザーに自動で割り当ててインターネット接続をできるようにしています。</a:t>
          </a:r>
          <a:endParaRPr lang="en-US"/>
        </a:p>
      </dgm:t>
    </dgm:pt>
    <dgm:pt modelId="{4C843FB8-CAAD-41F9-92FC-6CC6B9A7D4C8}" type="parTrans" cxnId="{165F12B2-E37E-4876-AB06-31371514557D}">
      <dgm:prSet/>
      <dgm:spPr/>
      <dgm:t>
        <a:bodyPr/>
        <a:lstStyle/>
        <a:p>
          <a:endParaRPr lang="en-US"/>
        </a:p>
      </dgm:t>
    </dgm:pt>
    <dgm:pt modelId="{05405B03-2754-4A85-8CFE-AD377FFCEA51}" type="sibTrans" cxnId="{165F12B2-E37E-4876-AB06-31371514557D}">
      <dgm:prSet phldrT="3" phldr="0"/>
      <dgm:spPr/>
      <dgm:t>
        <a:bodyPr/>
        <a:lstStyle/>
        <a:p>
          <a:r>
            <a:rPr lang="en-US"/>
            <a:t>3</a:t>
          </a:r>
          <a:endParaRPr lang="en-US" dirty="0"/>
        </a:p>
      </dgm:t>
    </dgm:pt>
    <dgm:pt modelId="{40FBC269-5A61-4B71-8609-6A8556600150}">
      <dgm:prSet/>
      <dgm:spPr/>
      <dgm:t>
        <a:bodyPr/>
        <a:lstStyle/>
        <a:p>
          <a:r>
            <a:rPr kumimoji="1" lang="en-US" b="0" i="0"/>
            <a:t>IPv4</a:t>
          </a:r>
          <a:r>
            <a:rPr kumimoji="1" lang="ja-JP" b="0" i="0"/>
            <a:t>のグローバル</a:t>
          </a:r>
          <a:r>
            <a:rPr kumimoji="1" lang="en-US" b="0" i="0"/>
            <a:t>IP</a:t>
          </a:r>
          <a:r>
            <a:rPr kumimoji="1" lang="ja-JP" b="0" i="0"/>
            <a:t>アドレスは枯渇しかけていて</a:t>
          </a:r>
          <a:r>
            <a:rPr kumimoji="1" lang="en-US" b="0" i="0"/>
            <a:t>IPv6</a:t>
          </a:r>
          <a:r>
            <a:rPr kumimoji="1" lang="ja-JP" b="0" i="0"/>
            <a:t>が開発された経緯があります。</a:t>
          </a:r>
          <a:endParaRPr lang="en-US"/>
        </a:p>
      </dgm:t>
    </dgm:pt>
    <dgm:pt modelId="{3F213DCF-361F-44B6-8D69-E3D9AB9DB39A}" type="sibTrans" cxnId="{FA4909A0-6DC8-439E-A1F0-E937D5A40003}">
      <dgm:prSet phldrT="1" phldr="0"/>
      <dgm:spPr/>
      <dgm:t>
        <a:bodyPr/>
        <a:lstStyle/>
        <a:p>
          <a:r>
            <a:rPr lang="en-US"/>
            <a:t>1</a:t>
          </a:r>
          <a:endParaRPr lang="en-US" dirty="0"/>
        </a:p>
      </dgm:t>
    </dgm:pt>
    <dgm:pt modelId="{DF3ED330-CD4F-42D3-A5E2-56C92A29E17F}" type="parTrans" cxnId="{FA4909A0-6DC8-439E-A1F0-E937D5A40003}">
      <dgm:prSet/>
      <dgm:spPr/>
      <dgm:t>
        <a:bodyPr/>
        <a:lstStyle/>
        <a:p>
          <a:endParaRPr lang="en-US"/>
        </a:p>
      </dgm:t>
    </dgm:pt>
    <dgm:pt modelId="{5A173223-EFF9-4A76-B262-15DEE67ACEFC}" type="pres">
      <dgm:prSet presAssocID="{B0F41578-FAD5-42A4-A34F-FE9CD7758C24}" presName="Name0" presStyleCnt="0">
        <dgm:presLayoutVars>
          <dgm:animLvl val="lvl"/>
          <dgm:resizeHandles val="exact"/>
        </dgm:presLayoutVars>
      </dgm:prSet>
      <dgm:spPr/>
    </dgm:pt>
    <dgm:pt modelId="{B865BFA8-8283-4791-A9B9-E6F877581C5D}" type="pres">
      <dgm:prSet presAssocID="{40FBC269-5A61-4B71-8609-6A8556600150}" presName="compositeNode" presStyleCnt="0">
        <dgm:presLayoutVars>
          <dgm:bulletEnabled val="1"/>
        </dgm:presLayoutVars>
      </dgm:prSet>
      <dgm:spPr/>
    </dgm:pt>
    <dgm:pt modelId="{D3C06522-6D2A-455D-9FCA-4C32BCBAA791}" type="pres">
      <dgm:prSet presAssocID="{40FBC269-5A61-4B71-8609-6A8556600150}" presName="bgRect" presStyleLbl="bgAccFollowNode1" presStyleIdx="0" presStyleCnt="3"/>
      <dgm:spPr/>
    </dgm:pt>
    <dgm:pt modelId="{DB8FC8B0-CE8C-4549-BC2F-607267C2252E}" type="pres">
      <dgm:prSet presAssocID="{3F213DCF-361F-44B6-8D69-E3D9AB9DB39A}" presName="sibTransNodeCircle" presStyleLbl="alignNode1" presStyleIdx="0" presStyleCnt="6">
        <dgm:presLayoutVars>
          <dgm:chMax val="0"/>
          <dgm:bulletEnabled/>
        </dgm:presLayoutVars>
      </dgm:prSet>
      <dgm:spPr/>
    </dgm:pt>
    <dgm:pt modelId="{B6077972-EAAF-40C9-9C64-4F3DCC7540E9}" type="pres">
      <dgm:prSet presAssocID="{40FBC269-5A61-4B71-8609-6A8556600150}" presName="bottomLine" presStyleLbl="alignNode1" presStyleIdx="1" presStyleCnt="6">
        <dgm:presLayoutVars/>
      </dgm:prSet>
      <dgm:spPr/>
    </dgm:pt>
    <dgm:pt modelId="{C4978F68-86A9-4C58-9D3F-770EDA070654}" type="pres">
      <dgm:prSet presAssocID="{40FBC269-5A61-4B71-8609-6A8556600150}" presName="nodeText" presStyleLbl="bgAccFollowNode1" presStyleIdx="0" presStyleCnt="3">
        <dgm:presLayoutVars>
          <dgm:bulletEnabled val="1"/>
        </dgm:presLayoutVars>
      </dgm:prSet>
      <dgm:spPr/>
    </dgm:pt>
    <dgm:pt modelId="{D6186CCE-62AD-4166-BA1B-258F4F00F055}" type="pres">
      <dgm:prSet presAssocID="{3F213DCF-361F-44B6-8D69-E3D9AB9DB39A}" presName="sibTrans" presStyleCnt="0"/>
      <dgm:spPr/>
    </dgm:pt>
    <dgm:pt modelId="{6D31BB5F-C8AE-4D45-AD4C-E4E1AD5B80A3}" type="pres">
      <dgm:prSet presAssocID="{5E372BF3-15D5-4068-9C8E-415CEE501BE7}" presName="compositeNode" presStyleCnt="0">
        <dgm:presLayoutVars>
          <dgm:bulletEnabled val="1"/>
        </dgm:presLayoutVars>
      </dgm:prSet>
      <dgm:spPr/>
    </dgm:pt>
    <dgm:pt modelId="{17D70829-00C1-482D-B949-8B481E39A349}" type="pres">
      <dgm:prSet presAssocID="{5E372BF3-15D5-4068-9C8E-415CEE501BE7}" presName="bgRect" presStyleLbl="bgAccFollowNode1" presStyleIdx="1" presStyleCnt="3"/>
      <dgm:spPr/>
    </dgm:pt>
    <dgm:pt modelId="{99EDC1DD-7183-44E0-9670-7F902D13EBF3}" type="pres">
      <dgm:prSet presAssocID="{5899DC42-FFEC-4F02-9EFD-8692CB31202D}" presName="sibTransNodeCircle" presStyleLbl="alignNode1" presStyleIdx="2" presStyleCnt="6">
        <dgm:presLayoutVars>
          <dgm:chMax val="0"/>
          <dgm:bulletEnabled/>
        </dgm:presLayoutVars>
      </dgm:prSet>
      <dgm:spPr/>
    </dgm:pt>
    <dgm:pt modelId="{F4EF5973-CACE-4499-A0E6-E9C4308BB80C}" type="pres">
      <dgm:prSet presAssocID="{5E372BF3-15D5-4068-9C8E-415CEE501BE7}" presName="bottomLine" presStyleLbl="alignNode1" presStyleIdx="3" presStyleCnt="6">
        <dgm:presLayoutVars/>
      </dgm:prSet>
      <dgm:spPr/>
    </dgm:pt>
    <dgm:pt modelId="{F4F6F9C2-6BB4-4443-ADDF-176ECF988BB4}" type="pres">
      <dgm:prSet presAssocID="{5E372BF3-15D5-4068-9C8E-415CEE501BE7}" presName="nodeText" presStyleLbl="bgAccFollowNode1" presStyleIdx="1" presStyleCnt="3">
        <dgm:presLayoutVars>
          <dgm:bulletEnabled val="1"/>
        </dgm:presLayoutVars>
      </dgm:prSet>
      <dgm:spPr/>
    </dgm:pt>
    <dgm:pt modelId="{89FC2483-82D3-4989-ADF3-0F14DA20D3B6}" type="pres">
      <dgm:prSet presAssocID="{5899DC42-FFEC-4F02-9EFD-8692CB31202D}" presName="sibTrans" presStyleCnt="0"/>
      <dgm:spPr/>
    </dgm:pt>
    <dgm:pt modelId="{12B331AB-D60A-4D9E-A23B-970ADCC07252}" type="pres">
      <dgm:prSet presAssocID="{F3F62740-98FA-4C6C-AB20-FAF6CA6D230C}" presName="compositeNode" presStyleCnt="0">
        <dgm:presLayoutVars>
          <dgm:bulletEnabled val="1"/>
        </dgm:presLayoutVars>
      </dgm:prSet>
      <dgm:spPr/>
    </dgm:pt>
    <dgm:pt modelId="{54EBF387-5222-4902-A0CD-AA3CAF543FA2}" type="pres">
      <dgm:prSet presAssocID="{F3F62740-98FA-4C6C-AB20-FAF6CA6D230C}" presName="bgRect" presStyleLbl="bgAccFollowNode1" presStyleIdx="2" presStyleCnt="3"/>
      <dgm:spPr/>
    </dgm:pt>
    <dgm:pt modelId="{034273E1-0827-4D98-83DF-74A57FACAA01}" type="pres">
      <dgm:prSet presAssocID="{05405B03-2754-4A85-8CFE-AD377FFCEA51}" presName="sibTransNodeCircle" presStyleLbl="alignNode1" presStyleIdx="4" presStyleCnt="6">
        <dgm:presLayoutVars>
          <dgm:chMax val="0"/>
          <dgm:bulletEnabled/>
        </dgm:presLayoutVars>
      </dgm:prSet>
      <dgm:spPr/>
    </dgm:pt>
    <dgm:pt modelId="{638514CB-56EE-4A8C-8416-E7C330F09E90}" type="pres">
      <dgm:prSet presAssocID="{F3F62740-98FA-4C6C-AB20-FAF6CA6D230C}" presName="bottomLine" presStyleLbl="alignNode1" presStyleIdx="5" presStyleCnt="6">
        <dgm:presLayoutVars/>
      </dgm:prSet>
      <dgm:spPr/>
    </dgm:pt>
    <dgm:pt modelId="{33EBE6DB-2D90-47A9-AA06-781D343A6B3C}" type="pres">
      <dgm:prSet presAssocID="{F3F62740-98FA-4C6C-AB20-FAF6CA6D230C}" presName="nodeText" presStyleLbl="bgAccFollowNode1" presStyleIdx="2" presStyleCnt="3">
        <dgm:presLayoutVars>
          <dgm:bulletEnabled val="1"/>
        </dgm:presLayoutVars>
      </dgm:prSet>
      <dgm:spPr/>
    </dgm:pt>
  </dgm:ptLst>
  <dgm:cxnLst>
    <dgm:cxn modelId="{FFEF8137-57DA-45E3-9B9A-B2D612264669}" type="presOf" srcId="{5899DC42-FFEC-4F02-9EFD-8692CB31202D}" destId="{99EDC1DD-7183-44E0-9670-7F902D13EBF3}" srcOrd="0" destOrd="0" presId="urn:microsoft.com/office/officeart/2016/7/layout/BasicLinearProcessNumbered"/>
    <dgm:cxn modelId="{3C194B3B-3E73-4AC0-93CA-0A7FCD0C249C}" type="presOf" srcId="{5E372BF3-15D5-4068-9C8E-415CEE501BE7}" destId="{17D70829-00C1-482D-B949-8B481E39A349}" srcOrd="0" destOrd="0" presId="urn:microsoft.com/office/officeart/2016/7/layout/BasicLinearProcessNumbered"/>
    <dgm:cxn modelId="{75EF7F60-D22F-4D70-8815-C35925C3DF60}" type="presOf" srcId="{F3F62740-98FA-4C6C-AB20-FAF6CA6D230C}" destId="{33EBE6DB-2D90-47A9-AA06-781D343A6B3C}" srcOrd="1" destOrd="0" presId="urn:microsoft.com/office/officeart/2016/7/layout/BasicLinearProcessNumbered"/>
    <dgm:cxn modelId="{30773168-2CDF-44F1-9127-22DC7A35C434}" type="presOf" srcId="{5E372BF3-15D5-4068-9C8E-415CEE501BE7}" destId="{F4F6F9C2-6BB4-4443-ADDF-176ECF988BB4}" srcOrd="1" destOrd="0" presId="urn:microsoft.com/office/officeart/2016/7/layout/BasicLinearProcessNumbered"/>
    <dgm:cxn modelId="{CD436B4B-9295-4608-AA1C-5DCBC8083756}" type="presOf" srcId="{40FBC269-5A61-4B71-8609-6A8556600150}" destId="{D3C06522-6D2A-455D-9FCA-4C32BCBAA791}" srcOrd="0" destOrd="0" presId="urn:microsoft.com/office/officeart/2016/7/layout/BasicLinearProcessNumbered"/>
    <dgm:cxn modelId="{CA3AB86E-D448-4A12-9DF7-DB647C590140}" type="presOf" srcId="{3F213DCF-361F-44B6-8D69-E3D9AB9DB39A}" destId="{DB8FC8B0-CE8C-4549-BC2F-607267C2252E}" srcOrd="0" destOrd="0" presId="urn:microsoft.com/office/officeart/2016/7/layout/BasicLinearProcessNumbered"/>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165F12B2-E37E-4876-AB06-31371514557D}" srcId="{B0F41578-FAD5-42A4-A34F-FE9CD7758C24}" destId="{F3F62740-98FA-4C6C-AB20-FAF6CA6D230C}" srcOrd="2" destOrd="0" parTransId="{4C843FB8-CAAD-41F9-92FC-6CC6B9A7D4C8}" sibTransId="{05405B03-2754-4A85-8CFE-AD377FFCEA51}"/>
    <dgm:cxn modelId="{3B3B84D6-1887-4E1F-8289-6949CECE39F0}" type="presOf" srcId="{05405B03-2754-4A85-8CFE-AD377FFCEA51}" destId="{034273E1-0827-4D98-83DF-74A57FACAA01}" srcOrd="0" destOrd="0" presId="urn:microsoft.com/office/officeart/2016/7/layout/BasicLinearProcessNumbered"/>
    <dgm:cxn modelId="{D60108DA-C80A-42B6-A48C-421A7DD39832}" type="presOf" srcId="{F3F62740-98FA-4C6C-AB20-FAF6CA6D230C}" destId="{54EBF387-5222-4902-A0CD-AA3CAF543FA2}" srcOrd="0" destOrd="0" presId="urn:microsoft.com/office/officeart/2016/7/layout/BasicLinearProcessNumbered"/>
    <dgm:cxn modelId="{39EC9CDE-FE8B-4C92-B4AF-39F88829AC6D}" type="presOf" srcId="{40FBC269-5A61-4B71-8609-6A8556600150}" destId="{C4978F68-86A9-4C58-9D3F-770EDA070654}" srcOrd="1" destOrd="0" presId="urn:microsoft.com/office/officeart/2016/7/layout/BasicLinearProcessNumbered"/>
    <dgm:cxn modelId="{6227EEFF-4E13-4C71-B25D-74DB0CBD5A3D}" type="presOf" srcId="{B0F41578-FAD5-42A4-A34F-FE9CD7758C24}" destId="{5A173223-EFF9-4A76-B262-15DEE67ACEFC}" srcOrd="0" destOrd="0" presId="urn:microsoft.com/office/officeart/2016/7/layout/BasicLinearProcessNumbered"/>
    <dgm:cxn modelId="{F773FAAE-71F6-4527-BE9E-F2EFFB109CFC}" type="presParOf" srcId="{5A173223-EFF9-4A76-B262-15DEE67ACEFC}" destId="{B865BFA8-8283-4791-A9B9-E6F877581C5D}" srcOrd="0" destOrd="0" presId="urn:microsoft.com/office/officeart/2016/7/layout/BasicLinearProcessNumbered"/>
    <dgm:cxn modelId="{F5625DC4-038D-45E2-8E70-ECD6EF8835E1}" type="presParOf" srcId="{B865BFA8-8283-4791-A9B9-E6F877581C5D}" destId="{D3C06522-6D2A-455D-9FCA-4C32BCBAA791}" srcOrd="0" destOrd="0" presId="urn:microsoft.com/office/officeart/2016/7/layout/BasicLinearProcessNumbered"/>
    <dgm:cxn modelId="{24315FFA-6373-43C8-9BAB-9DE7E59E7951}" type="presParOf" srcId="{B865BFA8-8283-4791-A9B9-E6F877581C5D}" destId="{DB8FC8B0-CE8C-4549-BC2F-607267C2252E}" srcOrd="1" destOrd="0" presId="urn:microsoft.com/office/officeart/2016/7/layout/BasicLinearProcessNumbered"/>
    <dgm:cxn modelId="{4D63D544-5569-461E-9A9A-CE0FB7D85952}" type="presParOf" srcId="{B865BFA8-8283-4791-A9B9-E6F877581C5D}" destId="{B6077972-EAAF-40C9-9C64-4F3DCC7540E9}" srcOrd="2" destOrd="0" presId="urn:microsoft.com/office/officeart/2016/7/layout/BasicLinearProcessNumbered"/>
    <dgm:cxn modelId="{211EA51C-7BD6-4DAF-AEE2-5FA1A0919779}" type="presParOf" srcId="{B865BFA8-8283-4791-A9B9-E6F877581C5D}" destId="{C4978F68-86A9-4C58-9D3F-770EDA070654}" srcOrd="3" destOrd="0" presId="urn:microsoft.com/office/officeart/2016/7/layout/BasicLinearProcessNumbered"/>
    <dgm:cxn modelId="{2662025E-CE57-4070-902E-466BCA61DCDA}" type="presParOf" srcId="{5A173223-EFF9-4A76-B262-15DEE67ACEFC}" destId="{D6186CCE-62AD-4166-BA1B-258F4F00F055}" srcOrd="1" destOrd="0" presId="urn:microsoft.com/office/officeart/2016/7/layout/BasicLinearProcessNumbered"/>
    <dgm:cxn modelId="{87CFADCC-42FA-42B6-AE0F-72453356A2BD}" type="presParOf" srcId="{5A173223-EFF9-4A76-B262-15DEE67ACEFC}" destId="{6D31BB5F-C8AE-4D45-AD4C-E4E1AD5B80A3}" srcOrd="2" destOrd="0" presId="urn:microsoft.com/office/officeart/2016/7/layout/BasicLinearProcessNumbered"/>
    <dgm:cxn modelId="{0479B244-4AB7-4D5F-933E-E6FB5A3EAEB2}" type="presParOf" srcId="{6D31BB5F-C8AE-4D45-AD4C-E4E1AD5B80A3}" destId="{17D70829-00C1-482D-B949-8B481E39A349}" srcOrd="0" destOrd="0" presId="urn:microsoft.com/office/officeart/2016/7/layout/BasicLinearProcessNumbered"/>
    <dgm:cxn modelId="{9BBF86FC-23A3-452A-888F-91D5C90BEABC}" type="presParOf" srcId="{6D31BB5F-C8AE-4D45-AD4C-E4E1AD5B80A3}" destId="{99EDC1DD-7183-44E0-9670-7F902D13EBF3}" srcOrd="1" destOrd="0" presId="urn:microsoft.com/office/officeart/2016/7/layout/BasicLinearProcessNumbered"/>
    <dgm:cxn modelId="{4047ACB1-2F6C-4B86-9488-40AE113E2299}" type="presParOf" srcId="{6D31BB5F-C8AE-4D45-AD4C-E4E1AD5B80A3}" destId="{F4EF5973-CACE-4499-A0E6-E9C4308BB80C}" srcOrd="2" destOrd="0" presId="urn:microsoft.com/office/officeart/2016/7/layout/BasicLinearProcessNumbered"/>
    <dgm:cxn modelId="{4C04ED04-879C-4046-ABC4-D8EA9D6463EF}" type="presParOf" srcId="{6D31BB5F-C8AE-4D45-AD4C-E4E1AD5B80A3}" destId="{F4F6F9C2-6BB4-4443-ADDF-176ECF988BB4}" srcOrd="3" destOrd="0" presId="urn:microsoft.com/office/officeart/2016/7/layout/BasicLinearProcessNumbered"/>
    <dgm:cxn modelId="{CD507A03-2BDC-4760-A8A5-8C9AA729FA31}" type="presParOf" srcId="{5A173223-EFF9-4A76-B262-15DEE67ACEFC}" destId="{89FC2483-82D3-4989-ADF3-0F14DA20D3B6}" srcOrd="3" destOrd="0" presId="urn:microsoft.com/office/officeart/2016/7/layout/BasicLinearProcessNumbered"/>
    <dgm:cxn modelId="{CFD65E0B-B6A8-4270-9268-8BD800C3A3CA}" type="presParOf" srcId="{5A173223-EFF9-4A76-B262-15DEE67ACEFC}" destId="{12B331AB-D60A-4D9E-A23B-970ADCC07252}" srcOrd="4" destOrd="0" presId="urn:microsoft.com/office/officeart/2016/7/layout/BasicLinearProcessNumbered"/>
    <dgm:cxn modelId="{D7663ED7-6769-4CE4-A0B5-02A695CFD6A8}" type="presParOf" srcId="{12B331AB-D60A-4D9E-A23B-970ADCC07252}" destId="{54EBF387-5222-4902-A0CD-AA3CAF543FA2}" srcOrd="0" destOrd="0" presId="urn:microsoft.com/office/officeart/2016/7/layout/BasicLinearProcessNumbered"/>
    <dgm:cxn modelId="{D242D073-FDC7-47A3-B4E9-FE2A258833C6}" type="presParOf" srcId="{12B331AB-D60A-4D9E-A23B-970ADCC07252}" destId="{034273E1-0827-4D98-83DF-74A57FACAA01}" srcOrd="1" destOrd="0" presId="urn:microsoft.com/office/officeart/2016/7/layout/BasicLinearProcessNumbered"/>
    <dgm:cxn modelId="{C028178D-D5E4-4827-BED0-BA55A5466D67}" type="presParOf" srcId="{12B331AB-D60A-4D9E-A23B-970ADCC07252}" destId="{638514CB-56EE-4A8C-8416-E7C330F09E90}" srcOrd="2" destOrd="0" presId="urn:microsoft.com/office/officeart/2016/7/layout/BasicLinearProcessNumbered"/>
    <dgm:cxn modelId="{F8521D3E-2C34-476A-A0E5-C021DA0F14CA}" type="presParOf" srcId="{12B331AB-D60A-4D9E-A23B-970ADCC07252}" destId="{33EBE6DB-2D90-47A9-AA06-781D343A6B3C}"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B0F41578-FAD5-42A4-A34F-FE9CD7758C24}" type="doc">
      <dgm:prSet loTypeId="urn:microsoft.com/office/officeart/2005/8/layout/hierarchy1" loCatId="hierarchy" qsTypeId="urn:microsoft.com/office/officeart/2005/8/quickstyle/simple4" qsCatId="simple" csTypeId="urn:microsoft.com/office/officeart/2005/8/colors/accent2_2" csCatId="accent2"/>
      <dgm:spPr/>
      <dgm:t>
        <a:bodyPr/>
        <a:lstStyle/>
        <a:p>
          <a:endParaRPr lang="en-US"/>
        </a:p>
      </dgm:t>
    </dgm:pt>
    <dgm:pt modelId="{40FBC269-5A61-4B71-8609-6A8556600150}">
      <dgm:prSet/>
      <dgm:spPr/>
      <dgm:t>
        <a:bodyPr/>
        <a:lstStyle/>
        <a:p>
          <a:r>
            <a:rPr kumimoji="1" lang="en-US" b="0" i="0"/>
            <a:t>IPv4</a:t>
          </a:r>
          <a:r>
            <a:rPr kumimoji="1" lang="ja-JP" b="0" i="0"/>
            <a:t>のグローバル</a:t>
          </a:r>
          <a:r>
            <a:rPr kumimoji="1" lang="en-US" b="0" i="0"/>
            <a:t>IP</a:t>
          </a:r>
          <a:r>
            <a:rPr kumimoji="1" lang="ja-JP" b="0" i="0"/>
            <a:t>アドレスは枯渇しかけていて</a:t>
          </a:r>
          <a:r>
            <a:rPr kumimoji="1" lang="en-US" b="0" i="0"/>
            <a:t>IPv6</a:t>
          </a:r>
          <a:r>
            <a:rPr kumimoji="1" lang="ja-JP" b="0" i="0"/>
            <a:t>が開発された経緯があります。</a:t>
          </a:r>
          <a:endParaRPr lang="en-US"/>
        </a:p>
      </dgm:t>
    </dgm:pt>
    <dgm:pt modelId="{DF3ED330-CD4F-42D3-A5E2-56C92A29E17F}" type="parTrans" cxnId="{FA4909A0-6DC8-439E-A1F0-E937D5A40003}">
      <dgm:prSet/>
      <dgm:spPr/>
      <dgm:t>
        <a:bodyPr/>
        <a:lstStyle/>
        <a:p>
          <a:endParaRPr lang="en-US"/>
        </a:p>
      </dgm:t>
    </dgm:pt>
    <dgm:pt modelId="{3F213DCF-361F-44B6-8D69-E3D9AB9DB39A}" type="sibTrans" cxnId="{FA4909A0-6DC8-439E-A1F0-E937D5A40003}">
      <dgm:prSet/>
      <dgm:spPr/>
      <dgm:t>
        <a:bodyPr/>
        <a:lstStyle/>
        <a:p>
          <a:endParaRPr lang="en-US"/>
        </a:p>
      </dgm:t>
    </dgm:pt>
    <dgm:pt modelId="{5E372BF3-15D5-4068-9C8E-415CEE501BE7}">
      <dgm:prSet/>
      <dgm:spPr/>
      <dgm:t>
        <a:bodyPr/>
        <a:lstStyle/>
        <a:p>
          <a:r>
            <a:rPr kumimoji="1" lang="ja-JP" b="0" i="0"/>
            <a:t>その為、そもそも節約すればまだまだ使えます。</a:t>
          </a:r>
          <a:endParaRPr lang="en-US"/>
        </a:p>
      </dgm:t>
    </dgm:pt>
    <dgm:pt modelId="{B9BF566C-0AAE-4C33-A5A9-43D4ABBA0AC7}" type="parTrans" cxnId="{5B53239A-94A2-48EE-B802-76D27655C159}">
      <dgm:prSet/>
      <dgm:spPr/>
      <dgm:t>
        <a:bodyPr/>
        <a:lstStyle/>
        <a:p>
          <a:endParaRPr lang="en-US"/>
        </a:p>
      </dgm:t>
    </dgm:pt>
    <dgm:pt modelId="{5899DC42-FFEC-4F02-9EFD-8692CB31202D}" type="sibTrans" cxnId="{5B53239A-94A2-48EE-B802-76D27655C159}">
      <dgm:prSet/>
      <dgm:spPr/>
      <dgm:t>
        <a:bodyPr/>
        <a:lstStyle/>
        <a:p>
          <a:endParaRPr lang="en-US"/>
        </a:p>
      </dgm:t>
    </dgm:pt>
    <dgm:pt modelId="{F3F62740-98FA-4C6C-AB20-FAF6CA6D230C}">
      <dgm:prSet/>
      <dgm:spPr/>
      <dgm:t>
        <a:bodyPr/>
        <a:lstStyle/>
        <a:p>
          <a:r>
            <a:rPr kumimoji="1" lang="ja-JP" b="0" i="0"/>
            <a:t>その節約の意味もありグローバル</a:t>
          </a:r>
          <a:r>
            <a:rPr kumimoji="1" lang="en-US" b="0" i="0"/>
            <a:t>IP</a:t>
          </a:r>
          <a:r>
            <a:rPr kumimoji="1" lang="ja-JP" b="0" i="0"/>
            <a:t>アドレスは接続があるユーザーに自動で割り当ててインターネット接続をできるようにしています。</a:t>
          </a:r>
          <a:endParaRPr lang="en-US"/>
        </a:p>
      </dgm:t>
    </dgm:pt>
    <dgm:pt modelId="{4C843FB8-CAAD-41F9-92FC-6CC6B9A7D4C8}" type="parTrans" cxnId="{165F12B2-E37E-4876-AB06-31371514557D}">
      <dgm:prSet/>
      <dgm:spPr/>
      <dgm:t>
        <a:bodyPr/>
        <a:lstStyle/>
        <a:p>
          <a:endParaRPr lang="en-US"/>
        </a:p>
      </dgm:t>
    </dgm:pt>
    <dgm:pt modelId="{05405B03-2754-4A85-8CFE-AD377FFCEA51}" type="sibTrans" cxnId="{165F12B2-E37E-4876-AB06-31371514557D}">
      <dgm:prSet/>
      <dgm:spPr/>
      <dgm:t>
        <a:bodyPr/>
        <a:lstStyle/>
        <a:p>
          <a:endParaRPr lang="en-US"/>
        </a:p>
      </dgm:t>
    </dgm:pt>
    <dgm:pt modelId="{601AA626-64DE-457D-8790-16B460F33F88}" type="pres">
      <dgm:prSet presAssocID="{B0F41578-FAD5-42A4-A34F-FE9CD7758C24}" presName="hierChild1" presStyleCnt="0">
        <dgm:presLayoutVars>
          <dgm:chPref val="1"/>
          <dgm:dir/>
          <dgm:animOne val="branch"/>
          <dgm:animLvl val="lvl"/>
          <dgm:resizeHandles/>
        </dgm:presLayoutVars>
      </dgm:prSet>
      <dgm:spPr/>
    </dgm:pt>
    <dgm:pt modelId="{24F5F925-C6D9-4C7D-B08E-8B26161AFA42}" type="pres">
      <dgm:prSet presAssocID="{40FBC269-5A61-4B71-8609-6A8556600150}" presName="hierRoot1" presStyleCnt="0"/>
      <dgm:spPr/>
    </dgm:pt>
    <dgm:pt modelId="{A29B0D08-4A94-4B5F-B063-5D0BA69B73DB}" type="pres">
      <dgm:prSet presAssocID="{40FBC269-5A61-4B71-8609-6A8556600150}" presName="composite" presStyleCnt="0"/>
      <dgm:spPr/>
    </dgm:pt>
    <dgm:pt modelId="{0EACD94B-8BAE-4178-8D34-4CB095465ED0}" type="pres">
      <dgm:prSet presAssocID="{40FBC269-5A61-4B71-8609-6A8556600150}" presName="background" presStyleLbl="node0" presStyleIdx="0" presStyleCnt="3"/>
      <dgm:spPr/>
    </dgm:pt>
    <dgm:pt modelId="{353EA32D-9383-4F9E-B2AE-859241E85183}" type="pres">
      <dgm:prSet presAssocID="{40FBC269-5A61-4B71-8609-6A8556600150}" presName="text" presStyleLbl="fgAcc0" presStyleIdx="0" presStyleCnt="3">
        <dgm:presLayoutVars>
          <dgm:chPref val="3"/>
        </dgm:presLayoutVars>
      </dgm:prSet>
      <dgm:spPr/>
    </dgm:pt>
    <dgm:pt modelId="{6D6783E2-EAA3-4FF2-B3F7-98B994CC8167}" type="pres">
      <dgm:prSet presAssocID="{40FBC269-5A61-4B71-8609-6A8556600150}" presName="hierChild2" presStyleCnt="0"/>
      <dgm:spPr/>
    </dgm:pt>
    <dgm:pt modelId="{A3FCBE01-87C5-4357-8747-B924BFE777F9}" type="pres">
      <dgm:prSet presAssocID="{5E372BF3-15D5-4068-9C8E-415CEE501BE7}" presName="hierRoot1" presStyleCnt="0"/>
      <dgm:spPr/>
    </dgm:pt>
    <dgm:pt modelId="{2F6EACAB-B7F2-46D2-8C75-7DEF333D59C7}" type="pres">
      <dgm:prSet presAssocID="{5E372BF3-15D5-4068-9C8E-415CEE501BE7}" presName="composite" presStyleCnt="0"/>
      <dgm:spPr/>
    </dgm:pt>
    <dgm:pt modelId="{71AA6313-0AA8-4516-8C3C-7CA59F4EC50F}" type="pres">
      <dgm:prSet presAssocID="{5E372BF3-15D5-4068-9C8E-415CEE501BE7}" presName="background" presStyleLbl="node0" presStyleIdx="1" presStyleCnt="3"/>
      <dgm:spPr/>
    </dgm:pt>
    <dgm:pt modelId="{26ECDBB6-1FC9-41E9-96DC-8B2829DFDA7B}" type="pres">
      <dgm:prSet presAssocID="{5E372BF3-15D5-4068-9C8E-415CEE501BE7}" presName="text" presStyleLbl="fgAcc0" presStyleIdx="1" presStyleCnt="3">
        <dgm:presLayoutVars>
          <dgm:chPref val="3"/>
        </dgm:presLayoutVars>
      </dgm:prSet>
      <dgm:spPr/>
    </dgm:pt>
    <dgm:pt modelId="{6BA01AAC-B062-4B76-8F62-691F9EC6356A}" type="pres">
      <dgm:prSet presAssocID="{5E372BF3-15D5-4068-9C8E-415CEE501BE7}" presName="hierChild2" presStyleCnt="0"/>
      <dgm:spPr/>
    </dgm:pt>
    <dgm:pt modelId="{0141FF82-BC6A-4C97-AD07-CA05FDD7F05E}" type="pres">
      <dgm:prSet presAssocID="{F3F62740-98FA-4C6C-AB20-FAF6CA6D230C}" presName="hierRoot1" presStyleCnt="0"/>
      <dgm:spPr/>
    </dgm:pt>
    <dgm:pt modelId="{0DB34CB0-52A6-49D3-9C00-362D5FE55366}" type="pres">
      <dgm:prSet presAssocID="{F3F62740-98FA-4C6C-AB20-FAF6CA6D230C}" presName="composite" presStyleCnt="0"/>
      <dgm:spPr/>
    </dgm:pt>
    <dgm:pt modelId="{E6C89985-B7EE-4D3E-BAD7-D895A4A1F16F}" type="pres">
      <dgm:prSet presAssocID="{F3F62740-98FA-4C6C-AB20-FAF6CA6D230C}" presName="background" presStyleLbl="node0" presStyleIdx="2" presStyleCnt="3"/>
      <dgm:spPr/>
    </dgm:pt>
    <dgm:pt modelId="{2C224A1D-0B9A-43F5-A281-682FDE3064FE}" type="pres">
      <dgm:prSet presAssocID="{F3F62740-98FA-4C6C-AB20-FAF6CA6D230C}" presName="text" presStyleLbl="fgAcc0" presStyleIdx="2" presStyleCnt="3">
        <dgm:presLayoutVars>
          <dgm:chPref val="3"/>
        </dgm:presLayoutVars>
      </dgm:prSet>
      <dgm:spPr/>
    </dgm:pt>
    <dgm:pt modelId="{AE44C862-BE77-4AB2-A5A3-0A484131DC7C}" type="pres">
      <dgm:prSet presAssocID="{F3F62740-98FA-4C6C-AB20-FAF6CA6D230C}" presName="hierChild2" presStyleCnt="0"/>
      <dgm:spPr/>
    </dgm:pt>
  </dgm:ptLst>
  <dgm:cxnLst>
    <dgm:cxn modelId="{DC6E6252-3781-4834-A004-F1C8EFE96A68}" type="presOf" srcId="{F3F62740-98FA-4C6C-AB20-FAF6CA6D230C}" destId="{2C224A1D-0B9A-43F5-A281-682FDE3064FE}" srcOrd="0" destOrd="0" presId="urn:microsoft.com/office/officeart/2005/8/layout/hierarchy1"/>
    <dgm:cxn modelId="{5B53239A-94A2-48EE-B802-76D27655C159}" srcId="{B0F41578-FAD5-42A4-A34F-FE9CD7758C24}" destId="{5E372BF3-15D5-4068-9C8E-415CEE501BE7}" srcOrd="1" destOrd="0" parTransId="{B9BF566C-0AAE-4C33-A5A9-43D4ABBA0AC7}" sibTransId="{5899DC42-FFEC-4F02-9EFD-8692CB31202D}"/>
    <dgm:cxn modelId="{FA4909A0-6DC8-439E-A1F0-E937D5A40003}" srcId="{B0F41578-FAD5-42A4-A34F-FE9CD7758C24}" destId="{40FBC269-5A61-4B71-8609-6A8556600150}" srcOrd="0" destOrd="0" parTransId="{DF3ED330-CD4F-42D3-A5E2-56C92A29E17F}" sibTransId="{3F213DCF-361F-44B6-8D69-E3D9AB9DB39A}"/>
    <dgm:cxn modelId="{165F12B2-E37E-4876-AB06-31371514557D}" srcId="{B0F41578-FAD5-42A4-A34F-FE9CD7758C24}" destId="{F3F62740-98FA-4C6C-AB20-FAF6CA6D230C}" srcOrd="2" destOrd="0" parTransId="{4C843FB8-CAAD-41F9-92FC-6CC6B9A7D4C8}" sibTransId="{05405B03-2754-4A85-8CFE-AD377FFCEA51}"/>
    <dgm:cxn modelId="{63C2C8B4-FD3A-47B7-9019-0888FCC1601E}" type="presOf" srcId="{40FBC269-5A61-4B71-8609-6A8556600150}" destId="{353EA32D-9383-4F9E-B2AE-859241E85183}" srcOrd="0" destOrd="0" presId="urn:microsoft.com/office/officeart/2005/8/layout/hierarchy1"/>
    <dgm:cxn modelId="{31159DE9-3400-434B-98E1-775FBC2B7902}" type="presOf" srcId="{B0F41578-FAD5-42A4-A34F-FE9CD7758C24}" destId="{601AA626-64DE-457D-8790-16B460F33F88}" srcOrd="0" destOrd="0" presId="urn:microsoft.com/office/officeart/2005/8/layout/hierarchy1"/>
    <dgm:cxn modelId="{804F6DFE-CBBE-4E86-B65E-4A1DA8417990}" type="presOf" srcId="{5E372BF3-15D5-4068-9C8E-415CEE501BE7}" destId="{26ECDBB6-1FC9-41E9-96DC-8B2829DFDA7B}" srcOrd="0" destOrd="0" presId="urn:microsoft.com/office/officeart/2005/8/layout/hierarchy1"/>
    <dgm:cxn modelId="{2AB07143-F6E3-4CFC-9C9E-AA7121729704}" type="presParOf" srcId="{601AA626-64DE-457D-8790-16B460F33F88}" destId="{24F5F925-C6D9-4C7D-B08E-8B26161AFA42}" srcOrd="0" destOrd="0" presId="urn:microsoft.com/office/officeart/2005/8/layout/hierarchy1"/>
    <dgm:cxn modelId="{126E64C6-12B6-4FC2-9412-FAAFD5AFE62C}" type="presParOf" srcId="{24F5F925-C6D9-4C7D-B08E-8B26161AFA42}" destId="{A29B0D08-4A94-4B5F-B063-5D0BA69B73DB}" srcOrd="0" destOrd="0" presId="urn:microsoft.com/office/officeart/2005/8/layout/hierarchy1"/>
    <dgm:cxn modelId="{A5918E96-7139-4AA2-A082-8BF015CB192B}" type="presParOf" srcId="{A29B0D08-4A94-4B5F-B063-5D0BA69B73DB}" destId="{0EACD94B-8BAE-4178-8D34-4CB095465ED0}" srcOrd="0" destOrd="0" presId="urn:microsoft.com/office/officeart/2005/8/layout/hierarchy1"/>
    <dgm:cxn modelId="{40186935-6AE0-4678-A573-95C6A4CA29CA}" type="presParOf" srcId="{A29B0D08-4A94-4B5F-B063-5D0BA69B73DB}" destId="{353EA32D-9383-4F9E-B2AE-859241E85183}" srcOrd="1" destOrd="0" presId="urn:microsoft.com/office/officeart/2005/8/layout/hierarchy1"/>
    <dgm:cxn modelId="{5CFADB79-DAFE-47A1-9353-8A15E2BB50B0}" type="presParOf" srcId="{24F5F925-C6D9-4C7D-B08E-8B26161AFA42}" destId="{6D6783E2-EAA3-4FF2-B3F7-98B994CC8167}" srcOrd="1" destOrd="0" presId="urn:microsoft.com/office/officeart/2005/8/layout/hierarchy1"/>
    <dgm:cxn modelId="{F0AE46AD-B6BF-47EF-BA44-5E2A2DFC45EA}" type="presParOf" srcId="{601AA626-64DE-457D-8790-16B460F33F88}" destId="{A3FCBE01-87C5-4357-8747-B924BFE777F9}" srcOrd="1" destOrd="0" presId="urn:microsoft.com/office/officeart/2005/8/layout/hierarchy1"/>
    <dgm:cxn modelId="{4E2E0A12-15BF-405D-B8CD-6B685CF7C087}" type="presParOf" srcId="{A3FCBE01-87C5-4357-8747-B924BFE777F9}" destId="{2F6EACAB-B7F2-46D2-8C75-7DEF333D59C7}" srcOrd="0" destOrd="0" presId="urn:microsoft.com/office/officeart/2005/8/layout/hierarchy1"/>
    <dgm:cxn modelId="{E703B30C-1088-40EB-8F67-1EAD5B9DB630}" type="presParOf" srcId="{2F6EACAB-B7F2-46D2-8C75-7DEF333D59C7}" destId="{71AA6313-0AA8-4516-8C3C-7CA59F4EC50F}" srcOrd="0" destOrd="0" presId="urn:microsoft.com/office/officeart/2005/8/layout/hierarchy1"/>
    <dgm:cxn modelId="{1A0A76D1-2CFA-41B5-84B6-91D439E33F2A}" type="presParOf" srcId="{2F6EACAB-B7F2-46D2-8C75-7DEF333D59C7}" destId="{26ECDBB6-1FC9-41E9-96DC-8B2829DFDA7B}" srcOrd="1" destOrd="0" presId="urn:microsoft.com/office/officeart/2005/8/layout/hierarchy1"/>
    <dgm:cxn modelId="{1B382660-B0E4-4925-9AE2-585EDBA24EC8}" type="presParOf" srcId="{A3FCBE01-87C5-4357-8747-B924BFE777F9}" destId="{6BA01AAC-B062-4B76-8F62-691F9EC6356A}" srcOrd="1" destOrd="0" presId="urn:microsoft.com/office/officeart/2005/8/layout/hierarchy1"/>
    <dgm:cxn modelId="{02C65156-F11C-4894-B62A-34500588CD7F}" type="presParOf" srcId="{601AA626-64DE-457D-8790-16B460F33F88}" destId="{0141FF82-BC6A-4C97-AD07-CA05FDD7F05E}" srcOrd="2" destOrd="0" presId="urn:microsoft.com/office/officeart/2005/8/layout/hierarchy1"/>
    <dgm:cxn modelId="{31D3F99B-F020-44A8-8867-2D21AFDFEAEB}" type="presParOf" srcId="{0141FF82-BC6A-4C97-AD07-CA05FDD7F05E}" destId="{0DB34CB0-52A6-49D3-9C00-362D5FE55366}" srcOrd="0" destOrd="0" presId="urn:microsoft.com/office/officeart/2005/8/layout/hierarchy1"/>
    <dgm:cxn modelId="{A88CC1FB-3090-4260-82A0-86F44A633FBF}" type="presParOf" srcId="{0DB34CB0-52A6-49D3-9C00-362D5FE55366}" destId="{E6C89985-B7EE-4D3E-BAD7-D895A4A1F16F}" srcOrd="0" destOrd="0" presId="urn:microsoft.com/office/officeart/2005/8/layout/hierarchy1"/>
    <dgm:cxn modelId="{32BBFC19-FC56-4451-9370-9DAB89746162}" type="presParOf" srcId="{0DB34CB0-52A6-49D3-9C00-362D5FE55366}" destId="{2C224A1D-0B9A-43F5-A281-682FDE3064FE}" srcOrd="1" destOrd="0" presId="urn:microsoft.com/office/officeart/2005/8/layout/hierarchy1"/>
    <dgm:cxn modelId="{70AAE943-239D-427A-A71D-681E760657AA}" type="presParOf" srcId="{0141FF82-BC6A-4C97-AD07-CA05FDD7F05E}" destId="{AE44C862-BE77-4AB2-A5A3-0A484131DC7C}"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3FF800-69EB-4205-B1D8-8F498CDFF575}">
      <dsp:nvSpPr>
        <dsp:cNvPr id="0" name=""/>
        <dsp:cNvSpPr/>
      </dsp:nvSpPr>
      <dsp:spPr>
        <a:xfrm>
          <a:off x="1019591" y="504"/>
          <a:ext cx="3828692" cy="243121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4A934F-2880-4477-90F6-9FA28E034040}">
      <dsp:nvSpPr>
        <dsp:cNvPr id="0" name=""/>
        <dsp:cNvSpPr/>
      </dsp:nvSpPr>
      <dsp:spPr>
        <a:xfrm>
          <a:off x="1445002" y="404644"/>
          <a:ext cx="3828692" cy="243121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DNS</a:t>
          </a:r>
          <a:r>
            <a:rPr lang="ja-JP" altLang="en-US" sz="3700" kern="1200" dirty="0"/>
            <a:t>を利用したドメインでのアクセス</a:t>
          </a:r>
          <a:endParaRPr lang="en-US" sz="3700" kern="1200" dirty="0"/>
        </a:p>
      </dsp:txBody>
      <dsp:txXfrm>
        <a:off x="1516210" y="475852"/>
        <a:ext cx="3686276" cy="2288803"/>
      </dsp:txXfrm>
    </dsp:sp>
    <dsp:sp modelId="{AEA5D098-DD8E-47B4-BA39-30C5EC46EC3A}">
      <dsp:nvSpPr>
        <dsp:cNvPr id="0" name=""/>
        <dsp:cNvSpPr/>
      </dsp:nvSpPr>
      <dsp:spPr>
        <a:xfrm>
          <a:off x="5699105" y="504"/>
          <a:ext cx="3828692" cy="243121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7D329B5-F65D-4B93-B82B-A56CEFC4D48B}">
      <dsp:nvSpPr>
        <dsp:cNvPr id="0" name=""/>
        <dsp:cNvSpPr/>
      </dsp:nvSpPr>
      <dsp:spPr>
        <a:xfrm>
          <a:off x="6124515" y="404644"/>
          <a:ext cx="3828692" cy="243121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IP</a:t>
          </a:r>
          <a:r>
            <a:rPr lang="ja-JP" altLang="en-US" sz="3700" kern="1200"/>
            <a:t>アドレスを固定する</a:t>
          </a:r>
          <a:endParaRPr lang="en-US" sz="3700" kern="1200" dirty="0"/>
        </a:p>
      </dsp:txBody>
      <dsp:txXfrm>
        <a:off x="6195723" y="475852"/>
        <a:ext cx="3686276" cy="22888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B0E2DF-1725-42DE-8962-EB48B50A5A8D}">
      <dsp:nvSpPr>
        <dsp:cNvPr id="0" name=""/>
        <dsp:cNvSpPr/>
      </dsp:nvSpPr>
      <dsp:spPr>
        <a:xfrm>
          <a:off x="0" y="488"/>
          <a:ext cx="7926705" cy="114230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D20F3B-8499-48B1-9958-F0AECD574E05}">
      <dsp:nvSpPr>
        <dsp:cNvPr id="0" name=""/>
        <dsp:cNvSpPr/>
      </dsp:nvSpPr>
      <dsp:spPr>
        <a:xfrm>
          <a:off x="345548" y="257507"/>
          <a:ext cx="628270" cy="62827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a:innerShdw blurRad="63500" dist="50800">
            <a:prstClr val="black">
              <a:alpha val="50000"/>
            </a:prstClr>
          </a:innerShdw>
        </a:effectLst>
      </dsp:spPr>
      <dsp:style>
        <a:lnRef idx="3">
          <a:scrgbClr r="0" g="0" b="0"/>
        </a:lnRef>
        <a:fillRef idx="1">
          <a:scrgbClr r="0" g="0" b="0"/>
        </a:fillRef>
        <a:effectRef idx="1">
          <a:scrgbClr r="0" g="0" b="0"/>
        </a:effectRef>
        <a:fontRef idx="minor">
          <a:schemeClr val="lt1"/>
        </a:fontRef>
      </dsp:style>
    </dsp:sp>
    <dsp:sp modelId="{18C7B5CD-A315-4852-8624-2FF24A48BD8C}">
      <dsp:nvSpPr>
        <dsp:cNvPr id="0" name=""/>
        <dsp:cNvSpPr/>
      </dsp:nvSpPr>
      <dsp:spPr>
        <a:xfrm>
          <a:off x="1319367" y="488"/>
          <a:ext cx="6607337" cy="11423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894" tIns="120894" rIns="120894" bIns="120894" numCol="1" spcCol="1270" anchor="ctr" anchorCtr="0">
          <a:noAutofit/>
        </a:bodyPr>
        <a:lstStyle/>
        <a:p>
          <a:pPr marL="0" lvl="0" indent="0" algn="l" defTabSz="1111250">
            <a:lnSpc>
              <a:spcPct val="100000"/>
            </a:lnSpc>
            <a:spcBef>
              <a:spcPct val="0"/>
            </a:spcBef>
            <a:spcAft>
              <a:spcPct val="35000"/>
            </a:spcAft>
            <a:buNone/>
          </a:pPr>
          <a:r>
            <a:rPr lang="ja-JP" altLang="en-US" sz="2500" kern="1200" dirty="0">
              <a:solidFill>
                <a:schemeClr val="bg1"/>
              </a:solidFill>
            </a:rPr>
            <a:t>サーバー</a:t>
          </a:r>
          <a:endParaRPr lang="en-US" sz="2500" kern="1200" dirty="0">
            <a:solidFill>
              <a:schemeClr val="bg1"/>
            </a:solidFill>
          </a:endParaRPr>
        </a:p>
      </dsp:txBody>
      <dsp:txXfrm>
        <a:off x="1319367" y="488"/>
        <a:ext cx="6607337" cy="1142309"/>
      </dsp:txXfrm>
    </dsp:sp>
    <dsp:sp modelId="{21E68339-7F1B-445B-8A7B-97102D1571B3}">
      <dsp:nvSpPr>
        <dsp:cNvPr id="0" name=""/>
        <dsp:cNvSpPr/>
      </dsp:nvSpPr>
      <dsp:spPr>
        <a:xfrm>
          <a:off x="0" y="1428375"/>
          <a:ext cx="7926705" cy="114230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18A977F-9EBE-450C-A2BC-77E0EB1D1B73}">
      <dsp:nvSpPr>
        <dsp:cNvPr id="0" name=""/>
        <dsp:cNvSpPr/>
      </dsp:nvSpPr>
      <dsp:spPr>
        <a:xfrm>
          <a:off x="345548" y="1685394"/>
          <a:ext cx="628270" cy="62827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a:innerShdw blurRad="63500" dist="50800">
            <a:prstClr val="black">
              <a:alpha val="50000"/>
            </a:prstClr>
          </a:innerShdw>
        </a:effectLst>
      </dsp:spPr>
      <dsp:style>
        <a:lnRef idx="3">
          <a:scrgbClr r="0" g="0" b="0"/>
        </a:lnRef>
        <a:fillRef idx="1">
          <a:scrgbClr r="0" g="0" b="0"/>
        </a:fillRef>
        <a:effectRef idx="1">
          <a:scrgbClr r="0" g="0" b="0"/>
        </a:effectRef>
        <a:fontRef idx="minor">
          <a:schemeClr val="lt1"/>
        </a:fontRef>
      </dsp:style>
    </dsp:sp>
    <dsp:sp modelId="{6AA03709-740E-412F-9044-30D57361EBD2}">
      <dsp:nvSpPr>
        <dsp:cNvPr id="0" name=""/>
        <dsp:cNvSpPr/>
      </dsp:nvSpPr>
      <dsp:spPr>
        <a:xfrm>
          <a:off x="1319367" y="1428375"/>
          <a:ext cx="6607337" cy="11423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894" tIns="120894" rIns="120894" bIns="120894" numCol="1" spcCol="1270" anchor="ctr" anchorCtr="0">
          <a:noAutofit/>
        </a:bodyPr>
        <a:lstStyle/>
        <a:p>
          <a:pPr marL="0" lvl="0" indent="0" algn="l" defTabSz="1111250">
            <a:lnSpc>
              <a:spcPct val="100000"/>
            </a:lnSpc>
            <a:spcBef>
              <a:spcPct val="0"/>
            </a:spcBef>
            <a:spcAft>
              <a:spcPct val="35000"/>
            </a:spcAft>
            <a:buNone/>
          </a:pPr>
          <a:r>
            <a:rPr lang="ja-JP" altLang="en-US" sz="2500" kern="1200" dirty="0">
              <a:solidFill>
                <a:schemeClr val="bg1"/>
              </a:solidFill>
            </a:rPr>
            <a:t>ネットワークプリンター、ネットワークストレージ</a:t>
          </a:r>
          <a:r>
            <a:rPr lang="en-US" altLang="ja-JP" sz="2500" kern="1200" dirty="0">
              <a:solidFill>
                <a:schemeClr val="bg1"/>
              </a:solidFill>
            </a:rPr>
            <a:t>(NAS)</a:t>
          </a:r>
          <a:endParaRPr lang="en-US" sz="2500" kern="1200" dirty="0">
            <a:solidFill>
              <a:schemeClr val="bg1"/>
            </a:solidFill>
          </a:endParaRPr>
        </a:p>
      </dsp:txBody>
      <dsp:txXfrm>
        <a:off x="1319367" y="1428375"/>
        <a:ext cx="6607337" cy="1142309"/>
      </dsp:txXfrm>
    </dsp:sp>
    <dsp:sp modelId="{0CFB056C-D245-46C6-9724-B5D4ED25BEAE}">
      <dsp:nvSpPr>
        <dsp:cNvPr id="0" name=""/>
        <dsp:cNvSpPr/>
      </dsp:nvSpPr>
      <dsp:spPr>
        <a:xfrm>
          <a:off x="0" y="2856262"/>
          <a:ext cx="7926705" cy="114230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D40D670-1751-42F6-8360-F25BC5F79CC7}">
      <dsp:nvSpPr>
        <dsp:cNvPr id="0" name=""/>
        <dsp:cNvSpPr/>
      </dsp:nvSpPr>
      <dsp:spPr>
        <a:xfrm>
          <a:off x="345548" y="3113281"/>
          <a:ext cx="628270" cy="62827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a:innerShdw blurRad="63500" dist="50800">
            <a:prstClr val="black">
              <a:alpha val="50000"/>
            </a:prstClr>
          </a:innerShdw>
        </a:effectLst>
      </dsp:spPr>
      <dsp:style>
        <a:lnRef idx="3">
          <a:scrgbClr r="0" g="0" b="0"/>
        </a:lnRef>
        <a:fillRef idx="1">
          <a:scrgbClr r="0" g="0" b="0"/>
        </a:fillRef>
        <a:effectRef idx="1">
          <a:scrgbClr r="0" g="0" b="0"/>
        </a:effectRef>
        <a:fontRef idx="minor">
          <a:schemeClr val="lt1"/>
        </a:fontRef>
      </dsp:style>
    </dsp:sp>
    <dsp:sp modelId="{C41A0EDE-F8B1-472E-A6E4-4C611606401F}">
      <dsp:nvSpPr>
        <dsp:cNvPr id="0" name=""/>
        <dsp:cNvSpPr/>
      </dsp:nvSpPr>
      <dsp:spPr>
        <a:xfrm>
          <a:off x="1319367" y="2856262"/>
          <a:ext cx="6607337" cy="11423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894" tIns="120894" rIns="120894" bIns="120894" numCol="1" spcCol="1270" anchor="ctr" anchorCtr="0">
          <a:noAutofit/>
        </a:bodyPr>
        <a:lstStyle/>
        <a:p>
          <a:pPr marL="0" lvl="0" indent="0" algn="l" defTabSz="1111250">
            <a:lnSpc>
              <a:spcPct val="100000"/>
            </a:lnSpc>
            <a:spcBef>
              <a:spcPct val="0"/>
            </a:spcBef>
            <a:spcAft>
              <a:spcPct val="35000"/>
            </a:spcAft>
            <a:buNone/>
          </a:pPr>
          <a:r>
            <a:rPr kumimoji="1" lang="ja-JP" altLang="en-US" sz="2500" b="0" i="0" kern="1200" dirty="0">
              <a:solidFill>
                <a:schemeClr val="bg1"/>
              </a:solidFill>
            </a:rPr>
            <a:t>通信の管理をしたい</a:t>
          </a:r>
          <a:endParaRPr lang="en-US" sz="2500" kern="1200" dirty="0">
            <a:solidFill>
              <a:schemeClr val="bg1"/>
            </a:solidFill>
          </a:endParaRPr>
        </a:p>
      </dsp:txBody>
      <dsp:txXfrm>
        <a:off x="1319367" y="2856262"/>
        <a:ext cx="6607337" cy="11423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B0E2DF-1725-42DE-8962-EB48B50A5A8D}">
      <dsp:nvSpPr>
        <dsp:cNvPr id="0" name=""/>
        <dsp:cNvSpPr/>
      </dsp:nvSpPr>
      <dsp:spPr>
        <a:xfrm>
          <a:off x="0" y="507419"/>
          <a:ext cx="5501639" cy="936774"/>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D20F3B-8499-48B1-9958-F0AECD574E05}">
      <dsp:nvSpPr>
        <dsp:cNvPr id="0" name=""/>
        <dsp:cNvSpPr/>
      </dsp:nvSpPr>
      <dsp:spPr>
        <a:xfrm>
          <a:off x="283374" y="718193"/>
          <a:ext cx="515225" cy="51522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solidFill>
            <a:schemeClr val="lt1">
              <a:hueOff val="0"/>
              <a:satOff val="0"/>
              <a:lumOff val="0"/>
              <a:alphaOff val="0"/>
            </a:schemeClr>
          </a:solidFill>
          <a:prstDash val="solid"/>
          <a:miter lim="800000"/>
        </a:ln>
        <a:effectLst>
          <a:innerShdw blurRad="63500" dist="50800">
            <a:prstClr val="black">
              <a:alpha val="50000"/>
            </a:prstClr>
          </a:innerShdw>
        </a:effectLst>
      </dsp:spPr>
      <dsp:style>
        <a:lnRef idx="3">
          <a:scrgbClr r="0" g="0" b="0"/>
        </a:lnRef>
        <a:fillRef idx="1">
          <a:scrgbClr r="0" g="0" b="0"/>
        </a:fillRef>
        <a:effectRef idx="1">
          <a:scrgbClr r="0" g="0" b="0"/>
        </a:effectRef>
        <a:fontRef idx="minor">
          <a:schemeClr val="lt1"/>
        </a:fontRef>
      </dsp:style>
    </dsp:sp>
    <dsp:sp modelId="{18C7B5CD-A315-4852-8624-2FF24A48BD8C}">
      <dsp:nvSpPr>
        <dsp:cNvPr id="0" name=""/>
        <dsp:cNvSpPr/>
      </dsp:nvSpPr>
      <dsp:spPr>
        <a:xfrm>
          <a:off x="1081974" y="507419"/>
          <a:ext cx="4419664" cy="9367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142" tIns="99142" rIns="99142" bIns="99142" numCol="1" spcCol="1270" anchor="ctr" anchorCtr="0">
          <a:noAutofit/>
        </a:bodyPr>
        <a:lstStyle/>
        <a:p>
          <a:pPr marL="0" lvl="0" indent="0" algn="l" defTabSz="1111250">
            <a:lnSpc>
              <a:spcPct val="100000"/>
            </a:lnSpc>
            <a:spcBef>
              <a:spcPct val="0"/>
            </a:spcBef>
            <a:spcAft>
              <a:spcPct val="35000"/>
            </a:spcAft>
            <a:buNone/>
          </a:pPr>
          <a:r>
            <a:rPr kumimoji="1" lang="en-US" altLang="en-US" sz="2500" kern="1200">
              <a:solidFill>
                <a:schemeClr val="bg1"/>
              </a:solidFill>
            </a:rPr>
            <a:t>Web</a:t>
          </a:r>
          <a:r>
            <a:rPr kumimoji="1" lang="ja-JP" altLang="en-US" sz="2500" kern="1200">
              <a:solidFill>
                <a:schemeClr val="bg1"/>
              </a:solidFill>
            </a:rPr>
            <a:t>サイトにアクセスできない</a:t>
          </a:r>
          <a:endParaRPr lang="en-US" sz="2500" kern="1200" dirty="0">
            <a:solidFill>
              <a:schemeClr val="bg1"/>
            </a:solidFill>
          </a:endParaRPr>
        </a:p>
      </dsp:txBody>
      <dsp:txXfrm>
        <a:off x="1081974" y="507419"/>
        <a:ext cx="4419664" cy="936774"/>
      </dsp:txXfrm>
    </dsp:sp>
    <dsp:sp modelId="{21E68339-7F1B-445B-8A7B-97102D1571B3}">
      <dsp:nvSpPr>
        <dsp:cNvPr id="0" name=""/>
        <dsp:cNvSpPr/>
      </dsp:nvSpPr>
      <dsp:spPr>
        <a:xfrm>
          <a:off x="0" y="1678387"/>
          <a:ext cx="5501639" cy="936774"/>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18A977F-9EBE-450C-A2BC-77E0EB1D1B73}">
      <dsp:nvSpPr>
        <dsp:cNvPr id="0" name=""/>
        <dsp:cNvSpPr/>
      </dsp:nvSpPr>
      <dsp:spPr>
        <a:xfrm>
          <a:off x="283374" y="1889161"/>
          <a:ext cx="515225" cy="515225"/>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solidFill>
            <a:schemeClr val="lt1">
              <a:hueOff val="0"/>
              <a:satOff val="0"/>
              <a:lumOff val="0"/>
              <a:alphaOff val="0"/>
            </a:schemeClr>
          </a:solidFill>
          <a:prstDash val="solid"/>
          <a:miter lim="800000"/>
        </a:ln>
        <a:effectLst>
          <a:innerShdw blurRad="63500" dist="50800">
            <a:prstClr val="black">
              <a:alpha val="50000"/>
            </a:prstClr>
          </a:innerShdw>
        </a:effectLst>
      </dsp:spPr>
      <dsp:style>
        <a:lnRef idx="3">
          <a:scrgbClr r="0" g="0" b="0"/>
        </a:lnRef>
        <a:fillRef idx="1">
          <a:scrgbClr r="0" g="0" b="0"/>
        </a:fillRef>
        <a:effectRef idx="1">
          <a:scrgbClr r="0" g="0" b="0"/>
        </a:effectRef>
        <a:fontRef idx="minor">
          <a:schemeClr val="lt1"/>
        </a:fontRef>
      </dsp:style>
    </dsp:sp>
    <dsp:sp modelId="{6AA03709-740E-412F-9044-30D57361EBD2}">
      <dsp:nvSpPr>
        <dsp:cNvPr id="0" name=""/>
        <dsp:cNvSpPr/>
      </dsp:nvSpPr>
      <dsp:spPr>
        <a:xfrm>
          <a:off x="1081974" y="1678387"/>
          <a:ext cx="4419664" cy="9367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142" tIns="99142" rIns="99142" bIns="99142" numCol="1" spcCol="1270" anchor="ctr" anchorCtr="0">
          <a:noAutofit/>
        </a:bodyPr>
        <a:lstStyle/>
        <a:p>
          <a:pPr marL="0" lvl="0" indent="0" algn="l" defTabSz="1111250">
            <a:lnSpc>
              <a:spcPct val="100000"/>
            </a:lnSpc>
            <a:spcBef>
              <a:spcPct val="0"/>
            </a:spcBef>
            <a:spcAft>
              <a:spcPct val="35000"/>
            </a:spcAft>
            <a:buNone/>
          </a:pPr>
          <a:r>
            <a:rPr kumimoji="1" lang="ja-JP" altLang="en-US" sz="2500" kern="1200">
              <a:solidFill>
                <a:schemeClr val="bg1"/>
              </a:solidFill>
            </a:rPr>
            <a:t>メールが届かない</a:t>
          </a:r>
          <a:endParaRPr lang="en-US" sz="2500" kern="1200" dirty="0">
            <a:solidFill>
              <a:schemeClr val="bg1"/>
            </a:solidFill>
          </a:endParaRPr>
        </a:p>
      </dsp:txBody>
      <dsp:txXfrm>
        <a:off x="1081974" y="1678387"/>
        <a:ext cx="4419664" cy="93677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916C81-90A1-4C5C-89EA-20CC98B21DE5}">
      <dsp:nvSpPr>
        <dsp:cNvPr id="0" name=""/>
        <dsp:cNvSpPr/>
      </dsp:nvSpPr>
      <dsp:spPr>
        <a:xfrm>
          <a:off x="828" y="777370"/>
          <a:ext cx="2908324" cy="1846785"/>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191F5CA0-3D2D-4247-933C-B762790796D7}">
      <dsp:nvSpPr>
        <dsp:cNvPr id="0" name=""/>
        <dsp:cNvSpPr/>
      </dsp:nvSpPr>
      <dsp:spPr>
        <a:xfrm>
          <a:off x="323975" y="1084360"/>
          <a:ext cx="2908324" cy="1846785"/>
        </a:xfrm>
        <a:prstGeom prst="roundRect">
          <a:avLst>
            <a:gd name="adj" fmla="val 10000"/>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altLang="ja-JP" sz="2600" kern="1200" dirty="0"/>
            <a:t>NAT</a:t>
          </a:r>
          <a:r>
            <a:rPr lang="ja-JP" altLang="en-US" sz="2600" kern="1200" dirty="0"/>
            <a:t>は</a:t>
          </a:r>
          <a:r>
            <a:rPr lang="en-US" altLang="ja-JP" sz="2600" kern="1200" dirty="0"/>
            <a:t>IP</a:t>
          </a:r>
          <a:r>
            <a:rPr lang="ja-JP" altLang="en-US" sz="2600" kern="1200" dirty="0"/>
            <a:t>アドレスのみ変換</a:t>
          </a:r>
          <a:endParaRPr lang="en-US" sz="2600" kern="1200" dirty="0"/>
        </a:p>
      </dsp:txBody>
      <dsp:txXfrm>
        <a:off x="378065" y="1138450"/>
        <a:ext cx="2800144" cy="1738605"/>
      </dsp:txXfrm>
    </dsp:sp>
    <dsp:sp modelId="{1028D78C-B107-4E3B-82C3-CC775AFF3679}">
      <dsp:nvSpPr>
        <dsp:cNvPr id="0" name=""/>
        <dsp:cNvSpPr/>
      </dsp:nvSpPr>
      <dsp:spPr>
        <a:xfrm>
          <a:off x="3555447" y="777370"/>
          <a:ext cx="2908324" cy="1846785"/>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50E525A0-407D-4AD9-B092-FE3F28D70D6A}">
      <dsp:nvSpPr>
        <dsp:cNvPr id="0" name=""/>
        <dsp:cNvSpPr/>
      </dsp:nvSpPr>
      <dsp:spPr>
        <a:xfrm>
          <a:off x="3878594" y="1084360"/>
          <a:ext cx="2908324" cy="1846785"/>
        </a:xfrm>
        <a:prstGeom prst="roundRect">
          <a:avLst>
            <a:gd name="adj" fmla="val 10000"/>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altLang="ja-JP" sz="2600" kern="1200" dirty="0"/>
            <a:t>NAPT</a:t>
          </a:r>
          <a:r>
            <a:rPr lang="ja-JP" altLang="en-US" sz="2600" kern="1200" dirty="0"/>
            <a:t>は</a:t>
          </a:r>
          <a:r>
            <a:rPr lang="en-US" altLang="ja-JP" sz="2600" kern="1200" dirty="0"/>
            <a:t>IP</a:t>
          </a:r>
          <a:r>
            <a:rPr lang="ja-JP" altLang="en-US" sz="2600" kern="1200" dirty="0"/>
            <a:t>アドレスとポート番号を変換</a:t>
          </a:r>
          <a:endParaRPr lang="en-US" sz="2600" kern="1200" dirty="0"/>
        </a:p>
      </dsp:txBody>
      <dsp:txXfrm>
        <a:off x="3932684" y="1138450"/>
        <a:ext cx="2800144" cy="1738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020F71-1922-4232-BF2A-4F513B0F68EF}">
      <dsp:nvSpPr>
        <dsp:cNvPr id="0" name=""/>
        <dsp:cNvSpPr/>
      </dsp:nvSpPr>
      <dsp:spPr>
        <a:xfrm>
          <a:off x="2317935" y="842151"/>
          <a:ext cx="502441" cy="91440"/>
        </a:xfrm>
        <a:custGeom>
          <a:avLst/>
          <a:gdLst/>
          <a:ahLst/>
          <a:cxnLst/>
          <a:rect l="0" t="0" r="0" b="0"/>
          <a:pathLst>
            <a:path>
              <a:moveTo>
                <a:pt x="0" y="45720"/>
              </a:moveTo>
              <a:lnTo>
                <a:pt x="502441" y="45720"/>
              </a:lnTo>
            </a:path>
          </a:pathLst>
        </a:custGeom>
        <a:noFill/>
        <a:ln w="6350" cap="flat" cmpd="sng" algn="ctr">
          <a:solidFill>
            <a:schemeClr val="accent3">
              <a:hueOff val="0"/>
              <a:satOff val="0"/>
              <a:lumOff val="0"/>
              <a:alphaOff val="0"/>
            </a:schemeClr>
          </a:solidFill>
          <a:prstDash val="solid"/>
          <a:miter lim="800000"/>
          <a:tailEnd type="arrow"/>
        </a:ln>
        <a:effectLst>
          <a:glow rad="101600">
            <a:schemeClr val="accent4">
              <a:satMod val="175000"/>
              <a:alpha val="40000"/>
            </a:schemeClr>
          </a:glow>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55830" y="885206"/>
        <a:ext cx="26652" cy="5330"/>
      </dsp:txXfrm>
    </dsp:sp>
    <dsp:sp modelId="{FC0915C2-02DE-416E-BE2E-6A725A2D1EFD}">
      <dsp:nvSpPr>
        <dsp:cNvPr id="0" name=""/>
        <dsp:cNvSpPr/>
      </dsp:nvSpPr>
      <dsp:spPr>
        <a:xfrm>
          <a:off x="2163" y="192600"/>
          <a:ext cx="2317572" cy="139054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a:scene3d>
          <a:camera prst="orthographicFront"/>
          <a:lightRig rig="threePt" dir="t"/>
        </a:scene3d>
        <a:sp3d>
          <a:bevelT w="165100" prst="coolSlant"/>
        </a:sp3d>
      </dsp:spPr>
      <dsp:style>
        <a:lnRef idx="3">
          <a:scrgbClr r="0" g="0" b="0"/>
        </a:lnRef>
        <a:fillRef idx="1">
          <a:scrgbClr r="0" g="0" b="0"/>
        </a:fillRef>
        <a:effectRef idx="1">
          <a:scrgbClr r="0" g="0" b="0"/>
        </a:effectRef>
        <a:fontRef idx="minor">
          <a:schemeClr val="lt1"/>
        </a:fontRef>
      </dsp:style>
      <dsp:txBody>
        <a:bodyPr spcFirstLastPara="0" vert="horz" wrap="square" lIns="113563" tIns="119204" rIns="113563" bIns="119204" numCol="1" spcCol="1270" anchor="ctr" anchorCtr="0">
          <a:noAutofit/>
        </a:bodyPr>
        <a:lstStyle/>
        <a:p>
          <a:pPr marL="0" lvl="0" indent="0" algn="ctr" defTabSz="533400">
            <a:lnSpc>
              <a:spcPct val="90000"/>
            </a:lnSpc>
            <a:spcBef>
              <a:spcPct val="0"/>
            </a:spcBef>
            <a:spcAft>
              <a:spcPct val="35000"/>
            </a:spcAft>
            <a:buNone/>
          </a:pPr>
          <a:r>
            <a:rPr lang="en-US" sz="1200" kern="1200" dirty="0"/>
            <a:t>PC1:192.168.1.2</a:t>
          </a:r>
          <a:br>
            <a:rPr lang="ja-JP" altLang="en-US" sz="1200" kern="1200" dirty="0"/>
          </a:br>
          <a:r>
            <a:rPr lang="en-US" altLang="ja-JP" sz="1200" kern="1200" dirty="0"/>
            <a:t>DNS</a:t>
          </a:r>
          <a:r>
            <a:rPr lang="ja-JP" altLang="en-US" sz="1200" kern="1200" dirty="0"/>
            <a:t>問い合わせ</a:t>
          </a:r>
          <a:endParaRPr lang="en-US" sz="1200" kern="1200" dirty="0"/>
        </a:p>
        <a:p>
          <a:pPr marL="0" lvl="0" indent="0" algn="ctr" defTabSz="533400">
            <a:lnSpc>
              <a:spcPct val="90000"/>
            </a:lnSpc>
            <a:spcBef>
              <a:spcPct val="0"/>
            </a:spcBef>
            <a:spcAft>
              <a:spcPct val="35000"/>
            </a:spcAft>
            <a:buNone/>
          </a:pPr>
          <a:r>
            <a:rPr lang="ja-JP" altLang="en-US" sz="1200" kern="1200" dirty="0"/>
            <a:t>送信元ポート</a:t>
          </a:r>
          <a:r>
            <a:rPr lang="en-US" altLang="ja-JP" sz="1200" kern="1200" dirty="0"/>
            <a:t>:49160</a:t>
          </a:r>
          <a:br>
            <a:rPr lang="ja-JP" altLang="en-US" sz="1200" kern="1200" dirty="0"/>
          </a:br>
          <a:r>
            <a:rPr lang="ja-JP" altLang="en-US" sz="1200" kern="1200" dirty="0"/>
            <a:t>宛先ポート</a:t>
          </a:r>
          <a:r>
            <a:rPr lang="en-US" altLang="ja-JP" sz="1200" kern="1200" dirty="0"/>
            <a:t>:53</a:t>
          </a:r>
          <a:endParaRPr lang="en-US" sz="1200" kern="1200" dirty="0"/>
        </a:p>
      </dsp:txBody>
      <dsp:txXfrm>
        <a:off x="2163" y="192600"/>
        <a:ext cx="2317572" cy="1390543"/>
      </dsp:txXfrm>
    </dsp:sp>
    <dsp:sp modelId="{1B384F50-C908-44E2-A8CE-F52D47A53F87}">
      <dsp:nvSpPr>
        <dsp:cNvPr id="0" name=""/>
        <dsp:cNvSpPr/>
      </dsp:nvSpPr>
      <dsp:spPr>
        <a:xfrm>
          <a:off x="5168549" y="842151"/>
          <a:ext cx="502441" cy="91440"/>
        </a:xfrm>
        <a:custGeom>
          <a:avLst/>
          <a:gdLst/>
          <a:ahLst/>
          <a:cxnLst/>
          <a:rect l="0" t="0" r="0" b="0"/>
          <a:pathLst>
            <a:path>
              <a:moveTo>
                <a:pt x="0" y="45720"/>
              </a:moveTo>
              <a:lnTo>
                <a:pt x="502441" y="45720"/>
              </a:lnTo>
            </a:path>
          </a:pathLst>
        </a:custGeom>
        <a:noFill/>
        <a:ln w="6350" cap="flat" cmpd="sng" algn="ctr">
          <a:solidFill>
            <a:schemeClr val="accent3">
              <a:hueOff val="0"/>
              <a:satOff val="0"/>
              <a:lumOff val="0"/>
              <a:alphaOff val="0"/>
            </a:schemeClr>
          </a:solidFill>
          <a:prstDash val="solid"/>
          <a:miter lim="800000"/>
          <a:tailEnd type="arrow"/>
        </a:ln>
        <a:effectLst>
          <a:glow rad="101600">
            <a:schemeClr val="accent4">
              <a:satMod val="175000"/>
              <a:alpha val="40000"/>
            </a:schemeClr>
          </a:glow>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06443" y="885206"/>
        <a:ext cx="26652" cy="5330"/>
      </dsp:txXfrm>
    </dsp:sp>
    <dsp:sp modelId="{F71D7DC5-17FE-496A-B14C-3BEE0603CACE}">
      <dsp:nvSpPr>
        <dsp:cNvPr id="0" name=""/>
        <dsp:cNvSpPr/>
      </dsp:nvSpPr>
      <dsp:spPr>
        <a:xfrm>
          <a:off x="2852777" y="192600"/>
          <a:ext cx="2317572" cy="139054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a:scene3d>
          <a:camera prst="orthographicFront"/>
          <a:lightRig rig="threePt" dir="t"/>
        </a:scene3d>
        <a:sp3d>
          <a:bevelT w="165100" prst="coolSlant"/>
        </a:sp3d>
      </dsp:spPr>
      <dsp:style>
        <a:lnRef idx="3">
          <a:scrgbClr r="0" g="0" b="0"/>
        </a:lnRef>
        <a:fillRef idx="1">
          <a:scrgbClr r="0" g="0" b="0"/>
        </a:fillRef>
        <a:effectRef idx="1">
          <a:scrgbClr r="0" g="0" b="0"/>
        </a:effectRef>
        <a:fontRef idx="minor">
          <a:schemeClr val="lt1"/>
        </a:fontRef>
      </dsp:style>
      <dsp:txBody>
        <a:bodyPr spcFirstLastPara="0" vert="horz" wrap="square" lIns="113563" tIns="119204" rIns="113563" bIns="119204" numCol="1" spcCol="1270" anchor="ctr" anchorCtr="0">
          <a:noAutofit/>
        </a:bodyPr>
        <a:lstStyle/>
        <a:p>
          <a:pPr marL="0" lvl="0" indent="0" algn="ctr" defTabSz="533400">
            <a:lnSpc>
              <a:spcPct val="90000"/>
            </a:lnSpc>
            <a:spcBef>
              <a:spcPct val="0"/>
            </a:spcBef>
            <a:spcAft>
              <a:spcPct val="35000"/>
            </a:spcAft>
            <a:buNone/>
          </a:pPr>
          <a:r>
            <a:rPr lang="ja-JP" altLang="en-US" sz="1200" kern="1200" dirty="0"/>
            <a:t>ルーター</a:t>
          </a:r>
          <a:r>
            <a:rPr lang="en-US" altLang="ja-JP" sz="1200" kern="1200" dirty="0"/>
            <a:t>:192.168.1.1</a:t>
          </a:r>
          <a:br>
            <a:rPr lang="ja-JP" altLang="en-US" sz="1200" kern="1200" dirty="0"/>
          </a:br>
          <a:r>
            <a:rPr lang="en-US" altLang="ja-JP" sz="1200" kern="1200" dirty="0"/>
            <a:t>WAN:203.0.113.1</a:t>
          </a:r>
        </a:p>
        <a:p>
          <a:pPr marL="0" lvl="0" indent="0" algn="ctr" defTabSz="533400">
            <a:lnSpc>
              <a:spcPct val="90000"/>
            </a:lnSpc>
            <a:spcBef>
              <a:spcPct val="0"/>
            </a:spcBef>
            <a:spcAft>
              <a:spcPct val="35000"/>
            </a:spcAft>
            <a:buNone/>
          </a:pPr>
          <a:r>
            <a:rPr lang="ja-JP" altLang="en-US" sz="1200" kern="1200" dirty="0"/>
            <a:t>変換前</a:t>
          </a:r>
          <a:r>
            <a:rPr lang="en-US" altLang="ja-JP" sz="1200" kern="1200" dirty="0"/>
            <a:t>:192.168.1.2:49160</a:t>
          </a:r>
          <a:br>
            <a:rPr lang="ja-JP" altLang="en-US" sz="1200" kern="1200" dirty="0"/>
          </a:br>
          <a:r>
            <a:rPr lang="ja-JP" altLang="en-US" sz="1200" kern="1200" dirty="0"/>
            <a:t>変換後</a:t>
          </a:r>
          <a:r>
            <a:rPr lang="en-US" altLang="ja-JP" sz="1200" kern="1200" dirty="0"/>
            <a:t>:203.0.113.1:40001</a:t>
          </a:r>
        </a:p>
      </dsp:txBody>
      <dsp:txXfrm>
        <a:off x="2852777" y="192600"/>
        <a:ext cx="2317572" cy="1390543"/>
      </dsp:txXfrm>
    </dsp:sp>
    <dsp:sp modelId="{DEB97D9A-51CA-4CBC-968C-8C945579EAD4}">
      <dsp:nvSpPr>
        <dsp:cNvPr id="0" name=""/>
        <dsp:cNvSpPr/>
      </dsp:nvSpPr>
      <dsp:spPr>
        <a:xfrm>
          <a:off x="8019162" y="842151"/>
          <a:ext cx="486102" cy="91440"/>
        </a:xfrm>
        <a:custGeom>
          <a:avLst/>
          <a:gdLst/>
          <a:ahLst/>
          <a:cxnLst/>
          <a:rect l="0" t="0" r="0" b="0"/>
          <a:pathLst>
            <a:path>
              <a:moveTo>
                <a:pt x="0" y="45720"/>
              </a:moveTo>
              <a:lnTo>
                <a:pt x="486102" y="45720"/>
              </a:lnTo>
            </a:path>
          </a:pathLst>
        </a:custGeom>
        <a:noFill/>
        <a:ln w="6350" cap="flat" cmpd="sng" algn="ctr">
          <a:solidFill>
            <a:schemeClr val="accent3">
              <a:hueOff val="0"/>
              <a:satOff val="0"/>
              <a:lumOff val="0"/>
              <a:alphaOff val="0"/>
            </a:schemeClr>
          </a:solidFill>
          <a:prstDash val="solid"/>
          <a:miter lim="800000"/>
          <a:tailEnd type="arrow"/>
        </a:ln>
        <a:effectLst>
          <a:glow rad="101600">
            <a:schemeClr val="accent4">
              <a:satMod val="175000"/>
              <a:alpha val="40000"/>
            </a:schemeClr>
          </a:glow>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249296" y="885206"/>
        <a:ext cx="25835" cy="5330"/>
      </dsp:txXfrm>
    </dsp:sp>
    <dsp:sp modelId="{DBB741F8-9B12-43E8-9D24-A824B1EDAD33}">
      <dsp:nvSpPr>
        <dsp:cNvPr id="0" name=""/>
        <dsp:cNvSpPr/>
      </dsp:nvSpPr>
      <dsp:spPr>
        <a:xfrm>
          <a:off x="5703390" y="192600"/>
          <a:ext cx="2317572" cy="139054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a:scene3d>
          <a:camera prst="orthographicFront"/>
          <a:lightRig rig="threePt" dir="t"/>
        </a:scene3d>
        <a:sp3d>
          <a:bevelT w="165100" prst="coolSlant"/>
        </a:sp3d>
      </dsp:spPr>
      <dsp:style>
        <a:lnRef idx="3">
          <a:scrgbClr r="0" g="0" b="0"/>
        </a:lnRef>
        <a:fillRef idx="1">
          <a:scrgbClr r="0" g="0" b="0"/>
        </a:fillRef>
        <a:effectRef idx="1">
          <a:scrgbClr r="0" g="0" b="0"/>
        </a:effectRef>
        <a:fontRef idx="minor">
          <a:schemeClr val="lt1"/>
        </a:fontRef>
      </dsp:style>
      <dsp:txBody>
        <a:bodyPr spcFirstLastPara="0" vert="horz" wrap="square" lIns="113563" tIns="119204" rIns="113563" bIns="119204" numCol="1" spcCol="1270" anchor="ctr" anchorCtr="0">
          <a:noAutofit/>
        </a:bodyPr>
        <a:lstStyle/>
        <a:p>
          <a:pPr marL="0" lvl="0" indent="0" algn="ctr" defTabSz="533400">
            <a:lnSpc>
              <a:spcPct val="90000"/>
            </a:lnSpc>
            <a:spcBef>
              <a:spcPct val="0"/>
            </a:spcBef>
            <a:spcAft>
              <a:spcPct val="35000"/>
            </a:spcAft>
            <a:buNone/>
          </a:pPr>
          <a:r>
            <a:rPr lang="en-US" sz="1200" kern="1200" dirty="0"/>
            <a:t>WAN</a:t>
          </a:r>
        </a:p>
        <a:p>
          <a:pPr marL="0" lvl="0" indent="0" algn="ctr" defTabSz="533400">
            <a:lnSpc>
              <a:spcPct val="90000"/>
            </a:lnSpc>
            <a:spcBef>
              <a:spcPct val="0"/>
            </a:spcBef>
            <a:spcAft>
              <a:spcPct val="35000"/>
            </a:spcAft>
            <a:buNone/>
          </a:pPr>
          <a:r>
            <a:rPr lang="en-US" sz="1200" kern="1200" dirty="0"/>
            <a:t>203.0.113.1:4001-&gt;</a:t>
          </a:r>
        </a:p>
        <a:p>
          <a:pPr marL="0" lvl="0" indent="0" algn="ctr" defTabSz="533400">
            <a:lnSpc>
              <a:spcPct val="90000"/>
            </a:lnSpc>
            <a:spcBef>
              <a:spcPct val="0"/>
            </a:spcBef>
            <a:spcAft>
              <a:spcPct val="35000"/>
            </a:spcAft>
            <a:buNone/>
          </a:pPr>
          <a:r>
            <a:rPr lang="en-US" sz="1200" kern="1200" dirty="0"/>
            <a:t>8.8.8.8:53</a:t>
          </a:r>
        </a:p>
      </dsp:txBody>
      <dsp:txXfrm>
        <a:off x="5703390" y="192600"/>
        <a:ext cx="2317572" cy="1390543"/>
      </dsp:txXfrm>
    </dsp:sp>
    <dsp:sp modelId="{A2D01A60-B28B-4B47-9A81-6EA86D8ABD80}">
      <dsp:nvSpPr>
        <dsp:cNvPr id="0" name=""/>
        <dsp:cNvSpPr/>
      </dsp:nvSpPr>
      <dsp:spPr>
        <a:xfrm>
          <a:off x="1158786" y="1581343"/>
          <a:ext cx="8537665" cy="502441"/>
        </a:xfrm>
        <a:custGeom>
          <a:avLst/>
          <a:gdLst/>
          <a:ahLst/>
          <a:cxnLst/>
          <a:rect l="0" t="0" r="0" b="0"/>
          <a:pathLst>
            <a:path>
              <a:moveTo>
                <a:pt x="8537665" y="0"/>
              </a:moveTo>
              <a:lnTo>
                <a:pt x="8537665" y="268320"/>
              </a:lnTo>
              <a:lnTo>
                <a:pt x="0" y="268320"/>
              </a:lnTo>
              <a:lnTo>
                <a:pt x="0" y="502441"/>
              </a:lnTo>
            </a:path>
          </a:pathLst>
        </a:custGeom>
        <a:noFill/>
        <a:ln w="6350" cap="flat" cmpd="sng" algn="ctr">
          <a:solidFill>
            <a:schemeClr val="accent3">
              <a:hueOff val="0"/>
              <a:satOff val="0"/>
              <a:lumOff val="0"/>
              <a:alphaOff val="0"/>
            </a:schemeClr>
          </a:solidFill>
          <a:prstDash val="solid"/>
          <a:miter lim="800000"/>
          <a:tailEnd type="arrow"/>
        </a:ln>
        <a:effectLst>
          <a:glow rad="101600">
            <a:schemeClr val="accent4">
              <a:satMod val="175000"/>
              <a:alpha val="40000"/>
            </a:schemeClr>
          </a:glow>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5213761" y="1829898"/>
        <a:ext cx="427714" cy="5330"/>
      </dsp:txXfrm>
    </dsp:sp>
    <dsp:sp modelId="{1272FCDB-ECE7-4E2E-9C0E-B0FA23C0D8C6}">
      <dsp:nvSpPr>
        <dsp:cNvPr id="0" name=""/>
        <dsp:cNvSpPr/>
      </dsp:nvSpPr>
      <dsp:spPr>
        <a:xfrm>
          <a:off x="8537665" y="192600"/>
          <a:ext cx="2317572" cy="139054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a:scene3d>
          <a:camera prst="orthographicFront"/>
          <a:lightRig rig="threePt" dir="t"/>
        </a:scene3d>
        <a:sp3d>
          <a:bevelT w="165100" prst="coolSlant"/>
        </a:sp3d>
      </dsp:spPr>
      <dsp:style>
        <a:lnRef idx="3">
          <a:scrgbClr r="0" g="0" b="0"/>
        </a:lnRef>
        <a:fillRef idx="1">
          <a:scrgbClr r="0" g="0" b="0"/>
        </a:fillRef>
        <a:effectRef idx="1">
          <a:scrgbClr r="0" g="0" b="0"/>
        </a:effectRef>
        <a:fontRef idx="minor">
          <a:schemeClr val="lt1"/>
        </a:fontRef>
      </dsp:style>
      <dsp:txBody>
        <a:bodyPr spcFirstLastPara="0" vert="horz" wrap="square" lIns="113563" tIns="119204" rIns="113563" bIns="119204" numCol="1" spcCol="1270" anchor="ctr" anchorCtr="0">
          <a:noAutofit/>
        </a:bodyPr>
        <a:lstStyle/>
        <a:p>
          <a:pPr marL="0" lvl="0" indent="0" algn="ctr" defTabSz="533400">
            <a:lnSpc>
              <a:spcPct val="90000"/>
            </a:lnSpc>
            <a:spcBef>
              <a:spcPct val="0"/>
            </a:spcBef>
            <a:spcAft>
              <a:spcPct val="35000"/>
            </a:spcAft>
            <a:buNone/>
          </a:pPr>
          <a:r>
            <a:rPr lang="ja-JP" altLang="en-US" sz="1200" kern="1200" dirty="0"/>
            <a:t>サーバー側のルーターが受信</a:t>
          </a:r>
          <a:endParaRPr lang="en-US" altLang="ja-JP" sz="1200" kern="1200" dirty="0"/>
        </a:p>
        <a:p>
          <a:pPr marL="0" lvl="0" indent="0" algn="ctr" defTabSz="533400">
            <a:lnSpc>
              <a:spcPct val="90000"/>
            </a:lnSpc>
            <a:spcBef>
              <a:spcPct val="0"/>
            </a:spcBef>
            <a:spcAft>
              <a:spcPct val="35000"/>
            </a:spcAft>
            <a:buNone/>
          </a:pPr>
          <a:r>
            <a:rPr lang="en-US" altLang="ja-JP" sz="1200" kern="1200" dirty="0"/>
            <a:t>DNS</a:t>
          </a:r>
          <a:r>
            <a:rPr lang="ja-JP" altLang="en-US" sz="1200" kern="1200" dirty="0"/>
            <a:t>サーバーに渡す</a:t>
          </a:r>
          <a:endParaRPr lang="en-US" altLang="ja-JP" sz="1200" kern="1200" dirty="0"/>
        </a:p>
      </dsp:txBody>
      <dsp:txXfrm>
        <a:off x="8537665" y="192600"/>
        <a:ext cx="2317572" cy="1390543"/>
      </dsp:txXfrm>
    </dsp:sp>
    <dsp:sp modelId="{2446DEB0-CEBB-4918-8C7E-84B62ABE61D4}">
      <dsp:nvSpPr>
        <dsp:cNvPr id="0" name=""/>
        <dsp:cNvSpPr/>
      </dsp:nvSpPr>
      <dsp:spPr>
        <a:xfrm>
          <a:off x="2315772" y="2765736"/>
          <a:ext cx="488266" cy="91440"/>
        </a:xfrm>
        <a:custGeom>
          <a:avLst/>
          <a:gdLst/>
          <a:ahLst/>
          <a:cxnLst/>
          <a:rect l="0" t="0" r="0" b="0"/>
          <a:pathLst>
            <a:path>
              <a:moveTo>
                <a:pt x="0" y="45720"/>
              </a:moveTo>
              <a:lnTo>
                <a:pt x="488266" y="45720"/>
              </a:lnTo>
            </a:path>
          </a:pathLst>
        </a:custGeom>
        <a:noFill/>
        <a:ln w="6350" cap="flat" cmpd="sng" algn="ctr">
          <a:solidFill>
            <a:schemeClr val="accent3">
              <a:hueOff val="0"/>
              <a:satOff val="0"/>
              <a:lumOff val="0"/>
              <a:alphaOff val="0"/>
            </a:schemeClr>
          </a:solidFill>
          <a:prstDash val="solid"/>
          <a:miter lim="800000"/>
          <a:tailEnd type="arrow"/>
        </a:ln>
        <a:effectLst>
          <a:glow rad="101600">
            <a:schemeClr val="accent4">
              <a:satMod val="175000"/>
              <a:alpha val="40000"/>
            </a:schemeClr>
          </a:glow>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546933" y="2808791"/>
        <a:ext cx="25943" cy="5330"/>
      </dsp:txXfrm>
    </dsp:sp>
    <dsp:sp modelId="{7B1D7820-C8B8-4CA0-9764-F3B5E1E9EBD2}">
      <dsp:nvSpPr>
        <dsp:cNvPr id="0" name=""/>
        <dsp:cNvSpPr/>
      </dsp:nvSpPr>
      <dsp:spPr>
        <a:xfrm>
          <a:off x="0" y="2116184"/>
          <a:ext cx="2317572" cy="139054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a:scene3d>
          <a:camera prst="orthographicFront"/>
          <a:lightRig rig="threePt" dir="t"/>
        </a:scene3d>
        <a:sp3d>
          <a:bevelT w="165100" prst="coolSlant"/>
        </a:sp3d>
      </dsp:spPr>
      <dsp:style>
        <a:lnRef idx="3">
          <a:scrgbClr r="0" g="0" b="0"/>
        </a:lnRef>
        <a:fillRef idx="1">
          <a:scrgbClr r="0" g="0" b="0"/>
        </a:fillRef>
        <a:effectRef idx="1">
          <a:scrgbClr r="0" g="0" b="0"/>
        </a:effectRef>
        <a:fontRef idx="minor">
          <a:schemeClr val="lt1"/>
        </a:fontRef>
      </dsp:style>
      <dsp:txBody>
        <a:bodyPr spcFirstLastPara="0" vert="horz" wrap="square" lIns="113563" tIns="119204" rIns="113563" bIns="119204" numCol="1" spcCol="1270" anchor="ctr" anchorCtr="0">
          <a:noAutofit/>
        </a:bodyPr>
        <a:lstStyle/>
        <a:p>
          <a:pPr marL="0" lvl="0" indent="0" algn="ctr" defTabSz="533400">
            <a:lnSpc>
              <a:spcPct val="90000"/>
            </a:lnSpc>
            <a:spcBef>
              <a:spcPct val="0"/>
            </a:spcBef>
            <a:spcAft>
              <a:spcPct val="35000"/>
            </a:spcAft>
            <a:buNone/>
          </a:pPr>
          <a:r>
            <a:rPr lang="en-US" altLang="ja-JP" sz="1200" kern="1200" dirty="0"/>
            <a:t>DNS</a:t>
          </a:r>
          <a:r>
            <a:rPr lang="ja-JP" altLang="en-US" sz="1200" kern="1200" dirty="0"/>
            <a:t>サーバーが受信</a:t>
          </a:r>
          <a:endParaRPr lang="en-US" altLang="ja-JP" sz="1200" kern="1200" dirty="0"/>
        </a:p>
        <a:p>
          <a:pPr marL="0" lvl="0" indent="0" algn="ctr" defTabSz="533400">
            <a:lnSpc>
              <a:spcPct val="90000"/>
            </a:lnSpc>
            <a:spcBef>
              <a:spcPct val="0"/>
            </a:spcBef>
            <a:spcAft>
              <a:spcPct val="35000"/>
            </a:spcAft>
            <a:buNone/>
          </a:pPr>
          <a:r>
            <a:rPr lang="ja-JP" altLang="en-US" sz="1200" kern="1200" dirty="0"/>
            <a:t>クライアントに返す</a:t>
          </a:r>
          <a:endParaRPr lang="en-US" altLang="ja-JP" sz="1200" kern="1200" dirty="0"/>
        </a:p>
      </dsp:txBody>
      <dsp:txXfrm>
        <a:off x="0" y="2116184"/>
        <a:ext cx="2317572" cy="1390543"/>
      </dsp:txXfrm>
    </dsp:sp>
    <dsp:sp modelId="{E0CEEB93-4257-48C8-AF31-CAEDA8A51123}">
      <dsp:nvSpPr>
        <dsp:cNvPr id="0" name=""/>
        <dsp:cNvSpPr/>
      </dsp:nvSpPr>
      <dsp:spPr>
        <a:xfrm>
          <a:off x="5152210" y="2765736"/>
          <a:ext cx="518780" cy="91440"/>
        </a:xfrm>
        <a:custGeom>
          <a:avLst/>
          <a:gdLst/>
          <a:ahLst/>
          <a:cxnLst/>
          <a:rect l="0" t="0" r="0" b="0"/>
          <a:pathLst>
            <a:path>
              <a:moveTo>
                <a:pt x="0" y="45720"/>
              </a:moveTo>
              <a:lnTo>
                <a:pt x="518780" y="45720"/>
              </a:lnTo>
            </a:path>
          </a:pathLst>
        </a:custGeom>
        <a:noFill/>
        <a:ln w="6350" cap="flat" cmpd="sng" algn="ctr">
          <a:solidFill>
            <a:schemeClr val="accent3">
              <a:hueOff val="0"/>
              <a:satOff val="0"/>
              <a:lumOff val="0"/>
              <a:alphaOff val="0"/>
            </a:schemeClr>
          </a:solidFill>
          <a:prstDash val="solid"/>
          <a:miter lim="800000"/>
          <a:tailEnd type="arrow"/>
        </a:ln>
        <a:effectLst>
          <a:glow rad="101600">
            <a:schemeClr val="accent4">
              <a:satMod val="175000"/>
              <a:alpha val="40000"/>
            </a:schemeClr>
          </a:glow>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5397866" y="2808791"/>
        <a:ext cx="27469" cy="5330"/>
      </dsp:txXfrm>
    </dsp:sp>
    <dsp:sp modelId="{357CB705-A8B0-4459-8A14-E82BF9C121B3}">
      <dsp:nvSpPr>
        <dsp:cNvPr id="0" name=""/>
        <dsp:cNvSpPr/>
      </dsp:nvSpPr>
      <dsp:spPr>
        <a:xfrm>
          <a:off x="2836438" y="2116184"/>
          <a:ext cx="2317572" cy="139054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a:scene3d>
          <a:camera prst="orthographicFront"/>
          <a:lightRig rig="threePt" dir="t"/>
        </a:scene3d>
        <a:sp3d>
          <a:bevelT w="165100" prst="coolSlant"/>
        </a:sp3d>
      </dsp:spPr>
      <dsp:style>
        <a:lnRef idx="3">
          <a:scrgbClr r="0" g="0" b="0"/>
        </a:lnRef>
        <a:fillRef idx="1">
          <a:scrgbClr r="0" g="0" b="0"/>
        </a:fillRef>
        <a:effectRef idx="1">
          <a:scrgbClr r="0" g="0" b="0"/>
        </a:effectRef>
        <a:fontRef idx="minor">
          <a:schemeClr val="lt1"/>
        </a:fontRef>
      </dsp:style>
      <dsp:txBody>
        <a:bodyPr spcFirstLastPara="0" vert="horz" wrap="square" lIns="113563" tIns="119204" rIns="113563" bIns="119204" numCol="1" spcCol="1270" anchor="ctr" anchorCtr="0">
          <a:noAutofit/>
        </a:bodyPr>
        <a:lstStyle/>
        <a:p>
          <a:pPr marL="0" lvl="0" indent="0" algn="ctr" defTabSz="533400">
            <a:lnSpc>
              <a:spcPct val="90000"/>
            </a:lnSpc>
            <a:spcBef>
              <a:spcPct val="0"/>
            </a:spcBef>
            <a:spcAft>
              <a:spcPct val="35000"/>
            </a:spcAft>
            <a:buNone/>
          </a:pPr>
          <a:r>
            <a:rPr lang="en-US" altLang="ja-JP" sz="1200" kern="1200" dirty="0"/>
            <a:t>SV:8.8.8.8</a:t>
          </a:r>
          <a:br>
            <a:rPr lang="ja-JP" altLang="en-US" sz="1200" kern="1200" dirty="0"/>
          </a:br>
          <a:r>
            <a:rPr lang="ja-JP" altLang="en-US" sz="1200" kern="1200" dirty="0"/>
            <a:t>送信元</a:t>
          </a:r>
          <a:r>
            <a:rPr lang="en-US" altLang="ja-JP" sz="1200" kern="1200" dirty="0"/>
            <a:t>:8.8.8.8:53</a:t>
          </a:r>
          <a:br>
            <a:rPr lang="ja-JP" altLang="en-US" sz="1200" kern="1200" dirty="0"/>
          </a:br>
          <a:r>
            <a:rPr lang="ja-JP" altLang="en-US" sz="1200" kern="1200" dirty="0"/>
            <a:t>宛先</a:t>
          </a:r>
          <a:r>
            <a:rPr lang="en-US" altLang="ja-JP" sz="1200" kern="1200" dirty="0"/>
            <a:t>:203.0.113.1:40001</a:t>
          </a:r>
        </a:p>
      </dsp:txBody>
      <dsp:txXfrm>
        <a:off x="2836438" y="2116184"/>
        <a:ext cx="2317572" cy="1390543"/>
      </dsp:txXfrm>
    </dsp:sp>
    <dsp:sp modelId="{2A4557F3-1A32-461E-85D4-C0CDD9A89D68}">
      <dsp:nvSpPr>
        <dsp:cNvPr id="0" name=""/>
        <dsp:cNvSpPr/>
      </dsp:nvSpPr>
      <dsp:spPr>
        <a:xfrm>
          <a:off x="8019162" y="2765736"/>
          <a:ext cx="502441" cy="91440"/>
        </a:xfrm>
        <a:custGeom>
          <a:avLst/>
          <a:gdLst/>
          <a:ahLst/>
          <a:cxnLst/>
          <a:rect l="0" t="0" r="0" b="0"/>
          <a:pathLst>
            <a:path>
              <a:moveTo>
                <a:pt x="0" y="45720"/>
              </a:moveTo>
              <a:lnTo>
                <a:pt x="502441" y="45720"/>
              </a:lnTo>
            </a:path>
          </a:pathLst>
        </a:custGeom>
        <a:noFill/>
        <a:ln w="6350" cap="flat" cmpd="sng" algn="ctr">
          <a:solidFill>
            <a:schemeClr val="accent3">
              <a:hueOff val="0"/>
              <a:satOff val="0"/>
              <a:lumOff val="0"/>
              <a:alphaOff val="0"/>
            </a:schemeClr>
          </a:solidFill>
          <a:prstDash val="solid"/>
          <a:miter lim="800000"/>
          <a:tailEnd type="arrow"/>
        </a:ln>
        <a:effectLst>
          <a:glow rad="101600">
            <a:schemeClr val="accent4">
              <a:satMod val="175000"/>
              <a:alpha val="40000"/>
            </a:schemeClr>
          </a:glow>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8257057" y="2808791"/>
        <a:ext cx="26652" cy="5330"/>
      </dsp:txXfrm>
    </dsp:sp>
    <dsp:sp modelId="{2603B4DB-8AA9-4204-94ED-5E3FE17F775A}">
      <dsp:nvSpPr>
        <dsp:cNvPr id="0" name=""/>
        <dsp:cNvSpPr/>
      </dsp:nvSpPr>
      <dsp:spPr>
        <a:xfrm>
          <a:off x="5703390" y="2116184"/>
          <a:ext cx="2317572" cy="139054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a:scene3d>
          <a:camera prst="orthographicFront"/>
          <a:lightRig rig="threePt" dir="t"/>
        </a:scene3d>
        <a:sp3d>
          <a:bevelT w="165100" prst="coolSlant"/>
        </a:sp3d>
      </dsp:spPr>
      <dsp:style>
        <a:lnRef idx="3">
          <a:scrgbClr r="0" g="0" b="0"/>
        </a:lnRef>
        <a:fillRef idx="1">
          <a:scrgbClr r="0" g="0" b="0"/>
        </a:fillRef>
        <a:effectRef idx="1">
          <a:scrgbClr r="0" g="0" b="0"/>
        </a:effectRef>
        <a:fontRef idx="minor">
          <a:schemeClr val="lt1"/>
        </a:fontRef>
      </dsp:style>
      <dsp:txBody>
        <a:bodyPr spcFirstLastPara="0" vert="horz" wrap="square" lIns="113563" tIns="119204" rIns="113563" bIns="119204" numCol="1" spcCol="1270" anchor="ctr" anchorCtr="0">
          <a:noAutofit/>
        </a:bodyPr>
        <a:lstStyle/>
        <a:p>
          <a:pPr marL="0" lvl="0" indent="0" algn="ctr" defTabSz="533400">
            <a:lnSpc>
              <a:spcPct val="90000"/>
            </a:lnSpc>
            <a:spcBef>
              <a:spcPct val="0"/>
            </a:spcBef>
            <a:spcAft>
              <a:spcPct val="35000"/>
            </a:spcAft>
            <a:buNone/>
          </a:pPr>
          <a:r>
            <a:rPr lang="ja-JP" altLang="en-US" sz="1200" kern="1200" dirty="0"/>
            <a:t>ルーター</a:t>
          </a:r>
          <a:r>
            <a:rPr lang="en-US" altLang="ja-JP" sz="1200" kern="1200" dirty="0"/>
            <a:t>:192.168.1.1</a:t>
          </a:r>
          <a:br>
            <a:rPr lang="ja-JP" altLang="en-US" sz="1200" kern="1200" dirty="0"/>
          </a:br>
          <a:r>
            <a:rPr lang="en-US" altLang="ja-JP" sz="1200" kern="1200" dirty="0"/>
            <a:t>WAN:203.0.113.1</a:t>
          </a:r>
        </a:p>
        <a:p>
          <a:pPr marL="0" lvl="0" indent="0" algn="ctr" defTabSz="533400">
            <a:lnSpc>
              <a:spcPct val="90000"/>
            </a:lnSpc>
            <a:spcBef>
              <a:spcPct val="0"/>
            </a:spcBef>
            <a:spcAft>
              <a:spcPct val="35000"/>
            </a:spcAft>
            <a:buNone/>
          </a:pPr>
          <a:r>
            <a:rPr lang="ja-JP" altLang="en-US" sz="1200" kern="1200" dirty="0"/>
            <a:t>変換前</a:t>
          </a:r>
          <a:r>
            <a:rPr lang="en-US" altLang="ja-JP" sz="1200" kern="1200" dirty="0"/>
            <a:t>:203.0.113.1:40001</a:t>
          </a:r>
          <a:br>
            <a:rPr lang="ja-JP" altLang="en-US" sz="1200" kern="1200" dirty="0"/>
          </a:br>
          <a:r>
            <a:rPr lang="ja-JP" altLang="en-US" sz="1200" kern="1200" dirty="0"/>
            <a:t>変換後</a:t>
          </a:r>
          <a:r>
            <a:rPr lang="en-US" altLang="ja-JP" sz="1200" kern="1200" dirty="0"/>
            <a:t>:192.168.1.2:49160</a:t>
          </a:r>
        </a:p>
      </dsp:txBody>
      <dsp:txXfrm>
        <a:off x="5703390" y="2116184"/>
        <a:ext cx="2317572" cy="1390543"/>
      </dsp:txXfrm>
    </dsp:sp>
    <dsp:sp modelId="{D78F85E2-E8DE-4376-8CB7-10ED936E8B5D}">
      <dsp:nvSpPr>
        <dsp:cNvPr id="0" name=""/>
        <dsp:cNvSpPr/>
      </dsp:nvSpPr>
      <dsp:spPr>
        <a:xfrm>
          <a:off x="8554004" y="2116184"/>
          <a:ext cx="2317572" cy="139054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a:scene3d>
          <a:camera prst="orthographicFront"/>
          <a:lightRig rig="threePt" dir="t"/>
        </a:scene3d>
        <a:sp3d>
          <a:bevelT w="165100" prst="coolSlant"/>
        </a:sp3d>
      </dsp:spPr>
      <dsp:style>
        <a:lnRef idx="3">
          <a:scrgbClr r="0" g="0" b="0"/>
        </a:lnRef>
        <a:fillRef idx="1">
          <a:scrgbClr r="0" g="0" b="0"/>
        </a:fillRef>
        <a:effectRef idx="1">
          <a:scrgbClr r="0" g="0" b="0"/>
        </a:effectRef>
        <a:fontRef idx="minor">
          <a:schemeClr val="lt1"/>
        </a:fontRef>
      </dsp:style>
      <dsp:txBody>
        <a:bodyPr spcFirstLastPara="0" vert="horz" wrap="square" lIns="113563" tIns="119204" rIns="113563" bIns="119204" numCol="1" spcCol="1270" anchor="ctr" anchorCtr="0">
          <a:noAutofit/>
        </a:bodyPr>
        <a:lstStyle/>
        <a:p>
          <a:pPr marL="0" lvl="0" indent="0" algn="ctr" defTabSz="533400">
            <a:lnSpc>
              <a:spcPct val="90000"/>
            </a:lnSpc>
            <a:spcBef>
              <a:spcPct val="0"/>
            </a:spcBef>
            <a:spcAft>
              <a:spcPct val="35000"/>
            </a:spcAft>
            <a:buNone/>
          </a:pPr>
          <a:r>
            <a:rPr lang="en-US" sz="1200" kern="1200" dirty="0"/>
            <a:t>PC1:192.168.1.2</a:t>
          </a:r>
          <a:br>
            <a:rPr lang="ja-JP" altLang="en-US" sz="1200" kern="1200" dirty="0"/>
          </a:br>
          <a:r>
            <a:rPr lang="en-US" altLang="ja-JP" sz="1200" kern="1200" dirty="0"/>
            <a:t>DNS</a:t>
          </a:r>
          <a:r>
            <a:rPr lang="ja-JP" altLang="en-US" sz="1200" kern="1200" dirty="0"/>
            <a:t>受信</a:t>
          </a:r>
          <a:endParaRPr lang="en-US" sz="1200" kern="1200" dirty="0"/>
        </a:p>
      </dsp:txBody>
      <dsp:txXfrm>
        <a:off x="8554004" y="2116184"/>
        <a:ext cx="2317572" cy="13905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C06522-6D2A-455D-9FCA-4C32BCBAA791}">
      <dsp:nvSpPr>
        <dsp:cNvPr id="0" name=""/>
        <dsp:cNvSpPr/>
      </dsp:nvSpPr>
      <dsp:spPr>
        <a:xfrm>
          <a:off x="1339" y="0"/>
          <a:ext cx="5223867" cy="36367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07273" tIns="330200" rIns="407273" bIns="330200" numCol="1" spcCol="1270" anchor="t" anchorCtr="0">
          <a:noAutofit/>
        </a:bodyPr>
        <a:lstStyle/>
        <a:p>
          <a:pPr marL="0" lvl="0" indent="0" algn="l" defTabSz="800100">
            <a:lnSpc>
              <a:spcPct val="90000"/>
            </a:lnSpc>
            <a:spcBef>
              <a:spcPct val="0"/>
            </a:spcBef>
            <a:spcAft>
              <a:spcPct val="35000"/>
            </a:spcAft>
            <a:buNone/>
          </a:pPr>
          <a:r>
            <a:rPr lang="ja-JP" altLang="en-US" sz="1800" kern="1200" dirty="0"/>
            <a:t>サブネットマスクは</a:t>
          </a:r>
          <a:r>
            <a:rPr lang="en-US" altLang="ja-JP" sz="1800" kern="1200" dirty="0"/>
            <a:t>[255.255.255.0]</a:t>
          </a:r>
          <a:r>
            <a:rPr lang="ja-JP" altLang="en-US" sz="1800" kern="1200" dirty="0"/>
            <a:t>の</a:t>
          </a:r>
          <a:r>
            <a:rPr lang="en-US" altLang="ja-JP" sz="1800" kern="1200" dirty="0"/>
            <a:t>/24</a:t>
          </a:r>
          <a:r>
            <a:rPr lang="ja-JP" altLang="en-US" sz="1800" kern="1200" dirty="0"/>
            <a:t>になっていれば一般的な設定です。</a:t>
          </a:r>
          <a:endParaRPr lang="en-US" sz="1800" kern="1200" dirty="0"/>
        </a:p>
      </dsp:txBody>
      <dsp:txXfrm>
        <a:off x="1339" y="1381961"/>
        <a:ext cx="5223867" cy="2182044"/>
      </dsp:txXfrm>
    </dsp:sp>
    <dsp:sp modelId="{DB8FC8B0-CE8C-4549-BC2F-607267C2252E}">
      <dsp:nvSpPr>
        <dsp:cNvPr id="0" name=""/>
        <dsp:cNvSpPr/>
      </dsp:nvSpPr>
      <dsp:spPr>
        <a:xfrm>
          <a:off x="2067762" y="363673"/>
          <a:ext cx="1091022" cy="1091022"/>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85060" tIns="12700" rIns="85060" bIns="12700" numCol="1" spcCol="1270" anchor="ctr" anchorCtr="0">
          <a:noAutofit/>
        </a:bodyPr>
        <a:lstStyle/>
        <a:p>
          <a:pPr marL="0" lvl="0" indent="0" algn="ctr" defTabSz="1689100">
            <a:lnSpc>
              <a:spcPct val="90000"/>
            </a:lnSpc>
            <a:spcBef>
              <a:spcPct val="0"/>
            </a:spcBef>
            <a:spcAft>
              <a:spcPct val="35000"/>
            </a:spcAft>
            <a:buNone/>
          </a:pPr>
          <a:r>
            <a:rPr lang="en-US" sz="3800" kern="1200"/>
            <a:t>1</a:t>
          </a:r>
          <a:endParaRPr lang="en-US" sz="3800" kern="1200" dirty="0"/>
        </a:p>
      </dsp:txBody>
      <dsp:txXfrm>
        <a:off x="2227538" y="523449"/>
        <a:ext cx="771470" cy="771470"/>
      </dsp:txXfrm>
    </dsp:sp>
    <dsp:sp modelId="{B6077972-EAAF-40C9-9C64-4F3DCC7540E9}">
      <dsp:nvSpPr>
        <dsp:cNvPr id="0" name=""/>
        <dsp:cNvSpPr/>
      </dsp:nvSpPr>
      <dsp:spPr>
        <a:xfrm>
          <a:off x="1339" y="3636668"/>
          <a:ext cx="5223867"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17D70829-00C1-482D-B949-8B481E39A349}">
      <dsp:nvSpPr>
        <dsp:cNvPr id="0" name=""/>
        <dsp:cNvSpPr/>
      </dsp:nvSpPr>
      <dsp:spPr>
        <a:xfrm>
          <a:off x="5747593" y="0"/>
          <a:ext cx="5223867" cy="36367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07273" tIns="330200" rIns="407273" bIns="330200" numCol="1" spcCol="1270" anchor="t" anchorCtr="0">
          <a:noAutofit/>
        </a:bodyPr>
        <a:lstStyle/>
        <a:p>
          <a:pPr marL="0" lvl="0" indent="0" algn="l" defTabSz="800100">
            <a:lnSpc>
              <a:spcPct val="90000"/>
            </a:lnSpc>
            <a:spcBef>
              <a:spcPct val="0"/>
            </a:spcBef>
            <a:spcAft>
              <a:spcPct val="35000"/>
            </a:spcAft>
            <a:buNone/>
          </a:pPr>
          <a:r>
            <a:rPr lang="en-US" sz="1800" kern="1200" dirty="0"/>
            <a:t>DNS</a:t>
          </a:r>
          <a:r>
            <a:rPr lang="ja-JP" altLang="en-US" sz="1800" kern="1200" dirty="0"/>
            <a:t>サーバーは自動取得だったり、デフォルト設定のようになっていると思います。</a:t>
          </a:r>
          <a:endParaRPr lang="en-US" altLang="ja-JP" sz="1800" kern="1200" dirty="0"/>
        </a:p>
        <a:p>
          <a:pPr marL="0" lvl="0" indent="0" algn="l" defTabSz="800100">
            <a:lnSpc>
              <a:spcPct val="90000"/>
            </a:lnSpc>
            <a:spcBef>
              <a:spcPct val="0"/>
            </a:spcBef>
            <a:spcAft>
              <a:spcPct val="35000"/>
            </a:spcAft>
            <a:buNone/>
          </a:pPr>
          <a:r>
            <a:rPr lang="ja-JP" altLang="en-US" sz="1800" kern="1200" dirty="0"/>
            <a:t>プライマリとセカンダリの指定がある場合はメインと予備の認識で大丈夫です。</a:t>
          </a:r>
          <a:endParaRPr lang="en-US" altLang="ja-JP" sz="1800" kern="1200" dirty="0"/>
        </a:p>
      </dsp:txBody>
      <dsp:txXfrm>
        <a:off x="5747593" y="1381961"/>
        <a:ext cx="5223867" cy="2182044"/>
      </dsp:txXfrm>
    </dsp:sp>
    <dsp:sp modelId="{99EDC1DD-7183-44E0-9670-7F902D13EBF3}">
      <dsp:nvSpPr>
        <dsp:cNvPr id="0" name=""/>
        <dsp:cNvSpPr/>
      </dsp:nvSpPr>
      <dsp:spPr>
        <a:xfrm>
          <a:off x="7814015" y="363673"/>
          <a:ext cx="1091022" cy="1091022"/>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85060" tIns="12700" rIns="85060" bIns="12700" numCol="1" spcCol="1270" anchor="ctr" anchorCtr="0">
          <a:noAutofit/>
        </a:bodyPr>
        <a:lstStyle/>
        <a:p>
          <a:pPr marL="0" lvl="0" indent="0" algn="ctr" defTabSz="1689100">
            <a:lnSpc>
              <a:spcPct val="90000"/>
            </a:lnSpc>
            <a:spcBef>
              <a:spcPct val="0"/>
            </a:spcBef>
            <a:spcAft>
              <a:spcPct val="35000"/>
            </a:spcAft>
            <a:buNone/>
          </a:pPr>
          <a:r>
            <a:rPr lang="en-US" sz="3800" kern="1200"/>
            <a:t>2</a:t>
          </a:r>
          <a:endParaRPr lang="en-US" sz="3800" kern="1200" dirty="0"/>
        </a:p>
      </dsp:txBody>
      <dsp:txXfrm>
        <a:off x="7973791" y="523449"/>
        <a:ext cx="771470" cy="771470"/>
      </dsp:txXfrm>
    </dsp:sp>
    <dsp:sp modelId="{F4EF5973-CACE-4499-A0E6-E9C4308BB80C}">
      <dsp:nvSpPr>
        <dsp:cNvPr id="0" name=""/>
        <dsp:cNvSpPr/>
      </dsp:nvSpPr>
      <dsp:spPr>
        <a:xfrm>
          <a:off x="5747593" y="3636668"/>
          <a:ext cx="5223867"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B0E2DF-1725-42DE-8962-EB48B50A5A8D}">
      <dsp:nvSpPr>
        <dsp:cNvPr id="0" name=""/>
        <dsp:cNvSpPr/>
      </dsp:nvSpPr>
      <dsp:spPr>
        <a:xfrm>
          <a:off x="0" y="0"/>
          <a:ext cx="7926705" cy="114230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D20F3B-8499-48B1-9958-F0AECD574E05}">
      <dsp:nvSpPr>
        <dsp:cNvPr id="0" name=""/>
        <dsp:cNvSpPr/>
      </dsp:nvSpPr>
      <dsp:spPr>
        <a:xfrm>
          <a:off x="345548" y="257507"/>
          <a:ext cx="628270" cy="62827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a:innerShdw blurRad="63500" dist="50800">
            <a:prstClr val="black">
              <a:alpha val="50000"/>
            </a:prstClr>
          </a:innerShdw>
        </a:effectLst>
      </dsp:spPr>
      <dsp:style>
        <a:lnRef idx="3">
          <a:scrgbClr r="0" g="0" b="0"/>
        </a:lnRef>
        <a:fillRef idx="1">
          <a:scrgbClr r="0" g="0" b="0"/>
        </a:fillRef>
        <a:effectRef idx="1">
          <a:scrgbClr r="0" g="0" b="0"/>
        </a:effectRef>
        <a:fontRef idx="minor">
          <a:schemeClr val="lt1"/>
        </a:fontRef>
      </dsp:style>
    </dsp:sp>
    <dsp:sp modelId="{18C7B5CD-A315-4852-8624-2FF24A48BD8C}">
      <dsp:nvSpPr>
        <dsp:cNvPr id="0" name=""/>
        <dsp:cNvSpPr/>
      </dsp:nvSpPr>
      <dsp:spPr>
        <a:xfrm>
          <a:off x="1319367" y="488"/>
          <a:ext cx="6607337" cy="11423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894" tIns="120894" rIns="120894" bIns="120894" numCol="1" spcCol="1270" anchor="ctr" anchorCtr="0">
          <a:noAutofit/>
        </a:bodyPr>
        <a:lstStyle/>
        <a:p>
          <a:pPr marL="0" lvl="0" indent="0" algn="l" defTabSz="1111250">
            <a:lnSpc>
              <a:spcPct val="100000"/>
            </a:lnSpc>
            <a:spcBef>
              <a:spcPct val="0"/>
            </a:spcBef>
            <a:spcAft>
              <a:spcPct val="35000"/>
            </a:spcAft>
            <a:buNone/>
          </a:pPr>
          <a:r>
            <a:rPr lang="en-US" sz="2500" kern="1200" dirty="0">
              <a:solidFill>
                <a:schemeClr val="bg1"/>
              </a:solidFill>
            </a:rPr>
            <a:t>VPN</a:t>
          </a:r>
          <a:r>
            <a:rPr lang="ja-JP" altLang="en-US" sz="2500" kern="1200" dirty="0">
              <a:solidFill>
                <a:schemeClr val="bg1"/>
              </a:solidFill>
            </a:rPr>
            <a:t>関連</a:t>
          </a:r>
          <a:r>
            <a:rPr lang="en-US" altLang="ja-JP" sz="2500" kern="1200" dirty="0">
              <a:solidFill>
                <a:schemeClr val="bg1"/>
              </a:solidFill>
            </a:rPr>
            <a:t>(</a:t>
          </a:r>
          <a:r>
            <a:rPr lang="en-US" altLang="ja-JP" sz="2500" kern="1200" dirty="0" err="1">
              <a:solidFill>
                <a:schemeClr val="bg1"/>
              </a:solidFill>
            </a:rPr>
            <a:t>IPsec,IP-VPN,WireGurd,etc</a:t>
          </a:r>
          <a:r>
            <a:rPr lang="en-US" altLang="ja-JP" sz="2500" kern="1200" dirty="0">
              <a:solidFill>
                <a:schemeClr val="bg1"/>
              </a:solidFill>
            </a:rPr>
            <a:t>...)</a:t>
          </a:r>
          <a:endParaRPr lang="en-US" sz="2500" kern="1200" dirty="0">
            <a:solidFill>
              <a:schemeClr val="bg1"/>
            </a:solidFill>
          </a:endParaRPr>
        </a:p>
      </dsp:txBody>
      <dsp:txXfrm>
        <a:off x="1319367" y="488"/>
        <a:ext cx="6607337" cy="1142309"/>
      </dsp:txXfrm>
    </dsp:sp>
    <dsp:sp modelId="{21E68339-7F1B-445B-8A7B-97102D1571B3}">
      <dsp:nvSpPr>
        <dsp:cNvPr id="0" name=""/>
        <dsp:cNvSpPr/>
      </dsp:nvSpPr>
      <dsp:spPr>
        <a:xfrm>
          <a:off x="0" y="1428375"/>
          <a:ext cx="7926705" cy="114230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18A977F-9EBE-450C-A2BC-77E0EB1D1B73}">
      <dsp:nvSpPr>
        <dsp:cNvPr id="0" name=""/>
        <dsp:cNvSpPr/>
      </dsp:nvSpPr>
      <dsp:spPr>
        <a:xfrm>
          <a:off x="345548" y="1685394"/>
          <a:ext cx="628270" cy="62827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a:innerShdw blurRad="63500" dist="50800">
            <a:prstClr val="black">
              <a:alpha val="50000"/>
            </a:prstClr>
          </a:innerShdw>
        </a:effectLst>
      </dsp:spPr>
      <dsp:style>
        <a:lnRef idx="3">
          <a:scrgbClr r="0" g="0" b="0"/>
        </a:lnRef>
        <a:fillRef idx="1">
          <a:scrgbClr r="0" g="0" b="0"/>
        </a:fillRef>
        <a:effectRef idx="1">
          <a:scrgbClr r="0" g="0" b="0"/>
        </a:effectRef>
        <a:fontRef idx="minor">
          <a:schemeClr val="lt1"/>
        </a:fontRef>
      </dsp:style>
    </dsp:sp>
    <dsp:sp modelId="{6AA03709-740E-412F-9044-30D57361EBD2}">
      <dsp:nvSpPr>
        <dsp:cNvPr id="0" name=""/>
        <dsp:cNvSpPr/>
      </dsp:nvSpPr>
      <dsp:spPr>
        <a:xfrm>
          <a:off x="1319367" y="1428375"/>
          <a:ext cx="6607337" cy="11423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894" tIns="120894" rIns="120894" bIns="120894" numCol="1" spcCol="1270" anchor="ctr" anchorCtr="0">
          <a:noAutofit/>
        </a:bodyPr>
        <a:lstStyle/>
        <a:p>
          <a:pPr marL="0" lvl="0" indent="0" algn="l" defTabSz="1111250">
            <a:lnSpc>
              <a:spcPct val="100000"/>
            </a:lnSpc>
            <a:spcBef>
              <a:spcPct val="0"/>
            </a:spcBef>
            <a:spcAft>
              <a:spcPct val="35000"/>
            </a:spcAft>
            <a:buNone/>
          </a:pPr>
          <a:r>
            <a:rPr lang="en-US" sz="2500" u="none" kern="1200" dirty="0" err="1">
              <a:solidFill>
                <a:schemeClr val="bg1"/>
              </a:solidFill>
            </a:rPr>
            <a:t>Vlan</a:t>
          </a:r>
          <a:endParaRPr lang="en-US" sz="2500" u="none" kern="1200" dirty="0">
            <a:solidFill>
              <a:schemeClr val="bg1"/>
            </a:solidFill>
          </a:endParaRPr>
        </a:p>
      </dsp:txBody>
      <dsp:txXfrm>
        <a:off x="1319367" y="1428375"/>
        <a:ext cx="6607337" cy="1142309"/>
      </dsp:txXfrm>
    </dsp:sp>
    <dsp:sp modelId="{0CFB056C-D245-46C6-9724-B5D4ED25BEAE}">
      <dsp:nvSpPr>
        <dsp:cNvPr id="0" name=""/>
        <dsp:cNvSpPr/>
      </dsp:nvSpPr>
      <dsp:spPr>
        <a:xfrm>
          <a:off x="0" y="2856262"/>
          <a:ext cx="7926705" cy="114230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D40D670-1751-42F6-8360-F25BC5F79CC7}">
      <dsp:nvSpPr>
        <dsp:cNvPr id="0" name=""/>
        <dsp:cNvSpPr/>
      </dsp:nvSpPr>
      <dsp:spPr>
        <a:xfrm>
          <a:off x="345548" y="3113281"/>
          <a:ext cx="628270" cy="62827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a:innerShdw blurRad="63500" dist="50800">
            <a:prstClr val="black">
              <a:alpha val="50000"/>
            </a:prstClr>
          </a:innerShdw>
        </a:effectLst>
      </dsp:spPr>
      <dsp:style>
        <a:lnRef idx="3">
          <a:scrgbClr r="0" g="0" b="0"/>
        </a:lnRef>
        <a:fillRef idx="1">
          <a:scrgbClr r="0" g="0" b="0"/>
        </a:fillRef>
        <a:effectRef idx="1">
          <a:scrgbClr r="0" g="0" b="0"/>
        </a:effectRef>
        <a:fontRef idx="minor">
          <a:schemeClr val="lt1"/>
        </a:fontRef>
      </dsp:style>
    </dsp:sp>
    <dsp:sp modelId="{C41A0EDE-F8B1-472E-A6E4-4C611606401F}">
      <dsp:nvSpPr>
        <dsp:cNvPr id="0" name=""/>
        <dsp:cNvSpPr/>
      </dsp:nvSpPr>
      <dsp:spPr>
        <a:xfrm>
          <a:off x="1319367" y="2856262"/>
          <a:ext cx="6607337" cy="11423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894" tIns="120894" rIns="120894" bIns="120894" numCol="1" spcCol="1270" anchor="ctr" anchorCtr="0">
          <a:noAutofit/>
        </a:bodyPr>
        <a:lstStyle/>
        <a:p>
          <a:pPr marL="0" lvl="0" indent="0" algn="l" defTabSz="1111250">
            <a:lnSpc>
              <a:spcPct val="100000"/>
            </a:lnSpc>
            <a:spcBef>
              <a:spcPct val="0"/>
            </a:spcBef>
            <a:spcAft>
              <a:spcPct val="35000"/>
            </a:spcAft>
            <a:buNone/>
          </a:pPr>
          <a:r>
            <a:rPr lang="ja-JP" altLang="en-US" sz="2500" kern="1200" dirty="0">
              <a:solidFill>
                <a:schemeClr val="bg1"/>
              </a:solidFill>
            </a:rPr>
            <a:t>無線</a:t>
          </a:r>
          <a:r>
            <a:rPr lang="en-US" altLang="ja-JP" sz="2500" kern="1200" dirty="0">
              <a:solidFill>
                <a:schemeClr val="bg1"/>
              </a:solidFill>
            </a:rPr>
            <a:t>LAN</a:t>
          </a:r>
          <a:r>
            <a:rPr lang="ja-JP" altLang="en-US" sz="2500" kern="1200" dirty="0">
              <a:solidFill>
                <a:schemeClr val="bg1"/>
              </a:solidFill>
            </a:rPr>
            <a:t>関連</a:t>
          </a:r>
          <a:endParaRPr lang="en-US" sz="2500" kern="1200" dirty="0">
            <a:solidFill>
              <a:schemeClr val="bg1"/>
            </a:solidFill>
          </a:endParaRPr>
        </a:p>
      </dsp:txBody>
      <dsp:txXfrm>
        <a:off x="1319367" y="2856262"/>
        <a:ext cx="6607337" cy="114230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0A3CE0-9E3E-49B0-B4D2-40A1EF5804FD}">
      <dsp:nvSpPr>
        <dsp:cNvPr id="0" name=""/>
        <dsp:cNvSpPr/>
      </dsp:nvSpPr>
      <dsp:spPr>
        <a:xfrm>
          <a:off x="1530" y="2868453"/>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en-US" altLang="ja-JP" sz="2000" kern="1200" dirty="0"/>
            <a:t>Ping</a:t>
          </a:r>
          <a:r>
            <a:rPr kumimoji="1" lang="ja-JP" altLang="en-US" sz="2000" kern="1200" dirty="0"/>
            <a:t>を通してみる</a:t>
          </a:r>
          <a:endParaRPr kumimoji="1" lang="en-US" altLang="ja-JP" sz="2000" kern="1200" dirty="0"/>
        </a:p>
      </dsp:txBody>
      <dsp:txXfrm>
        <a:off x="31902" y="2898825"/>
        <a:ext cx="2013189" cy="976222"/>
      </dsp:txXfrm>
    </dsp:sp>
    <dsp:sp modelId="{73A79818-A1B3-4A24-85CC-CA78874BF23F}">
      <dsp:nvSpPr>
        <dsp:cNvPr id="0" name=""/>
        <dsp:cNvSpPr/>
      </dsp:nvSpPr>
      <dsp:spPr>
        <a:xfrm rot="18289469">
          <a:off x="1763911" y="2773959"/>
          <a:ext cx="1452678" cy="33442"/>
        </a:xfrm>
        <a:custGeom>
          <a:avLst/>
          <a:gdLst/>
          <a:ahLst/>
          <a:cxnLst/>
          <a:rect l="0" t="0" r="0" b="0"/>
          <a:pathLst>
            <a:path>
              <a:moveTo>
                <a:pt x="0" y="16721"/>
              </a:moveTo>
              <a:lnTo>
                <a:pt x="1452678" y="16721"/>
              </a:lnTo>
            </a:path>
          </a:pathLst>
        </a:custGeom>
        <a:noFill/>
        <a:ln w="12700" cap="flat" cmpd="sng" algn="ctr">
          <a:solidFill>
            <a:schemeClr val="accent3">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453933" y="2754363"/>
        <a:ext cx="72633" cy="72633"/>
      </dsp:txXfrm>
    </dsp:sp>
    <dsp:sp modelId="{C5E76E6F-1702-44A1-9E7E-AEF286921F41}">
      <dsp:nvSpPr>
        <dsp:cNvPr id="0" name=""/>
        <dsp:cNvSpPr/>
      </dsp:nvSpPr>
      <dsp:spPr>
        <a:xfrm>
          <a:off x="2905037" y="1675941"/>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トレースルートで</a:t>
          </a:r>
          <a:endParaRPr kumimoji="1" lang="en-US" altLang="ja-JP" sz="2000" kern="1200" dirty="0"/>
        </a:p>
        <a:p>
          <a:pPr marL="0" lvl="0" indent="0" algn="ctr" defTabSz="889000">
            <a:lnSpc>
              <a:spcPct val="90000"/>
            </a:lnSpc>
            <a:spcBef>
              <a:spcPct val="0"/>
            </a:spcBef>
            <a:spcAft>
              <a:spcPct val="35000"/>
            </a:spcAft>
            <a:buNone/>
          </a:pPr>
          <a:r>
            <a:rPr kumimoji="1" lang="ja-JP" altLang="en-US" sz="2000" kern="1200" dirty="0"/>
            <a:t>確認</a:t>
          </a:r>
        </a:p>
      </dsp:txBody>
      <dsp:txXfrm>
        <a:off x="2935409" y="1706313"/>
        <a:ext cx="2013189" cy="976222"/>
      </dsp:txXfrm>
    </dsp:sp>
    <dsp:sp modelId="{7BFE0873-D4DA-4466-8CE3-0C00658D90DC}">
      <dsp:nvSpPr>
        <dsp:cNvPr id="0" name=""/>
        <dsp:cNvSpPr/>
      </dsp:nvSpPr>
      <dsp:spPr>
        <a:xfrm rot="18289469">
          <a:off x="4667418" y="1581447"/>
          <a:ext cx="1452678" cy="33442"/>
        </a:xfrm>
        <a:custGeom>
          <a:avLst/>
          <a:gdLst/>
          <a:ahLst/>
          <a:cxnLst/>
          <a:rect l="0" t="0" r="0" b="0"/>
          <a:pathLst>
            <a:path>
              <a:moveTo>
                <a:pt x="0" y="16721"/>
              </a:moveTo>
              <a:lnTo>
                <a:pt x="1452678" y="16721"/>
              </a:lnTo>
            </a:path>
          </a:pathLst>
        </a:custGeom>
        <a:noFill/>
        <a:ln w="12700" cap="flat" cmpd="sng" algn="ctr">
          <a:solidFill>
            <a:schemeClr val="accent3">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5357440" y="1561851"/>
        <a:ext cx="72633" cy="72633"/>
      </dsp:txXfrm>
    </dsp:sp>
    <dsp:sp modelId="{89642D2D-4C46-4DE1-898B-F931CC5F52BD}">
      <dsp:nvSpPr>
        <dsp:cNvPr id="0" name=""/>
        <dsp:cNvSpPr/>
      </dsp:nvSpPr>
      <dsp:spPr>
        <a:xfrm>
          <a:off x="5808544" y="483429"/>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所属ネットワーク</a:t>
          </a:r>
          <a:br>
            <a:rPr kumimoji="1" lang="en-US" altLang="ja-JP" sz="2000" kern="1200" dirty="0"/>
          </a:br>
          <a:r>
            <a:rPr kumimoji="1" lang="ja-JP" altLang="en-US" sz="2000" kern="1200" dirty="0"/>
            <a:t>の確認</a:t>
          </a:r>
        </a:p>
      </dsp:txBody>
      <dsp:txXfrm>
        <a:off x="5838916" y="513801"/>
        <a:ext cx="2013189" cy="976222"/>
      </dsp:txXfrm>
    </dsp:sp>
    <dsp:sp modelId="{998F7062-566B-4E77-AA4E-36A83EA45974}">
      <dsp:nvSpPr>
        <dsp:cNvPr id="0" name=""/>
        <dsp:cNvSpPr/>
      </dsp:nvSpPr>
      <dsp:spPr>
        <a:xfrm>
          <a:off x="7882477" y="985191"/>
          <a:ext cx="829573" cy="33442"/>
        </a:xfrm>
        <a:custGeom>
          <a:avLst/>
          <a:gdLst/>
          <a:ahLst/>
          <a:cxnLst/>
          <a:rect l="0" t="0" r="0" b="0"/>
          <a:pathLst>
            <a:path>
              <a:moveTo>
                <a:pt x="0" y="16721"/>
              </a:moveTo>
              <a:lnTo>
                <a:pt x="829573" y="16721"/>
              </a:lnTo>
            </a:path>
          </a:pathLst>
        </a:custGeom>
        <a:noFill/>
        <a:ln w="12700" cap="flat" cmpd="sng" algn="ctr">
          <a:solidFill>
            <a:schemeClr val="accent3">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8276525" y="981173"/>
        <a:ext cx="41478" cy="41478"/>
      </dsp:txXfrm>
    </dsp:sp>
    <dsp:sp modelId="{416209BE-53B8-4161-82C9-E1F66E9CCD23}">
      <dsp:nvSpPr>
        <dsp:cNvPr id="0" name=""/>
        <dsp:cNvSpPr/>
      </dsp:nvSpPr>
      <dsp:spPr>
        <a:xfrm>
          <a:off x="8712051" y="483429"/>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ゲートウェイの</a:t>
          </a:r>
          <a:endParaRPr kumimoji="1" lang="en-US" altLang="ja-JP" sz="2000" kern="1200" dirty="0"/>
        </a:p>
        <a:p>
          <a:pPr marL="0" lvl="0" indent="0" algn="ctr" defTabSz="889000">
            <a:lnSpc>
              <a:spcPct val="90000"/>
            </a:lnSpc>
            <a:spcBef>
              <a:spcPct val="0"/>
            </a:spcBef>
            <a:spcAft>
              <a:spcPct val="35000"/>
            </a:spcAft>
            <a:buNone/>
          </a:pPr>
          <a:r>
            <a:rPr kumimoji="1" lang="ja-JP" altLang="en-US" sz="2000" kern="1200" dirty="0"/>
            <a:t>確認</a:t>
          </a:r>
        </a:p>
      </dsp:txBody>
      <dsp:txXfrm>
        <a:off x="8742423" y="513801"/>
        <a:ext cx="2013189" cy="976222"/>
      </dsp:txXfrm>
    </dsp:sp>
    <dsp:sp modelId="{1C29EF34-ABCC-4699-A928-F1D7CAF9DCD1}">
      <dsp:nvSpPr>
        <dsp:cNvPr id="0" name=""/>
        <dsp:cNvSpPr/>
      </dsp:nvSpPr>
      <dsp:spPr>
        <a:xfrm>
          <a:off x="4978970" y="2177703"/>
          <a:ext cx="829573" cy="33442"/>
        </a:xfrm>
        <a:custGeom>
          <a:avLst/>
          <a:gdLst/>
          <a:ahLst/>
          <a:cxnLst/>
          <a:rect l="0" t="0" r="0" b="0"/>
          <a:pathLst>
            <a:path>
              <a:moveTo>
                <a:pt x="0" y="16721"/>
              </a:moveTo>
              <a:lnTo>
                <a:pt x="829573" y="16721"/>
              </a:lnTo>
            </a:path>
          </a:pathLst>
        </a:custGeom>
        <a:noFill/>
        <a:ln w="12700" cap="flat" cmpd="sng" algn="ctr">
          <a:solidFill>
            <a:schemeClr val="accent3">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5373018" y="2173685"/>
        <a:ext cx="41478" cy="41478"/>
      </dsp:txXfrm>
    </dsp:sp>
    <dsp:sp modelId="{1E04E59E-3850-4AFF-A274-910C12882399}">
      <dsp:nvSpPr>
        <dsp:cNvPr id="0" name=""/>
        <dsp:cNvSpPr/>
      </dsp:nvSpPr>
      <dsp:spPr>
        <a:xfrm>
          <a:off x="5808544" y="1675941"/>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配線の確認</a:t>
          </a:r>
        </a:p>
      </dsp:txBody>
      <dsp:txXfrm>
        <a:off x="5838916" y="1706313"/>
        <a:ext cx="2013189" cy="976222"/>
      </dsp:txXfrm>
    </dsp:sp>
    <dsp:sp modelId="{4E22F308-F86E-4E5D-802D-C29EAD6AB906}">
      <dsp:nvSpPr>
        <dsp:cNvPr id="0" name=""/>
        <dsp:cNvSpPr/>
      </dsp:nvSpPr>
      <dsp:spPr>
        <a:xfrm>
          <a:off x="7882477" y="2177703"/>
          <a:ext cx="829573" cy="33442"/>
        </a:xfrm>
        <a:custGeom>
          <a:avLst/>
          <a:gdLst/>
          <a:ahLst/>
          <a:cxnLst/>
          <a:rect l="0" t="0" r="0" b="0"/>
          <a:pathLst>
            <a:path>
              <a:moveTo>
                <a:pt x="0" y="16721"/>
              </a:moveTo>
              <a:lnTo>
                <a:pt x="829573" y="16721"/>
              </a:lnTo>
            </a:path>
          </a:pathLst>
        </a:custGeom>
        <a:noFill/>
        <a:ln w="12700" cap="flat" cmpd="sng" algn="ctr">
          <a:solidFill>
            <a:schemeClr val="accent3">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8276525" y="2173685"/>
        <a:ext cx="41478" cy="41478"/>
      </dsp:txXfrm>
    </dsp:sp>
    <dsp:sp modelId="{5D9209C5-5382-4C72-80D1-491E950838CB}">
      <dsp:nvSpPr>
        <dsp:cNvPr id="0" name=""/>
        <dsp:cNvSpPr/>
      </dsp:nvSpPr>
      <dsp:spPr>
        <a:xfrm>
          <a:off x="8712051" y="1675941"/>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中間ノードの</a:t>
          </a:r>
          <a:endParaRPr kumimoji="1" lang="en-US" altLang="ja-JP" sz="2000" kern="1200" dirty="0"/>
        </a:p>
        <a:p>
          <a:pPr marL="0" lvl="0" indent="0" algn="ctr" defTabSz="889000">
            <a:lnSpc>
              <a:spcPct val="90000"/>
            </a:lnSpc>
            <a:spcBef>
              <a:spcPct val="0"/>
            </a:spcBef>
            <a:spcAft>
              <a:spcPct val="35000"/>
            </a:spcAft>
            <a:buNone/>
          </a:pPr>
          <a:r>
            <a:rPr kumimoji="1" lang="ja-JP" altLang="en-US" sz="2000" kern="1200" dirty="0"/>
            <a:t>再起動</a:t>
          </a:r>
        </a:p>
      </dsp:txBody>
      <dsp:txXfrm>
        <a:off x="8742423" y="1706313"/>
        <a:ext cx="2013189" cy="976222"/>
      </dsp:txXfrm>
    </dsp:sp>
    <dsp:sp modelId="{0B982122-FB34-433D-AACB-9728DE6E0804}">
      <dsp:nvSpPr>
        <dsp:cNvPr id="0" name=""/>
        <dsp:cNvSpPr/>
      </dsp:nvSpPr>
      <dsp:spPr>
        <a:xfrm rot="3310531">
          <a:off x="4667418" y="2773959"/>
          <a:ext cx="1452678" cy="33442"/>
        </a:xfrm>
        <a:custGeom>
          <a:avLst/>
          <a:gdLst/>
          <a:ahLst/>
          <a:cxnLst/>
          <a:rect l="0" t="0" r="0" b="0"/>
          <a:pathLst>
            <a:path>
              <a:moveTo>
                <a:pt x="0" y="16721"/>
              </a:moveTo>
              <a:lnTo>
                <a:pt x="1452678" y="16721"/>
              </a:lnTo>
            </a:path>
          </a:pathLst>
        </a:custGeom>
        <a:noFill/>
        <a:ln w="12700" cap="flat" cmpd="sng" algn="ctr">
          <a:solidFill>
            <a:schemeClr val="accent3">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5357440" y="2754363"/>
        <a:ext cx="72633" cy="72633"/>
      </dsp:txXfrm>
    </dsp:sp>
    <dsp:sp modelId="{FAE9F77D-E020-4A51-B9F1-F080461C9528}">
      <dsp:nvSpPr>
        <dsp:cNvPr id="0" name=""/>
        <dsp:cNvSpPr/>
      </dsp:nvSpPr>
      <dsp:spPr>
        <a:xfrm>
          <a:off x="5808544" y="2868453"/>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ルーティングの</a:t>
          </a:r>
          <a:br>
            <a:rPr kumimoji="1" lang="en-US" altLang="ja-JP" sz="2000" kern="1200" dirty="0"/>
          </a:br>
          <a:r>
            <a:rPr kumimoji="1" lang="ja-JP" altLang="en-US" sz="2000" kern="1200" dirty="0"/>
            <a:t>確認</a:t>
          </a:r>
        </a:p>
      </dsp:txBody>
      <dsp:txXfrm>
        <a:off x="5838916" y="2898825"/>
        <a:ext cx="2013189" cy="976222"/>
      </dsp:txXfrm>
    </dsp:sp>
    <dsp:sp modelId="{BCC7367A-F54B-4681-B722-806D62DB94DA}">
      <dsp:nvSpPr>
        <dsp:cNvPr id="0" name=""/>
        <dsp:cNvSpPr/>
      </dsp:nvSpPr>
      <dsp:spPr>
        <a:xfrm>
          <a:off x="7882477" y="3370215"/>
          <a:ext cx="829573" cy="33442"/>
        </a:xfrm>
        <a:custGeom>
          <a:avLst/>
          <a:gdLst/>
          <a:ahLst/>
          <a:cxnLst/>
          <a:rect l="0" t="0" r="0" b="0"/>
          <a:pathLst>
            <a:path>
              <a:moveTo>
                <a:pt x="0" y="16721"/>
              </a:moveTo>
              <a:lnTo>
                <a:pt x="829573" y="16721"/>
              </a:lnTo>
            </a:path>
          </a:pathLst>
        </a:custGeom>
        <a:noFill/>
        <a:ln w="12700" cap="flat" cmpd="sng" algn="ctr">
          <a:solidFill>
            <a:schemeClr val="accent3">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8276525" y="3366197"/>
        <a:ext cx="41478" cy="41478"/>
      </dsp:txXfrm>
    </dsp:sp>
    <dsp:sp modelId="{797D0C4D-5722-48EA-8042-1DBD0677C365}">
      <dsp:nvSpPr>
        <dsp:cNvPr id="0" name=""/>
        <dsp:cNvSpPr/>
      </dsp:nvSpPr>
      <dsp:spPr>
        <a:xfrm>
          <a:off x="8712051" y="2868453"/>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ポートの確認</a:t>
          </a:r>
        </a:p>
      </dsp:txBody>
      <dsp:txXfrm>
        <a:off x="8742423" y="2898825"/>
        <a:ext cx="2013189" cy="976222"/>
      </dsp:txXfrm>
    </dsp:sp>
    <dsp:sp modelId="{8511C718-DA61-4BA8-9157-B06E7C9DD4A3}">
      <dsp:nvSpPr>
        <dsp:cNvPr id="0" name=""/>
        <dsp:cNvSpPr/>
      </dsp:nvSpPr>
      <dsp:spPr>
        <a:xfrm rot="3310531">
          <a:off x="1763911" y="3966471"/>
          <a:ext cx="1452678" cy="33442"/>
        </a:xfrm>
        <a:custGeom>
          <a:avLst/>
          <a:gdLst/>
          <a:ahLst/>
          <a:cxnLst/>
          <a:rect l="0" t="0" r="0" b="0"/>
          <a:pathLst>
            <a:path>
              <a:moveTo>
                <a:pt x="0" y="16721"/>
              </a:moveTo>
              <a:lnTo>
                <a:pt x="1452678" y="16721"/>
              </a:lnTo>
            </a:path>
          </a:pathLst>
        </a:custGeom>
        <a:noFill/>
        <a:ln w="12700" cap="flat" cmpd="sng" algn="ctr">
          <a:solidFill>
            <a:schemeClr val="accent3">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2453933" y="3946875"/>
        <a:ext cx="72633" cy="72633"/>
      </dsp:txXfrm>
    </dsp:sp>
    <dsp:sp modelId="{61CAC789-6D0E-4D6F-944A-9239527EDF16}">
      <dsp:nvSpPr>
        <dsp:cNvPr id="0" name=""/>
        <dsp:cNvSpPr/>
      </dsp:nvSpPr>
      <dsp:spPr>
        <a:xfrm>
          <a:off x="2905037" y="4060964"/>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共有フォルダへの</a:t>
          </a:r>
          <a:endParaRPr kumimoji="1" lang="en-US" altLang="ja-JP" sz="2000" kern="1200" dirty="0"/>
        </a:p>
        <a:p>
          <a:pPr marL="0" lvl="0" indent="0" algn="ctr" defTabSz="889000">
            <a:lnSpc>
              <a:spcPct val="90000"/>
            </a:lnSpc>
            <a:spcBef>
              <a:spcPct val="0"/>
            </a:spcBef>
            <a:spcAft>
              <a:spcPct val="35000"/>
            </a:spcAft>
            <a:buNone/>
          </a:pPr>
          <a:r>
            <a:rPr kumimoji="1" lang="ja-JP" altLang="en-US" sz="2000" kern="1200" dirty="0"/>
            <a:t>アクセス</a:t>
          </a:r>
        </a:p>
      </dsp:txBody>
      <dsp:txXfrm>
        <a:off x="2935409" y="4091336"/>
        <a:ext cx="2013189" cy="976222"/>
      </dsp:txXfrm>
    </dsp:sp>
    <dsp:sp modelId="{A40BCCCA-1518-491A-BA1F-65F6407049D3}">
      <dsp:nvSpPr>
        <dsp:cNvPr id="0" name=""/>
        <dsp:cNvSpPr/>
      </dsp:nvSpPr>
      <dsp:spPr>
        <a:xfrm>
          <a:off x="4978970" y="4562726"/>
          <a:ext cx="829573" cy="33442"/>
        </a:xfrm>
        <a:custGeom>
          <a:avLst/>
          <a:gdLst/>
          <a:ahLst/>
          <a:cxnLst/>
          <a:rect l="0" t="0" r="0" b="0"/>
          <a:pathLst>
            <a:path>
              <a:moveTo>
                <a:pt x="0" y="16721"/>
              </a:moveTo>
              <a:lnTo>
                <a:pt x="829573" y="16721"/>
              </a:lnTo>
            </a:path>
          </a:pathLst>
        </a:custGeom>
        <a:noFill/>
        <a:ln w="12700" cap="flat" cmpd="sng" algn="ctr">
          <a:solidFill>
            <a:schemeClr val="accent3">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5373018" y="4558708"/>
        <a:ext cx="41478" cy="41478"/>
      </dsp:txXfrm>
    </dsp:sp>
    <dsp:sp modelId="{17B840DE-2966-455B-9EF3-D2BCC6F49AC6}">
      <dsp:nvSpPr>
        <dsp:cNvPr id="0" name=""/>
        <dsp:cNvSpPr/>
      </dsp:nvSpPr>
      <dsp:spPr>
        <a:xfrm>
          <a:off x="5808544" y="4060964"/>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認証情報の</a:t>
          </a:r>
          <a:br>
            <a:rPr kumimoji="1" lang="en-US" altLang="ja-JP" sz="2000" kern="1200" dirty="0"/>
          </a:br>
          <a:r>
            <a:rPr kumimoji="1" lang="ja-JP" altLang="en-US" sz="2000" kern="1200" dirty="0"/>
            <a:t>確認</a:t>
          </a:r>
        </a:p>
      </dsp:txBody>
      <dsp:txXfrm>
        <a:off x="5838916" y="4091336"/>
        <a:ext cx="2013189" cy="976222"/>
      </dsp:txXfrm>
    </dsp:sp>
    <dsp:sp modelId="{D2A929F8-0A07-4353-9727-19BDB2CEF309}">
      <dsp:nvSpPr>
        <dsp:cNvPr id="0" name=""/>
        <dsp:cNvSpPr/>
      </dsp:nvSpPr>
      <dsp:spPr>
        <a:xfrm>
          <a:off x="7882477" y="4562726"/>
          <a:ext cx="829573" cy="33442"/>
        </a:xfrm>
        <a:custGeom>
          <a:avLst/>
          <a:gdLst/>
          <a:ahLst/>
          <a:cxnLst/>
          <a:rect l="0" t="0" r="0" b="0"/>
          <a:pathLst>
            <a:path>
              <a:moveTo>
                <a:pt x="0" y="16721"/>
              </a:moveTo>
              <a:lnTo>
                <a:pt x="829573" y="16721"/>
              </a:lnTo>
            </a:path>
          </a:pathLst>
        </a:custGeom>
        <a:noFill/>
        <a:ln w="12700" cap="flat" cmpd="sng" algn="ctr">
          <a:solidFill>
            <a:schemeClr val="accent3">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kumimoji="1" lang="ja-JP" altLang="en-US" sz="500" kern="1200"/>
        </a:p>
      </dsp:txBody>
      <dsp:txXfrm>
        <a:off x="8276525" y="4558708"/>
        <a:ext cx="41478" cy="41478"/>
      </dsp:txXfrm>
    </dsp:sp>
    <dsp:sp modelId="{E5F84641-E01D-4CA2-AD43-103AA95C5E87}">
      <dsp:nvSpPr>
        <dsp:cNvPr id="0" name=""/>
        <dsp:cNvSpPr/>
      </dsp:nvSpPr>
      <dsp:spPr>
        <a:xfrm>
          <a:off x="8712051" y="4060964"/>
          <a:ext cx="2073933" cy="103696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権限の確認</a:t>
          </a:r>
        </a:p>
      </dsp:txBody>
      <dsp:txXfrm>
        <a:off x="8742423" y="4091336"/>
        <a:ext cx="2013189" cy="97622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FA2A62-A0D0-4E66-B0D7-005CBCE9BC5C}">
      <dsp:nvSpPr>
        <dsp:cNvPr id="0" name=""/>
        <dsp:cNvSpPr/>
      </dsp:nvSpPr>
      <dsp:spPr>
        <a:xfrm>
          <a:off x="2339068" y="802095"/>
          <a:ext cx="507297" cy="91440"/>
        </a:xfrm>
        <a:custGeom>
          <a:avLst/>
          <a:gdLst/>
          <a:ahLst/>
          <a:cxnLst/>
          <a:rect l="0" t="0" r="0" b="0"/>
          <a:pathLst>
            <a:path>
              <a:moveTo>
                <a:pt x="0" y="45720"/>
              </a:moveTo>
              <a:lnTo>
                <a:pt x="507297" y="45720"/>
              </a:lnTo>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79269" y="845126"/>
        <a:ext cx="26894" cy="5378"/>
      </dsp:txXfrm>
    </dsp:sp>
    <dsp:sp modelId="{C3DC9D57-126B-42AE-8A99-B7F907E02B3B}">
      <dsp:nvSpPr>
        <dsp:cNvPr id="0" name=""/>
        <dsp:cNvSpPr/>
      </dsp:nvSpPr>
      <dsp:spPr>
        <a:xfrm>
          <a:off x="2183" y="146210"/>
          <a:ext cx="2338685" cy="140321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14598" tIns="120290" rIns="114598" bIns="120290" numCol="1" spcCol="1270" anchor="ctr" anchorCtr="0">
          <a:noAutofit/>
        </a:bodyPr>
        <a:lstStyle/>
        <a:p>
          <a:pPr marL="0" lvl="0" indent="0" algn="ctr" defTabSz="533400">
            <a:lnSpc>
              <a:spcPct val="90000"/>
            </a:lnSpc>
            <a:spcBef>
              <a:spcPct val="0"/>
            </a:spcBef>
            <a:spcAft>
              <a:spcPct val="35000"/>
            </a:spcAft>
            <a:buNone/>
          </a:pPr>
          <a:r>
            <a:rPr kumimoji="1" lang="ja-JP" sz="1200" b="0" i="0" kern="1200"/>
            <a:t>ネットワークのポート番号とは</a:t>
          </a:r>
          <a:r>
            <a:rPr kumimoji="1" lang="en-US" sz="1200" b="0" i="0" kern="1200"/>
            <a:t>1</a:t>
          </a:r>
          <a:r>
            <a:rPr kumimoji="1" lang="ja-JP" sz="1200" b="0" i="0" kern="1200"/>
            <a:t>つの</a:t>
          </a:r>
          <a:r>
            <a:rPr kumimoji="1" lang="en-US" sz="1200" b="0" i="0" kern="1200"/>
            <a:t>IP</a:t>
          </a:r>
          <a:r>
            <a:rPr kumimoji="1" lang="ja-JP" sz="1200" b="0" i="0" kern="1200"/>
            <a:t>アドレスでどのアプリやサービス宛てかを区別する為の番号です。</a:t>
          </a:r>
          <a:endParaRPr lang="en-US" sz="1200" kern="1200"/>
        </a:p>
      </dsp:txBody>
      <dsp:txXfrm>
        <a:off x="2183" y="146210"/>
        <a:ext cx="2338685" cy="1403211"/>
      </dsp:txXfrm>
    </dsp:sp>
    <dsp:sp modelId="{E1A537FA-8DE4-43D2-BF2E-AB4EC8DBC063}">
      <dsp:nvSpPr>
        <dsp:cNvPr id="0" name=""/>
        <dsp:cNvSpPr/>
      </dsp:nvSpPr>
      <dsp:spPr>
        <a:xfrm>
          <a:off x="5215651" y="802095"/>
          <a:ext cx="507297" cy="91440"/>
        </a:xfrm>
        <a:custGeom>
          <a:avLst/>
          <a:gdLst/>
          <a:ahLst/>
          <a:cxnLst/>
          <a:rect l="0" t="0" r="0" b="0"/>
          <a:pathLst>
            <a:path>
              <a:moveTo>
                <a:pt x="0" y="45720"/>
              </a:moveTo>
              <a:lnTo>
                <a:pt x="507297" y="45720"/>
              </a:lnTo>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55852" y="845126"/>
        <a:ext cx="26894" cy="5378"/>
      </dsp:txXfrm>
    </dsp:sp>
    <dsp:sp modelId="{0E8B83FD-CFED-45FA-A200-47F41804F110}">
      <dsp:nvSpPr>
        <dsp:cNvPr id="0" name=""/>
        <dsp:cNvSpPr/>
      </dsp:nvSpPr>
      <dsp:spPr>
        <a:xfrm>
          <a:off x="2878766" y="146210"/>
          <a:ext cx="2338685" cy="140321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14598" tIns="120290" rIns="114598" bIns="120290" numCol="1" spcCol="1270" anchor="ctr" anchorCtr="0">
          <a:noAutofit/>
        </a:bodyPr>
        <a:lstStyle/>
        <a:p>
          <a:pPr marL="0" lvl="0" indent="0" algn="ctr" defTabSz="533400">
            <a:lnSpc>
              <a:spcPct val="90000"/>
            </a:lnSpc>
            <a:spcBef>
              <a:spcPct val="0"/>
            </a:spcBef>
            <a:spcAft>
              <a:spcPct val="35000"/>
            </a:spcAft>
            <a:buNone/>
          </a:pPr>
          <a:r>
            <a:rPr kumimoji="1" lang="ja-JP" sz="1200" b="0" i="0" kern="1200"/>
            <a:t>よくある例えとして集合住宅の部屋番号があげられます。</a:t>
          </a:r>
          <a:endParaRPr lang="en-US" sz="1200" kern="1200"/>
        </a:p>
      </dsp:txBody>
      <dsp:txXfrm>
        <a:off x="2878766" y="146210"/>
        <a:ext cx="2338685" cy="1403211"/>
      </dsp:txXfrm>
    </dsp:sp>
    <dsp:sp modelId="{E222ACD4-3E2C-4872-A5D1-8AE72DD26E55}">
      <dsp:nvSpPr>
        <dsp:cNvPr id="0" name=""/>
        <dsp:cNvSpPr/>
      </dsp:nvSpPr>
      <dsp:spPr>
        <a:xfrm>
          <a:off x="8092233" y="802095"/>
          <a:ext cx="507297" cy="91440"/>
        </a:xfrm>
        <a:custGeom>
          <a:avLst/>
          <a:gdLst/>
          <a:ahLst/>
          <a:cxnLst/>
          <a:rect l="0" t="0" r="0" b="0"/>
          <a:pathLst>
            <a:path>
              <a:moveTo>
                <a:pt x="0" y="45720"/>
              </a:moveTo>
              <a:lnTo>
                <a:pt x="507297" y="45720"/>
              </a:lnTo>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332435" y="845126"/>
        <a:ext cx="26894" cy="5378"/>
      </dsp:txXfrm>
    </dsp:sp>
    <dsp:sp modelId="{E83E4398-85CC-43C1-8A9A-2D13DEB41404}">
      <dsp:nvSpPr>
        <dsp:cNvPr id="0" name=""/>
        <dsp:cNvSpPr/>
      </dsp:nvSpPr>
      <dsp:spPr>
        <a:xfrm>
          <a:off x="5755348" y="146210"/>
          <a:ext cx="2338685" cy="140321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14598" tIns="120290" rIns="114598" bIns="120290" numCol="1" spcCol="1270" anchor="ctr" anchorCtr="0">
          <a:noAutofit/>
        </a:bodyPr>
        <a:lstStyle/>
        <a:p>
          <a:pPr marL="0" lvl="0" indent="0" algn="ctr" defTabSz="533400">
            <a:lnSpc>
              <a:spcPct val="90000"/>
            </a:lnSpc>
            <a:spcBef>
              <a:spcPct val="0"/>
            </a:spcBef>
            <a:spcAft>
              <a:spcPct val="35000"/>
            </a:spcAft>
            <a:buNone/>
          </a:pPr>
          <a:r>
            <a:rPr kumimoji="1" lang="ja-JP" sz="1200" b="0" i="0" kern="1200"/>
            <a:t>同じ建物</a:t>
          </a:r>
          <a:r>
            <a:rPr kumimoji="1" lang="en-US" sz="1200" b="0" i="0" kern="1200"/>
            <a:t>(IP</a:t>
          </a:r>
          <a:r>
            <a:rPr kumimoji="1" lang="ja-JP" sz="1200" b="0" i="0" kern="1200"/>
            <a:t>アドレス</a:t>
          </a:r>
          <a:r>
            <a:rPr kumimoji="1" lang="en-US" sz="1200" b="0" i="0" kern="1200"/>
            <a:t>)</a:t>
          </a:r>
          <a:r>
            <a:rPr kumimoji="1" lang="ja-JP" sz="1200" b="0" i="0" kern="1200"/>
            <a:t>でも</a:t>
          </a:r>
          <a:r>
            <a:rPr kumimoji="1" lang="en-US" sz="1200" b="0" i="0" kern="1200"/>
            <a:t>101</a:t>
          </a:r>
          <a:r>
            <a:rPr kumimoji="1" lang="ja-JP" sz="1200" b="0" i="0" kern="1200"/>
            <a:t>号は</a:t>
          </a:r>
          <a:r>
            <a:rPr kumimoji="1" lang="en-US" sz="1200" b="0" i="0" kern="1200"/>
            <a:t>Web</a:t>
          </a:r>
          <a:r>
            <a:rPr kumimoji="1" lang="ja-JP" sz="1200" b="0" i="0" kern="1200"/>
            <a:t>サイト閲覧、</a:t>
          </a:r>
          <a:r>
            <a:rPr kumimoji="1" lang="en-US" sz="1200" b="0" i="0" kern="1200"/>
            <a:t>102</a:t>
          </a:r>
          <a:r>
            <a:rPr kumimoji="1" lang="ja-JP" sz="1200" b="0" i="0" kern="1200"/>
            <a:t>号室はリモート操作というようにポート番号を使う事でどのアプリに通信をしたいのかを指定することが可能です。</a:t>
          </a:r>
          <a:endParaRPr lang="en-US" sz="1200" kern="1200"/>
        </a:p>
      </dsp:txBody>
      <dsp:txXfrm>
        <a:off x="5755348" y="146210"/>
        <a:ext cx="2338685" cy="1403211"/>
      </dsp:txXfrm>
    </dsp:sp>
    <dsp:sp modelId="{5FB088BF-F08A-4903-8F35-E7F5C119F83A}">
      <dsp:nvSpPr>
        <dsp:cNvPr id="0" name=""/>
        <dsp:cNvSpPr/>
      </dsp:nvSpPr>
      <dsp:spPr>
        <a:xfrm>
          <a:off x="1171525" y="1547621"/>
          <a:ext cx="8629748" cy="507297"/>
        </a:xfrm>
        <a:custGeom>
          <a:avLst/>
          <a:gdLst/>
          <a:ahLst/>
          <a:cxnLst/>
          <a:rect l="0" t="0" r="0" b="0"/>
          <a:pathLst>
            <a:path>
              <a:moveTo>
                <a:pt x="8629748" y="0"/>
              </a:moveTo>
              <a:lnTo>
                <a:pt x="8629748" y="270748"/>
              </a:lnTo>
              <a:lnTo>
                <a:pt x="0" y="270748"/>
              </a:lnTo>
              <a:lnTo>
                <a:pt x="0" y="507297"/>
              </a:lnTo>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70237" y="1798580"/>
        <a:ext cx="432324" cy="5378"/>
      </dsp:txXfrm>
    </dsp:sp>
    <dsp:sp modelId="{04918620-C9B7-4F40-9E32-B2502D74915A}">
      <dsp:nvSpPr>
        <dsp:cNvPr id="0" name=""/>
        <dsp:cNvSpPr/>
      </dsp:nvSpPr>
      <dsp:spPr>
        <a:xfrm>
          <a:off x="8631931" y="146210"/>
          <a:ext cx="2338685" cy="140321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14598" tIns="120290" rIns="114598" bIns="120290" numCol="1" spcCol="1270" anchor="ctr" anchorCtr="0">
          <a:noAutofit/>
        </a:bodyPr>
        <a:lstStyle/>
        <a:p>
          <a:pPr marL="0" lvl="0" indent="0" algn="ctr" defTabSz="533400">
            <a:lnSpc>
              <a:spcPct val="90000"/>
            </a:lnSpc>
            <a:spcBef>
              <a:spcPct val="0"/>
            </a:spcBef>
            <a:spcAft>
              <a:spcPct val="35000"/>
            </a:spcAft>
            <a:buNone/>
          </a:pPr>
          <a:r>
            <a:rPr kumimoji="1" lang="ja-JP" sz="1200" b="0" i="0" kern="1200"/>
            <a:t>ポート番号は</a:t>
          </a:r>
          <a:r>
            <a:rPr kumimoji="1" lang="en-US" sz="1200" b="0" i="0" kern="1200"/>
            <a:t>0</a:t>
          </a:r>
          <a:r>
            <a:rPr kumimoji="1" lang="ja-JP" sz="1200" b="0" i="0" kern="1200"/>
            <a:t>番から</a:t>
          </a:r>
          <a:r>
            <a:rPr kumimoji="1" lang="en-US" sz="1200" b="0" i="0" kern="1200"/>
            <a:t>65535</a:t>
          </a:r>
          <a:r>
            <a:rPr kumimoji="1" lang="ja-JP" sz="1200" b="0" i="0" kern="1200"/>
            <a:t>番まであり用途や管理の仕方でウェルノウンポート、登録済みポート、プライベートポートに分けられます。</a:t>
          </a:r>
          <a:endParaRPr lang="en-US" sz="1200" kern="1200"/>
        </a:p>
      </dsp:txBody>
      <dsp:txXfrm>
        <a:off x="8631931" y="146210"/>
        <a:ext cx="2338685" cy="1403211"/>
      </dsp:txXfrm>
    </dsp:sp>
    <dsp:sp modelId="{CFBACBEE-68AF-4865-9680-3E059E7FEAFD}">
      <dsp:nvSpPr>
        <dsp:cNvPr id="0" name=""/>
        <dsp:cNvSpPr/>
      </dsp:nvSpPr>
      <dsp:spPr>
        <a:xfrm>
          <a:off x="2339068" y="2743204"/>
          <a:ext cx="507297" cy="91440"/>
        </a:xfrm>
        <a:custGeom>
          <a:avLst/>
          <a:gdLst/>
          <a:ahLst/>
          <a:cxnLst/>
          <a:rect l="0" t="0" r="0" b="0"/>
          <a:pathLst>
            <a:path>
              <a:moveTo>
                <a:pt x="0" y="45720"/>
              </a:moveTo>
              <a:lnTo>
                <a:pt x="507297" y="45720"/>
              </a:lnTo>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79269" y="2786234"/>
        <a:ext cx="26894" cy="5378"/>
      </dsp:txXfrm>
    </dsp:sp>
    <dsp:sp modelId="{E94BDC13-5C87-41A3-B340-74C4C9D8EC57}">
      <dsp:nvSpPr>
        <dsp:cNvPr id="0" name=""/>
        <dsp:cNvSpPr/>
      </dsp:nvSpPr>
      <dsp:spPr>
        <a:xfrm>
          <a:off x="2183" y="2087318"/>
          <a:ext cx="2338685" cy="140321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14598" tIns="120290" rIns="114598" bIns="120290" numCol="1" spcCol="1270" anchor="ctr" anchorCtr="0">
          <a:noAutofit/>
        </a:bodyPr>
        <a:lstStyle/>
        <a:p>
          <a:pPr marL="0" lvl="0" indent="0" algn="ctr" defTabSz="533400">
            <a:lnSpc>
              <a:spcPct val="90000"/>
            </a:lnSpc>
            <a:spcBef>
              <a:spcPct val="0"/>
            </a:spcBef>
            <a:spcAft>
              <a:spcPct val="35000"/>
            </a:spcAft>
            <a:buNone/>
          </a:pPr>
          <a:r>
            <a:rPr kumimoji="1" lang="ja-JP" sz="1200" b="0" i="0" kern="1200"/>
            <a:t>ウェルノウンポート</a:t>
          </a:r>
          <a:r>
            <a:rPr kumimoji="1" lang="en-US" sz="1200" b="0" i="0" kern="1200"/>
            <a:t>:0-1023</a:t>
          </a:r>
          <a:r>
            <a:rPr kumimoji="1" lang="ja-JP" sz="1200" b="0" i="0" kern="1200"/>
            <a:t>　特定のサービスやアプリケーションに標準的に割り当てられいるポートです。</a:t>
          </a:r>
          <a:br>
            <a:rPr kumimoji="1" lang="en-US" sz="1200" b="0" i="0" kern="1200"/>
          </a:br>
          <a:r>
            <a:rPr kumimoji="1" lang="ja-JP" sz="1200" b="0" i="0" kern="1200"/>
            <a:t>使用者はユーザーです。</a:t>
          </a:r>
          <a:endParaRPr lang="en-US" sz="1200" kern="1200"/>
        </a:p>
      </dsp:txBody>
      <dsp:txXfrm>
        <a:off x="2183" y="2087318"/>
        <a:ext cx="2338685" cy="1403211"/>
      </dsp:txXfrm>
    </dsp:sp>
    <dsp:sp modelId="{93E6CC07-A488-46E2-8F95-04C1A46BD2B2}">
      <dsp:nvSpPr>
        <dsp:cNvPr id="0" name=""/>
        <dsp:cNvSpPr/>
      </dsp:nvSpPr>
      <dsp:spPr>
        <a:xfrm>
          <a:off x="5215651" y="2743204"/>
          <a:ext cx="507297" cy="91440"/>
        </a:xfrm>
        <a:custGeom>
          <a:avLst/>
          <a:gdLst/>
          <a:ahLst/>
          <a:cxnLst/>
          <a:rect l="0" t="0" r="0" b="0"/>
          <a:pathLst>
            <a:path>
              <a:moveTo>
                <a:pt x="0" y="45720"/>
              </a:moveTo>
              <a:lnTo>
                <a:pt x="507297" y="45720"/>
              </a:lnTo>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455852" y="2786234"/>
        <a:ext cx="26894" cy="5378"/>
      </dsp:txXfrm>
    </dsp:sp>
    <dsp:sp modelId="{DD84B2BC-DAAB-4FC4-9B6B-20A91E7B54D7}">
      <dsp:nvSpPr>
        <dsp:cNvPr id="0" name=""/>
        <dsp:cNvSpPr/>
      </dsp:nvSpPr>
      <dsp:spPr>
        <a:xfrm>
          <a:off x="2878766" y="2087318"/>
          <a:ext cx="2338685" cy="140321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14598" tIns="120290" rIns="114598" bIns="120290" numCol="1" spcCol="1270" anchor="ctr" anchorCtr="0">
          <a:noAutofit/>
        </a:bodyPr>
        <a:lstStyle/>
        <a:p>
          <a:pPr marL="0" lvl="0" indent="0" algn="ctr" defTabSz="533400">
            <a:lnSpc>
              <a:spcPct val="90000"/>
            </a:lnSpc>
            <a:spcBef>
              <a:spcPct val="0"/>
            </a:spcBef>
            <a:spcAft>
              <a:spcPct val="35000"/>
            </a:spcAft>
            <a:buNone/>
          </a:pPr>
          <a:r>
            <a:rPr kumimoji="1" lang="ja-JP" sz="1200" b="0" i="0" kern="1200"/>
            <a:t>登録済みポート</a:t>
          </a:r>
          <a:r>
            <a:rPr kumimoji="1" lang="en-US" sz="1200" b="0" i="0" kern="1200"/>
            <a:t>:1024-49151 </a:t>
          </a:r>
          <a:r>
            <a:rPr kumimoji="1" lang="ja-JP" sz="1200" b="0" i="0" kern="1200"/>
            <a:t>特定のアプリケーションやサービス向けに登録されているポートです。</a:t>
          </a:r>
          <a:br>
            <a:rPr kumimoji="1" lang="en-US" sz="1200" b="0" i="0" kern="1200"/>
          </a:br>
          <a:r>
            <a:rPr kumimoji="1" lang="ja-JP" sz="1200" b="0" i="0" kern="1200"/>
            <a:t>使用者はソフトウェアです。</a:t>
          </a:r>
          <a:endParaRPr lang="en-US" sz="1200" kern="1200"/>
        </a:p>
      </dsp:txBody>
      <dsp:txXfrm>
        <a:off x="2878766" y="2087318"/>
        <a:ext cx="2338685" cy="1403211"/>
      </dsp:txXfrm>
    </dsp:sp>
    <dsp:sp modelId="{108D30BE-C2F4-4E4F-A223-F4510176AA36}">
      <dsp:nvSpPr>
        <dsp:cNvPr id="0" name=""/>
        <dsp:cNvSpPr/>
      </dsp:nvSpPr>
      <dsp:spPr>
        <a:xfrm>
          <a:off x="5755348" y="2087318"/>
          <a:ext cx="2338685" cy="140321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14598" tIns="120290" rIns="114598" bIns="120290" numCol="1" spcCol="1270" anchor="ctr" anchorCtr="0">
          <a:noAutofit/>
        </a:bodyPr>
        <a:lstStyle/>
        <a:p>
          <a:pPr marL="0" lvl="0" indent="0" algn="ctr" defTabSz="533400">
            <a:lnSpc>
              <a:spcPct val="90000"/>
            </a:lnSpc>
            <a:spcBef>
              <a:spcPct val="0"/>
            </a:spcBef>
            <a:spcAft>
              <a:spcPct val="35000"/>
            </a:spcAft>
            <a:buNone/>
          </a:pPr>
          <a:r>
            <a:rPr kumimoji="1" lang="ja-JP" sz="1200" b="0" i="0" kern="1200"/>
            <a:t>プライベートポート</a:t>
          </a:r>
          <a:r>
            <a:rPr kumimoji="1" lang="en-US" sz="1200" b="0" i="0" kern="1200"/>
            <a:t>:49152-65535 </a:t>
          </a:r>
          <a:r>
            <a:rPr kumimoji="1" lang="ja-JP" sz="1200" b="0" i="0" kern="1200"/>
            <a:t>クライアントが一時的に接続するときに自動で割り当てられるポートです。</a:t>
          </a:r>
          <a:endParaRPr lang="en-US" sz="1200" kern="1200"/>
        </a:p>
      </dsp:txBody>
      <dsp:txXfrm>
        <a:off x="5755348" y="2087318"/>
        <a:ext cx="2338685" cy="140321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E581B7-3DE0-4FFB-9014-6A285F9F97B8}">
      <dsp:nvSpPr>
        <dsp:cNvPr id="0" name=""/>
        <dsp:cNvSpPr/>
      </dsp:nvSpPr>
      <dsp:spPr>
        <a:xfrm>
          <a:off x="789144" y="752710"/>
          <a:ext cx="621969" cy="71"/>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43EC463-74B5-487F-B111-E1BF7805CEB0}">
      <dsp:nvSpPr>
        <dsp:cNvPr id="0" name=""/>
        <dsp:cNvSpPr/>
      </dsp:nvSpPr>
      <dsp:spPr>
        <a:xfrm>
          <a:off x="1448432" y="700449"/>
          <a:ext cx="71526" cy="134465"/>
        </a:xfrm>
        <a:prstGeom prst="chevron">
          <a:avLst>
            <a:gd name="adj" fmla="val 9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9A4329F-76BF-4E2C-BE38-26C6BD96C5A2}">
      <dsp:nvSpPr>
        <dsp:cNvPr id="0" name=""/>
        <dsp:cNvSpPr/>
      </dsp:nvSpPr>
      <dsp:spPr>
        <a:xfrm>
          <a:off x="420645" y="461992"/>
          <a:ext cx="581506" cy="58150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2566" tIns="22566" rIns="22566" bIns="22566" numCol="1" spcCol="1270" anchor="ctr" anchorCtr="0">
          <a:noAutofit/>
        </a:bodyPr>
        <a:lstStyle/>
        <a:p>
          <a:pPr marL="0" lvl="0" indent="0" algn="ctr" defTabSz="844550">
            <a:lnSpc>
              <a:spcPct val="90000"/>
            </a:lnSpc>
            <a:spcBef>
              <a:spcPct val="0"/>
            </a:spcBef>
            <a:spcAft>
              <a:spcPct val="35000"/>
            </a:spcAft>
            <a:buNone/>
          </a:pPr>
          <a:r>
            <a:rPr lang="en-US" sz="1900" kern="1200"/>
            <a:t>1</a:t>
          </a:r>
        </a:p>
      </dsp:txBody>
      <dsp:txXfrm>
        <a:off x="505805" y="547152"/>
        <a:ext cx="411186" cy="411186"/>
      </dsp:txXfrm>
    </dsp:sp>
    <dsp:sp modelId="{1D250FE3-3960-4509-A33E-83DE668A5D2D}">
      <dsp:nvSpPr>
        <dsp:cNvPr id="0" name=""/>
        <dsp:cNvSpPr/>
      </dsp:nvSpPr>
      <dsp:spPr>
        <a:xfrm>
          <a:off x="11682" y="1209086"/>
          <a:ext cx="1399432" cy="1965600"/>
        </a:xfrm>
        <a:prstGeom prst="upArrowCallout">
          <a:avLst>
            <a:gd name="adj1" fmla="val 50000"/>
            <a:gd name="adj2" fmla="val 20000"/>
            <a:gd name="adj3" fmla="val 20000"/>
            <a:gd name="adj4" fmla="val 10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389" tIns="165100" rIns="110389" bIns="165100" numCol="1" spcCol="1270" anchor="t" anchorCtr="0">
          <a:noAutofit/>
        </a:bodyPr>
        <a:lstStyle/>
        <a:p>
          <a:pPr marL="0" lvl="0" indent="0" algn="l" defTabSz="488950">
            <a:lnSpc>
              <a:spcPct val="90000"/>
            </a:lnSpc>
            <a:spcBef>
              <a:spcPct val="0"/>
            </a:spcBef>
            <a:spcAft>
              <a:spcPct val="35000"/>
            </a:spcAft>
            <a:buNone/>
          </a:pPr>
          <a:r>
            <a:rPr kumimoji="1" lang="ja-JP" sz="1100" b="0" i="0" kern="1200"/>
            <a:t>ネットワークのポート番号とは</a:t>
          </a:r>
          <a:r>
            <a:rPr kumimoji="1" lang="en-US" sz="1100" b="0" i="0" kern="1200"/>
            <a:t>1</a:t>
          </a:r>
          <a:r>
            <a:rPr kumimoji="1" lang="ja-JP" sz="1100" b="0" i="0" kern="1200"/>
            <a:t>つの</a:t>
          </a:r>
          <a:r>
            <a:rPr kumimoji="1" lang="en-US" sz="1100" b="0" i="0" kern="1200"/>
            <a:t>IP</a:t>
          </a:r>
          <a:r>
            <a:rPr kumimoji="1" lang="ja-JP" sz="1100" b="0" i="0" kern="1200"/>
            <a:t>アドレスでどのアプリやサービス宛てかを区別する為の番号です。</a:t>
          </a:r>
          <a:endParaRPr lang="en-US" sz="1100" kern="1200"/>
        </a:p>
      </dsp:txBody>
      <dsp:txXfrm>
        <a:off x="11682" y="1488972"/>
        <a:ext cx="1399432" cy="1685714"/>
      </dsp:txXfrm>
    </dsp:sp>
    <dsp:sp modelId="{0030BA17-019A-4DC2-83A3-8DABBBBC65DB}">
      <dsp:nvSpPr>
        <dsp:cNvPr id="0" name=""/>
        <dsp:cNvSpPr/>
      </dsp:nvSpPr>
      <dsp:spPr>
        <a:xfrm>
          <a:off x="1566607" y="752734"/>
          <a:ext cx="1399432" cy="72"/>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68F7254-1AAC-4557-A5C8-BF3573430453}">
      <dsp:nvSpPr>
        <dsp:cNvPr id="0" name=""/>
        <dsp:cNvSpPr/>
      </dsp:nvSpPr>
      <dsp:spPr>
        <a:xfrm>
          <a:off x="3003357" y="700469"/>
          <a:ext cx="71526" cy="134487"/>
        </a:xfrm>
        <a:prstGeom prst="chevron">
          <a:avLst>
            <a:gd name="adj" fmla="val 9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D5EBB1-CB54-4FF3-92D1-183004EB37D5}">
      <dsp:nvSpPr>
        <dsp:cNvPr id="0" name=""/>
        <dsp:cNvSpPr/>
      </dsp:nvSpPr>
      <dsp:spPr>
        <a:xfrm>
          <a:off x="1975569" y="462016"/>
          <a:ext cx="581506" cy="58150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2566" tIns="22566" rIns="22566" bIns="22566" numCol="1" spcCol="1270" anchor="ctr" anchorCtr="0">
          <a:noAutofit/>
        </a:bodyPr>
        <a:lstStyle/>
        <a:p>
          <a:pPr marL="0" lvl="0" indent="0" algn="ctr" defTabSz="844550">
            <a:lnSpc>
              <a:spcPct val="90000"/>
            </a:lnSpc>
            <a:spcBef>
              <a:spcPct val="0"/>
            </a:spcBef>
            <a:spcAft>
              <a:spcPct val="35000"/>
            </a:spcAft>
            <a:buNone/>
          </a:pPr>
          <a:r>
            <a:rPr lang="en-US" sz="1900" kern="1200"/>
            <a:t>2</a:t>
          </a:r>
        </a:p>
      </dsp:txBody>
      <dsp:txXfrm>
        <a:off x="2060729" y="547176"/>
        <a:ext cx="411186" cy="411186"/>
      </dsp:txXfrm>
    </dsp:sp>
    <dsp:sp modelId="{292381C2-D145-4A4C-A120-BD1A81189E8B}">
      <dsp:nvSpPr>
        <dsp:cNvPr id="0" name=""/>
        <dsp:cNvSpPr/>
      </dsp:nvSpPr>
      <dsp:spPr>
        <a:xfrm>
          <a:off x="1566607" y="1209147"/>
          <a:ext cx="1399432" cy="1965600"/>
        </a:xfrm>
        <a:prstGeom prst="upArrowCallout">
          <a:avLst>
            <a:gd name="adj1" fmla="val 50000"/>
            <a:gd name="adj2" fmla="val 20000"/>
            <a:gd name="adj3" fmla="val 20000"/>
            <a:gd name="adj4" fmla="val 10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389" tIns="165100" rIns="110389" bIns="165100" numCol="1" spcCol="1270" anchor="t" anchorCtr="0">
          <a:noAutofit/>
        </a:bodyPr>
        <a:lstStyle/>
        <a:p>
          <a:pPr marL="0" lvl="0" indent="0" algn="l" defTabSz="488950">
            <a:lnSpc>
              <a:spcPct val="90000"/>
            </a:lnSpc>
            <a:spcBef>
              <a:spcPct val="0"/>
            </a:spcBef>
            <a:spcAft>
              <a:spcPct val="35000"/>
            </a:spcAft>
            <a:buNone/>
          </a:pPr>
          <a:r>
            <a:rPr kumimoji="1" lang="ja-JP" sz="1100" b="0" i="0" kern="1200"/>
            <a:t>よくある例えとして集合住宅の部屋番号があげられます。</a:t>
          </a:r>
          <a:endParaRPr lang="en-US" sz="1100" kern="1200"/>
        </a:p>
      </dsp:txBody>
      <dsp:txXfrm>
        <a:off x="1566607" y="1489033"/>
        <a:ext cx="1399432" cy="1685714"/>
      </dsp:txXfrm>
    </dsp:sp>
    <dsp:sp modelId="{D92FF2C9-B44D-476E-9E2C-325F9E0694BC}">
      <dsp:nvSpPr>
        <dsp:cNvPr id="0" name=""/>
        <dsp:cNvSpPr/>
      </dsp:nvSpPr>
      <dsp:spPr>
        <a:xfrm>
          <a:off x="3121531" y="752734"/>
          <a:ext cx="1399432" cy="72"/>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C14AE06-D966-495B-9A99-7041E7EC0BD1}">
      <dsp:nvSpPr>
        <dsp:cNvPr id="0" name=""/>
        <dsp:cNvSpPr/>
      </dsp:nvSpPr>
      <dsp:spPr>
        <a:xfrm>
          <a:off x="4558282" y="700469"/>
          <a:ext cx="71526" cy="134487"/>
        </a:xfrm>
        <a:prstGeom prst="chevron">
          <a:avLst>
            <a:gd name="adj" fmla="val 9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7146EB3-83A8-48CC-A50A-4915EDBE9EE4}">
      <dsp:nvSpPr>
        <dsp:cNvPr id="0" name=""/>
        <dsp:cNvSpPr/>
      </dsp:nvSpPr>
      <dsp:spPr>
        <a:xfrm>
          <a:off x="3530494" y="462016"/>
          <a:ext cx="581506" cy="58150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2566" tIns="22566" rIns="22566" bIns="22566" numCol="1" spcCol="1270" anchor="ctr" anchorCtr="0">
          <a:noAutofit/>
        </a:bodyPr>
        <a:lstStyle/>
        <a:p>
          <a:pPr marL="0" lvl="0" indent="0" algn="ctr" defTabSz="844550">
            <a:lnSpc>
              <a:spcPct val="90000"/>
            </a:lnSpc>
            <a:spcBef>
              <a:spcPct val="0"/>
            </a:spcBef>
            <a:spcAft>
              <a:spcPct val="35000"/>
            </a:spcAft>
            <a:buNone/>
          </a:pPr>
          <a:r>
            <a:rPr lang="en-US" sz="1900" kern="1200"/>
            <a:t>3</a:t>
          </a:r>
        </a:p>
      </dsp:txBody>
      <dsp:txXfrm>
        <a:off x="3615654" y="547176"/>
        <a:ext cx="411186" cy="411186"/>
      </dsp:txXfrm>
    </dsp:sp>
    <dsp:sp modelId="{728CE9C7-0725-4CC8-A673-49DB89D1BC58}">
      <dsp:nvSpPr>
        <dsp:cNvPr id="0" name=""/>
        <dsp:cNvSpPr/>
      </dsp:nvSpPr>
      <dsp:spPr>
        <a:xfrm>
          <a:off x="3121531" y="1209147"/>
          <a:ext cx="1399432" cy="1965600"/>
        </a:xfrm>
        <a:prstGeom prst="upArrowCallout">
          <a:avLst>
            <a:gd name="adj1" fmla="val 50000"/>
            <a:gd name="adj2" fmla="val 20000"/>
            <a:gd name="adj3" fmla="val 20000"/>
            <a:gd name="adj4" fmla="val 10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389" tIns="165100" rIns="110389" bIns="165100" numCol="1" spcCol="1270" anchor="t" anchorCtr="0">
          <a:noAutofit/>
        </a:bodyPr>
        <a:lstStyle/>
        <a:p>
          <a:pPr marL="0" lvl="0" indent="0" algn="l" defTabSz="488950">
            <a:lnSpc>
              <a:spcPct val="90000"/>
            </a:lnSpc>
            <a:spcBef>
              <a:spcPct val="0"/>
            </a:spcBef>
            <a:spcAft>
              <a:spcPct val="35000"/>
            </a:spcAft>
            <a:buNone/>
          </a:pPr>
          <a:r>
            <a:rPr kumimoji="1" lang="ja-JP" sz="1100" b="0" i="0" kern="1200"/>
            <a:t>同じ建物</a:t>
          </a:r>
          <a:r>
            <a:rPr kumimoji="1" lang="en-US" sz="1100" b="0" i="0" kern="1200"/>
            <a:t>(IP</a:t>
          </a:r>
          <a:r>
            <a:rPr kumimoji="1" lang="ja-JP" sz="1100" b="0" i="0" kern="1200"/>
            <a:t>アドレス</a:t>
          </a:r>
          <a:r>
            <a:rPr kumimoji="1" lang="en-US" sz="1100" b="0" i="0" kern="1200"/>
            <a:t>)</a:t>
          </a:r>
          <a:r>
            <a:rPr kumimoji="1" lang="ja-JP" sz="1100" b="0" i="0" kern="1200"/>
            <a:t>でも</a:t>
          </a:r>
          <a:r>
            <a:rPr kumimoji="1" lang="en-US" sz="1100" b="0" i="0" kern="1200"/>
            <a:t>101</a:t>
          </a:r>
          <a:r>
            <a:rPr kumimoji="1" lang="ja-JP" sz="1100" b="0" i="0" kern="1200"/>
            <a:t>号は</a:t>
          </a:r>
          <a:r>
            <a:rPr kumimoji="1" lang="en-US" sz="1100" b="0" i="0" kern="1200"/>
            <a:t>Web</a:t>
          </a:r>
          <a:r>
            <a:rPr kumimoji="1" lang="ja-JP" sz="1100" b="0" i="0" kern="1200"/>
            <a:t>サイト閲覧、</a:t>
          </a:r>
          <a:r>
            <a:rPr kumimoji="1" lang="en-US" sz="1100" b="0" i="0" kern="1200"/>
            <a:t>102</a:t>
          </a:r>
          <a:r>
            <a:rPr kumimoji="1" lang="ja-JP" sz="1100" b="0" i="0" kern="1200"/>
            <a:t>号室はリモート操作というようにポート番号を使う事でどのアプリに通信をしたいのかを指定することが可能です。</a:t>
          </a:r>
          <a:endParaRPr lang="en-US" sz="1100" kern="1200"/>
        </a:p>
      </dsp:txBody>
      <dsp:txXfrm>
        <a:off x="3121531" y="1489033"/>
        <a:ext cx="1399432" cy="1685714"/>
      </dsp:txXfrm>
    </dsp:sp>
    <dsp:sp modelId="{943EBC94-A5CB-4703-B6E8-B9F2D42397CD}">
      <dsp:nvSpPr>
        <dsp:cNvPr id="0" name=""/>
        <dsp:cNvSpPr/>
      </dsp:nvSpPr>
      <dsp:spPr>
        <a:xfrm>
          <a:off x="4676456" y="752734"/>
          <a:ext cx="1399432" cy="72"/>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28BC17A-AF72-489D-9278-AC7CE5BA3D27}">
      <dsp:nvSpPr>
        <dsp:cNvPr id="0" name=""/>
        <dsp:cNvSpPr/>
      </dsp:nvSpPr>
      <dsp:spPr>
        <a:xfrm>
          <a:off x="6113206" y="700469"/>
          <a:ext cx="71526" cy="134487"/>
        </a:xfrm>
        <a:prstGeom prst="chevron">
          <a:avLst>
            <a:gd name="adj" fmla="val 9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9BEEDDF-2584-433E-891C-6F3142EAB163}">
      <dsp:nvSpPr>
        <dsp:cNvPr id="0" name=""/>
        <dsp:cNvSpPr/>
      </dsp:nvSpPr>
      <dsp:spPr>
        <a:xfrm>
          <a:off x="5085418" y="462016"/>
          <a:ext cx="581506" cy="58150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2566" tIns="22566" rIns="22566" bIns="22566" numCol="1" spcCol="1270" anchor="ctr" anchorCtr="0">
          <a:noAutofit/>
        </a:bodyPr>
        <a:lstStyle/>
        <a:p>
          <a:pPr marL="0" lvl="0" indent="0" algn="ctr" defTabSz="844550">
            <a:lnSpc>
              <a:spcPct val="90000"/>
            </a:lnSpc>
            <a:spcBef>
              <a:spcPct val="0"/>
            </a:spcBef>
            <a:spcAft>
              <a:spcPct val="35000"/>
            </a:spcAft>
            <a:buNone/>
          </a:pPr>
          <a:r>
            <a:rPr lang="en-US" sz="1900" kern="1200"/>
            <a:t>4</a:t>
          </a:r>
        </a:p>
      </dsp:txBody>
      <dsp:txXfrm>
        <a:off x="5170578" y="547176"/>
        <a:ext cx="411186" cy="411186"/>
      </dsp:txXfrm>
    </dsp:sp>
    <dsp:sp modelId="{0665052F-45AB-48CD-8D47-453951E166C1}">
      <dsp:nvSpPr>
        <dsp:cNvPr id="0" name=""/>
        <dsp:cNvSpPr/>
      </dsp:nvSpPr>
      <dsp:spPr>
        <a:xfrm>
          <a:off x="4676456" y="1209147"/>
          <a:ext cx="1399432" cy="1965600"/>
        </a:xfrm>
        <a:prstGeom prst="upArrowCallout">
          <a:avLst>
            <a:gd name="adj1" fmla="val 50000"/>
            <a:gd name="adj2" fmla="val 20000"/>
            <a:gd name="adj3" fmla="val 20000"/>
            <a:gd name="adj4" fmla="val 10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389" tIns="165100" rIns="110389" bIns="165100" numCol="1" spcCol="1270" anchor="t" anchorCtr="0">
          <a:noAutofit/>
        </a:bodyPr>
        <a:lstStyle/>
        <a:p>
          <a:pPr marL="0" lvl="0" indent="0" algn="l" defTabSz="488950">
            <a:lnSpc>
              <a:spcPct val="90000"/>
            </a:lnSpc>
            <a:spcBef>
              <a:spcPct val="0"/>
            </a:spcBef>
            <a:spcAft>
              <a:spcPct val="35000"/>
            </a:spcAft>
            <a:buNone/>
          </a:pPr>
          <a:r>
            <a:rPr kumimoji="1" lang="ja-JP" sz="1100" b="0" i="0" kern="1200"/>
            <a:t>ポート番号は</a:t>
          </a:r>
          <a:r>
            <a:rPr kumimoji="1" lang="en-US" sz="1100" b="0" i="0" kern="1200"/>
            <a:t>0</a:t>
          </a:r>
          <a:r>
            <a:rPr kumimoji="1" lang="ja-JP" sz="1100" b="0" i="0" kern="1200"/>
            <a:t>番から</a:t>
          </a:r>
          <a:r>
            <a:rPr kumimoji="1" lang="en-US" sz="1100" b="0" i="0" kern="1200"/>
            <a:t>65535</a:t>
          </a:r>
          <a:r>
            <a:rPr kumimoji="1" lang="ja-JP" sz="1100" b="0" i="0" kern="1200"/>
            <a:t>番まであり用途や管理の仕方でウェルノウンポート、登録済みポート、プライベートポートに分けられます。</a:t>
          </a:r>
          <a:endParaRPr lang="en-US" sz="1100" kern="1200"/>
        </a:p>
      </dsp:txBody>
      <dsp:txXfrm>
        <a:off x="4676456" y="1489033"/>
        <a:ext cx="1399432" cy="1685714"/>
      </dsp:txXfrm>
    </dsp:sp>
    <dsp:sp modelId="{F5664EC7-5244-4D70-9CB2-521D5F2A9B62}">
      <dsp:nvSpPr>
        <dsp:cNvPr id="0" name=""/>
        <dsp:cNvSpPr/>
      </dsp:nvSpPr>
      <dsp:spPr>
        <a:xfrm>
          <a:off x="6231380" y="752734"/>
          <a:ext cx="1399432" cy="72"/>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E651792-DBF7-4833-B9E1-E346A757C7F3}">
      <dsp:nvSpPr>
        <dsp:cNvPr id="0" name=""/>
        <dsp:cNvSpPr/>
      </dsp:nvSpPr>
      <dsp:spPr>
        <a:xfrm>
          <a:off x="7668131" y="700469"/>
          <a:ext cx="71526" cy="134487"/>
        </a:xfrm>
        <a:prstGeom prst="chevron">
          <a:avLst>
            <a:gd name="adj" fmla="val 9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3D2E350-1534-4509-9771-972422611B5D}">
      <dsp:nvSpPr>
        <dsp:cNvPr id="0" name=""/>
        <dsp:cNvSpPr/>
      </dsp:nvSpPr>
      <dsp:spPr>
        <a:xfrm>
          <a:off x="6640343" y="462016"/>
          <a:ext cx="581506" cy="58150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2566" tIns="22566" rIns="22566" bIns="22566" numCol="1" spcCol="1270" anchor="ctr" anchorCtr="0">
          <a:noAutofit/>
        </a:bodyPr>
        <a:lstStyle/>
        <a:p>
          <a:pPr marL="0" lvl="0" indent="0" algn="ctr" defTabSz="844550">
            <a:lnSpc>
              <a:spcPct val="90000"/>
            </a:lnSpc>
            <a:spcBef>
              <a:spcPct val="0"/>
            </a:spcBef>
            <a:spcAft>
              <a:spcPct val="35000"/>
            </a:spcAft>
            <a:buNone/>
          </a:pPr>
          <a:r>
            <a:rPr lang="en-US" sz="1900" kern="1200"/>
            <a:t>5</a:t>
          </a:r>
        </a:p>
      </dsp:txBody>
      <dsp:txXfrm>
        <a:off x="6725503" y="547176"/>
        <a:ext cx="411186" cy="411186"/>
      </dsp:txXfrm>
    </dsp:sp>
    <dsp:sp modelId="{73D9C830-4E1A-4EC9-8675-FF686C05AD67}">
      <dsp:nvSpPr>
        <dsp:cNvPr id="0" name=""/>
        <dsp:cNvSpPr/>
      </dsp:nvSpPr>
      <dsp:spPr>
        <a:xfrm>
          <a:off x="6231380" y="1209147"/>
          <a:ext cx="1399432" cy="1965600"/>
        </a:xfrm>
        <a:prstGeom prst="upArrowCallout">
          <a:avLst>
            <a:gd name="adj1" fmla="val 50000"/>
            <a:gd name="adj2" fmla="val 20000"/>
            <a:gd name="adj3" fmla="val 20000"/>
            <a:gd name="adj4" fmla="val 10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389" tIns="165100" rIns="110389" bIns="165100" numCol="1" spcCol="1270" anchor="t" anchorCtr="0">
          <a:noAutofit/>
        </a:bodyPr>
        <a:lstStyle/>
        <a:p>
          <a:pPr marL="0" lvl="0" indent="0" algn="l" defTabSz="488950">
            <a:lnSpc>
              <a:spcPct val="90000"/>
            </a:lnSpc>
            <a:spcBef>
              <a:spcPct val="0"/>
            </a:spcBef>
            <a:spcAft>
              <a:spcPct val="35000"/>
            </a:spcAft>
            <a:buNone/>
          </a:pPr>
          <a:r>
            <a:rPr kumimoji="1" lang="ja-JP" sz="1100" b="0" i="0" kern="1200"/>
            <a:t>ウェルノウンポート</a:t>
          </a:r>
          <a:r>
            <a:rPr kumimoji="1" lang="en-US" sz="1100" b="0" i="0" kern="1200"/>
            <a:t>:0-1023</a:t>
          </a:r>
          <a:r>
            <a:rPr kumimoji="1" lang="ja-JP" sz="1100" b="0" i="0" kern="1200"/>
            <a:t>　特定のサービスやアプリケーションに標準的に割り当てられいるポートです。</a:t>
          </a:r>
          <a:br>
            <a:rPr kumimoji="1" lang="en-US" sz="1100" b="0" i="0" kern="1200"/>
          </a:br>
          <a:r>
            <a:rPr kumimoji="1" lang="ja-JP" sz="1100" b="0" i="0" kern="1200"/>
            <a:t>使用者はユーザーです。</a:t>
          </a:r>
          <a:endParaRPr lang="en-US" sz="1100" kern="1200"/>
        </a:p>
      </dsp:txBody>
      <dsp:txXfrm>
        <a:off x="6231380" y="1489033"/>
        <a:ext cx="1399432" cy="1685714"/>
      </dsp:txXfrm>
    </dsp:sp>
    <dsp:sp modelId="{D214D838-4FDE-4B86-A01A-35320FA6550D}">
      <dsp:nvSpPr>
        <dsp:cNvPr id="0" name=""/>
        <dsp:cNvSpPr/>
      </dsp:nvSpPr>
      <dsp:spPr>
        <a:xfrm>
          <a:off x="7786305" y="752734"/>
          <a:ext cx="1399432" cy="72"/>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748A453-B824-42CE-927D-4C2CF5D7D4D7}">
      <dsp:nvSpPr>
        <dsp:cNvPr id="0" name=""/>
        <dsp:cNvSpPr/>
      </dsp:nvSpPr>
      <dsp:spPr>
        <a:xfrm>
          <a:off x="9223055" y="700469"/>
          <a:ext cx="71526" cy="134487"/>
        </a:xfrm>
        <a:prstGeom prst="chevron">
          <a:avLst>
            <a:gd name="adj" fmla="val 9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E16EF77-D7AB-46C3-B683-D2A84E8CCC68}">
      <dsp:nvSpPr>
        <dsp:cNvPr id="0" name=""/>
        <dsp:cNvSpPr/>
      </dsp:nvSpPr>
      <dsp:spPr>
        <a:xfrm>
          <a:off x="8195268" y="462016"/>
          <a:ext cx="581506" cy="58150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2566" tIns="22566" rIns="22566" bIns="22566" numCol="1" spcCol="1270" anchor="ctr" anchorCtr="0">
          <a:noAutofit/>
        </a:bodyPr>
        <a:lstStyle/>
        <a:p>
          <a:pPr marL="0" lvl="0" indent="0" algn="ctr" defTabSz="844550">
            <a:lnSpc>
              <a:spcPct val="90000"/>
            </a:lnSpc>
            <a:spcBef>
              <a:spcPct val="0"/>
            </a:spcBef>
            <a:spcAft>
              <a:spcPct val="35000"/>
            </a:spcAft>
            <a:buNone/>
          </a:pPr>
          <a:r>
            <a:rPr lang="en-US" sz="1900" kern="1200"/>
            <a:t>6</a:t>
          </a:r>
        </a:p>
      </dsp:txBody>
      <dsp:txXfrm>
        <a:off x="8280428" y="547176"/>
        <a:ext cx="411186" cy="411186"/>
      </dsp:txXfrm>
    </dsp:sp>
    <dsp:sp modelId="{33C846BC-33F8-468A-AE11-412503144692}">
      <dsp:nvSpPr>
        <dsp:cNvPr id="0" name=""/>
        <dsp:cNvSpPr/>
      </dsp:nvSpPr>
      <dsp:spPr>
        <a:xfrm>
          <a:off x="7786305" y="1209147"/>
          <a:ext cx="1399432" cy="1965600"/>
        </a:xfrm>
        <a:prstGeom prst="upArrowCallout">
          <a:avLst>
            <a:gd name="adj1" fmla="val 50000"/>
            <a:gd name="adj2" fmla="val 20000"/>
            <a:gd name="adj3" fmla="val 20000"/>
            <a:gd name="adj4" fmla="val 10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389" tIns="165100" rIns="110389" bIns="165100" numCol="1" spcCol="1270" anchor="t" anchorCtr="0">
          <a:noAutofit/>
        </a:bodyPr>
        <a:lstStyle/>
        <a:p>
          <a:pPr marL="0" lvl="0" indent="0" algn="l" defTabSz="488950">
            <a:lnSpc>
              <a:spcPct val="90000"/>
            </a:lnSpc>
            <a:spcBef>
              <a:spcPct val="0"/>
            </a:spcBef>
            <a:spcAft>
              <a:spcPct val="35000"/>
            </a:spcAft>
            <a:buNone/>
          </a:pPr>
          <a:r>
            <a:rPr kumimoji="1" lang="ja-JP" sz="1100" b="0" i="0" kern="1200"/>
            <a:t>登録済みポート</a:t>
          </a:r>
          <a:r>
            <a:rPr kumimoji="1" lang="en-US" sz="1100" b="0" i="0" kern="1200"/>
            <a:t>:1024-49151 </a:t>
          </a:r>
          <a:r>
            <a:rPr kumimoji="1" lang="ja-JP" sz="1100" b="0" i="0" kern="1200"/>
            <a:t>特定のアプリケーションやサービス向けに登録されているポートです。</a:t>
          </a:r>
          <a:br>
            <a:rPr kumimoji="1" lang="en-US" sz="1100" b="0" i="0" kern="1200"/>
          </a:br>
          <a:r>
            <a:rPr kumimoji="1" lang="ja-JP" sz="1100" b="0" i="0" kern="1200"/>
            <a:t>使用者はソフトウェアです。</a:t>
          </a:r>
          <a:endParaRPr lang="en-US" sz="1100" kern="1200"/>
        </a:p>
      </dsp:txBody>
      <dsp:txXfrm>
        <a:off x="7786305" y="1489033"/>
        <a:ext cx="1399432" cy="1685714"/>
      </dsp:txXfrm>
    </dsp:sp>
    <dsp:sp modelId="{355AE72E-6889-4AAC-A994-295AECC30844}">
      <dsp:nvSpPr>
        <dsp:cNvPr id="0" name=""/>
        <dsp:cNvSpPr/>
      </dsp:nvSpPr>
      <dsp:spPr>
        <a:xfrm>
          <a:off x="9341229" y="752734"/>
          <a:ext cx="700400" cy="72"/>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33AF72D-4EC2-43BB-A6FF-E060A8D96B40}">
      <dsp:nvSpPr>
        <dsp:cNvPr id="0" name=""/>
        <dsp:cNvSpPr/>
      </dsp:nvSpPr>
      <dsp:spPr>
        <a:xfrm>
          <a:off x="9750876" y="462016"/>
          <a:ext cx="581506" cy="58150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2566" tIns="22566" rIns="22566" bIns="22566" numCol="1" spcCol="1270" anchor="ctr" anchorCtr="0">
          <a:noAutofit/>
        </a:bodyPr>
        <a:lstStyle/>
        <a:p>
          <a:pPr marL="0" lvl="0" indent="0" algn="ctr" defTabSz="844550">
            <a:lnSpc>
              <a:spcPct val="90000"/>
            </a:lnSpc>
            <a:spcBef>
              <a:spcPct val="0"/>
            </a:spcBef>
            <a:spcAft>
              <a:spcPct val="35000"/>
            </a:spcAft>
            <a:buNone/>
          </a:pPr>
          <a:r>
            <a:rPr lang="en-US" sz="1900" kern="1200"/>
            <a:t>7</a:t>
          </a:r>
        </a:p>
      </dsp:txBody>
      <dsp:txXfrm>
        <a:off x="9836036" y="547176"/>
        <a:ext cx="411186" cy="411186"/>
      </dsp:txXfrm>
    </dsp:sp>
    <dsp:sp modelId="{C9D4F39D-E5FF-4CDD-A4C6-BC5D3529407E}">
      <dsp:nvSpPr>
        <dsp:cNvPr id="0" name=""/>
        <dsp:cNvSpPr/>
      </dsp:nvSpPr>
      <dsp:spPr>
        <a:xfrm>
          <a:off x="9341229" y="1209147"/>
          <a:ext cx="1457898" cy="1965600"/>
        </a:xfrm>
        <a:prstGeom prst="upArrowCallout">
          <a:avLst>
            <a:gd name="adj1" fmla="val 50000"/>
            <a:gd name="adj2" fmla="val 20000"/>
            <a:gd name="adj3" fmla="val 20000"/>
            <a:gd name="adj4" fmla="val 100000"/>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5001" tIns="165100" rIns="115001" bIns="165100" numCol="1" spcCol="1270" anchor="t" anchorCtr="0">
          <a:noAutofit/>
        </a:bodyPr>
        <a:lstStyle/>
        <a:p>
          <a:pPr marL="0" lvl="0" indent="0" algn="l" defTabSz="488950">
            <a:lnSpc>
              <a:spcPct val="90000"/>
            </a:lnSpc>
            <a:spcBef>
              <a:spcPct val="0"/>
            </a:spcBef>
            <a:spcAft>
              <a:spcPct val="35000"/>
            </a:spcAft>
            <a:buNone/>
          </a:pPr>
          <a:r>
            <a:rPr kumimoji="1" lang="ja-JP" sz="1100" b="0" i="0" kern="1200"/>
            <a:t>プライベートポート</a:t>
          </a:r>
          <a:r>
            <a:rPr kumimoji="1" lang="en-US" sz="1100" b="0" i="0" kern="1200"/>
            <a:t>:49152-65535 </a:t>
          </a:r>
          <a:r>
            <a:rPr kumimoji="1" lang="ja-JP" sz="1100" b="0" i="0" kern="1200"/>
            <a:t>クライアントが一時的に接続するときに自動で割り当てられるポートです。</a:t>
          </a:r>
          <a:endParaRPr lang="en-US" sz="1100" kern="1200"/>
        </a:p>
      </dsp:txBody>
      <dsp:txXfrm>
        <a:off x="9341229" y="1500727"/>
        <a:ext cx="1457898" cy="167402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3FF800-69EB-4205-B1D8-8F498CDFF575}">
      <dsp:nvSpPr>
        <dsp:cNvPr id="0" name=""/>
        <dsp:cNvSpPr/>
      </dsp:nvSpPr>
      <dsp:spPr>
        <a:xfrm>
          <a:off x="0" y="675655"/>
          <a:ext cx="3086099" cy="195967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4A934F-2880-4477-90F6-9FA28E034040}">
      <dsp:nvSpPr>
        <dsp:cNvPr id="0" name=""/>
        <dsp:cNvSpPr/>
      </dsp:nvSpPr>
      <dsp:spPr>
        <a:xfrm>
          <a:off x="342900" y="1001410"/>
          <a:ext cx="3086099" cy="195967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en-US" sz="1800" b="0" i="0" kern="1200"/>
            <a:t>IPv4</a:t>
          </a:r>
          <a:r>
            <a:rPr kumimoji="1" lang="ja-JP" sz="1800" b="0" i="0" kern="1200"/>
            <a:t>のグローバル</a:t>
          </a:r>
          <a:r>
            <a:rPr kumimoji="1" lang="en-US" sz="1800" b="0" i="0" kern="1200"/>
            <a:t>IP</a:t>
          </a:r>
          <a:r>
            <a:rPr kumimoji="1" lang="ja-JP" sz="1800" b="0" i="0" kern="1200"/>
            <a:t>アドレスは枯渇しかけていて</a:t>
          </a:r>
          <a:r>
            <a:rPr kumimoji="1" lang="en-US" sz="1800" b="0" i="0" kern="1200"/>
            <a:t>IPv6</a:t>
          </a:r>
          <a:r>
            <a:rPr kumimoji="1" lang="ja-JP" sz="1800" b="0" i="0" kern="1200"/>
            <a:t>が開発された経緯があります。</a:t>
          </a:r>
          <a:endParaRPr lang="en-US" sz="1800" kern="1200"/>
        </a:p>
      </dsp:txBody>
      <dsp:txXfrm>
        <a:off x="400297" y="1058807"/>
        <a:ext cx="2971305" cy="1844879"/>
      </dsp:txXfrm>
    </dsp:sp>
    <dsp:sp modelId="{44238331-3FC7-4760-81D7-B6C3ACB4F8CA}">
      <dsp:nvSpPr>
        <dsp:cNvPr id="0" name=""/>
        <dsp:cNvSpPr/>
      </dsp:nvSpPr>
      <dsp:spPr>
        <a:xfrm>
          <a:off x="3771900" y="675655"/>
          <a:ext cx="3086099" cy="195967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984851D-8018-43C5-8904-9FB4309192BB}">
      <dsp:nvSpPr>
        <dsp:cNvPr id="0" name=""/>
        <dsp:cNvSpPr/>
      </dsp:nvSpPr>
      <dsp:spPr>
        <a:xfrm>
          <a:off x="4114800" y="1001410"/>
          <a:ext cx="3086099" cy="195967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sz="1800" b="0" i="0" kern="1200"/>
            <a:t>その為、そもそも節約すればまだまだ使えます。</a:t>
          </a:r>
          <a:endParaRPr lang="en-US" sz="1800" kern="1200"/>
        </a:p>
      </dsp:txBody>
      <dsp:txXfrm>
        <a:off x="4172197" y="1058807"/>
        <a:ext cx="2971305" cy="1844879"/>
      </dsp:txXfrm>
    </dsp:sp>
    <dsp:sp modelId="{36E1B037-D908-466F-B144-6A5CF15E0B7A}">
      <dsp:nvSpPr>
        <dsp:cNvPr id="0" name=""/>
        <dsp:cNvSpPr/>
      </dsp:nvSpPr>
      <dsp:spPr>
        <a:xfrm>
          <a:off x="7543800" y="675655"/>
          <a:ext cx="3086099" cy="195967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5FF2C54-E282-44FC-AE9E-541CD1DB970D}">
      <dsp:nvSpPr>
        <dsp:cNvPr id="0" name=""/>
        <dsp:cNvSpPr/>
      </dsp:nvSpPr>
      <dsp:spPr>
        <a:xfrm>
          <a:off x="7886700" y="1001410"/>
          <a:ext cx="3086099" cy="195967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sz="1800" b="0" i="0" kern="1200"/>
            <a:t>その節約の意味もありグローバル</a:t>
          </a:r>
          <a:r>
            <a:rPr kumimoji="1" lang="en-US" sz="1800" b="0" i="0" kern="1200"/>
            <a:t>IP</a:t>
          </a:r>
          <a:r>
            <a:rPr kumimoji="1" lang="ja-JP" sz="1800" b="0" i="0" kern="1200"/>
            <a:t>アドレスは接続があるユーザーに自動で割り当ててインターネット接続をできるようにしています。</a:t>
          </a:r>
          <a:endParaRPr lang="en-US" sz="1800" kern="1200"/>
        </a:p>
      </dsp:txBody>
      <dsp:txXfrm>
        <a:off x="7944097" y="1058807"/>
        <a:ext cx="2971305" cy="184487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71964-FC4A-4BAB-801E-A5BC4184140A}">
      <dsp:nvSpPr>
        <dsp:cNvPr id="0" name=""/>
        <dsp:cNvSpPr/>
      </dsp:nvSpPr>
      <dsp:spPr>
        <a:xfrm>
          <a:off x="0" y="1381536"/>
          <a:ext cx="882848" cy="1235987"/>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830" tIns="330200" rIns="68830" bIns="330200" numCol="1" spcCol="1270" anchor="t" anchorCtr="0">
          <a:noAutofit/>
        </a:bodyPr>
        <a:lstStyle/>
        <a:p>
          <a:pPr marL="0" lvl="0" indent="0" algn="l" defTabSz="488950">
            <a:lnSpc>
              <a:spcPct val="90000"/>
            </a:lnSpc>
            <a:spcBef>
              <a:spcPct val="0"/>
            </a:spcBef>
            <a:spcAft>
              <a:spcPct val="35000"/>
            </a:spcAft>
            <a:buNone/>
          </a:pPr>
          <a:r>
            <a:rPr kumimoji="1" lang="en-US" sz="1100" b="0" i="0" kern="1200"/>
            <a:t>IPv4</a:t>
          </a:r>
          <a:r>
            <a:rPr kumimoji="1" lang="ja-JP" sz="1100" b="0" i="0" kern="1200"/>
            <a:t>のグローバル</a:t>
          </a:r>
          <a:r>
            <a:rPr kumimoji="1" lang="en-US" sz="1100" b="0" i="0" kern="1200"/>
            <a:t>IP</a:t>
          </a:r>
          <a:r>
            <a:rPr kumimoji="1" lang="ja-JP" sz="1100" b="0" i="0" kern="1200"/>
            <a:t>アドレスは枯渇しかけていて</a:t>
          </a:r>
          <a:r>
            <a:rPr kumimoji="1" lang="en-US" sz="1100" b="0" i="0" kern="1200"/>
            <a:t>IPv6</a:t>
          </a:r>
          <a:r>
            <a:rPr kumimoji="1" lang="ja-JP" sz="1100" b="0" i="0" kern="1200"/>
            <a:t>が開発された経緯があります。</a:t>
          </a:r>
          <a:endParaRPr lang="en-US" sz="1100" kern="1200"/>
        </a:p>
      </dsp:txBody>
      <dsp:txXfrm>
        <a:off x="0" y="1851211"/>
        <a:ext cx="882848" cy="741592"/>
      </dsp:txXfrm>
    </dsp:sp>
    <dsp:sp modelId="{0354CDED-1440-4EC9-9A43-96F009EBD4D6}">
      <dsp:nvSpPr>
        <dsp:cNvPr id="0" name=""/>
        <dsp:cNvSpPr/>
      </dsp:nvSpPr>
      <dsp:spPr>
        <a:xfrm>
          <a:off x="256026" y="1505134"/>
          <a:ext cx="370796" cy="37079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8909" tIns="12700" rIns="28909" bIns="12700" numCol="1" spcCol="1270" anchor="ctr" anchorCtr="0">
          <a:noAutofit/>
        </a:bodyPr>
        <a:lstStyle/>
        <a:p>
          <a:pPr marL="0" lvl="0" indent="0" algn="ctr" defTabSz="622300">
            <a:lnSpc>
              <a:spcPct val="90000"/>
            </a:lnSpc>
            <a:spcBef>
              <a:spcPct val="0"/>
            </a:spcBef>
            <a:spcAft>
              <a:spcPct val="35000"/>
            </a:spcAft>
            <a:buNone/>
          </a:pPr>
          <a:r>
            <a:rPr lang="en-US" sz="1400" kern="1200"/>
            <a:t>1</a:t>
          </a:r>
        </a:p>
      </dsp:txBody>
      <dsp:txXfrm>
        <a:off x="310328" y="1559436"/>
        <a:ext cx="262192" cy="262192"/>
      </dsp:txXfrm>
    </dsp:sp>
    <dsp:sp modelId="{C95AD0DD-4F7D-4E6E-8B3C-41B419CEC2F2}">
      <dsp:nvSpPr>
        <dsp:cNvPr id="0" name=""/>
        <dsp:cNvSpPr/>
      </dsp:nvSpPr>
      <dsp:spPr>
        <a:xfrm>
          <a:off x="0" y="2617451"/>
          <a:ext cx="882848" cy="72"/>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FA18F383-FB8E-475D-85DD-921B626142BF}">
      <dsp:nvSpPr>
        <dsp:cNvPr id="0" name=""/>
        <dsp:cNvSpPr/>
      </dsp:nvSpPr>
      <dsp:spPr>
        <a:xfrm>
          <a:off x="971133" y="1381536"/>
          <a:ext cx="882848" cy="1235987"/>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830" tIns="330200" rIns="68830" bIns="330200" numCol="1" spcCol="1270" anchor="t" anchorCtr="0">
          <a:noAutofit/>
        </a:bodyPr>
        <a:lstStyle/>
        <a:p>
          <a:pPr marL="0" lvl="0" indent="0" algn="l" defTabSz="488950">
            <a:lnSpc>
              <a:spcPct val="90000"/>
            </a:lnSpc>
            <a:spcBef>
              <a:spcPct val="0"/>
            </a:spcBef>
            <a:spcAft>
              <a:spcPct val="35000"/>
            </a:spcAft>
            <a:buNone/>
          </a:pPr>
          <a:r>
            <a:rPr kumimoji="1" lang="ja-JP" sz="1100" b="0" i="0" kern="1200"/>
            <a:t>その為、そもそも節約すればまだまだ使えます。</a:t>
          </a:r>
          <a:endParaRPr lang="en-US" sz="1100" kern="1200"/>
        </a:p>
      </dsp:txBody>
      <dsp:txXfrm>
        <a:off x="971133" y="1851211"/>
        <a:ext cx="882848" cy="741592"/>
      </dsp:txXfrm>
    </dsp:sp>
    <dsp:sp modelId="{B48D94FB-659F-4798-ACC6-2895CCC82CC8}">
      <dsp:nvSpPr>
        <dsp:cNvPr id="0" name=""/>
        <dsp:cNvSpPr/>
      </dsp:nvSpPr>
      <dsp:spPr>
        <a:xfrm>
          <a:off x="1227159" y="1505134"/>
          <a:ext cx="370796" cy="37079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8909" tIns="12700" rIns="28909" bIns="12700" numCol="1" spcCol="1270" anchor="ctr" anchorCtr="0">
          <a:noAutofit/>
        </a:bodyPr>
        <a:lstStyle/>
        <a:p>
          <a:pPr marL="0" lvl="0" indent="0" algn="ctr" defTabSz="622300">
            <a:lnSpc>
              <a:spcPct val="90000"/>
            </a:lnSpc>
            <a:spcBef>
              <a:spcPct val="0"/>
            </a:spcBef>
            <a:spcAft>
              <a:spcPct val="35000"/>
            </a:spcAft>
            <a:buNone/>
          </a:pPr>
          <a:r>
            <a:rPr lang="en-US" sz="1400" kern="1200"/>
            <a:t>2</a:t>
          </a:r>
        </a:p>
      </dsp:txBody>
      <dsp:txXfrm>
        <a:off x="1281461" y="1559436"/>
        <a:ext cx="262192" cy="262192"/>
      </dsp:txXfrm>
    </dsp:sp>
    <dsp:sp modelId="{95DB09B1-57BB-4476-A598-E36644AF7949}">
      <dsp:nvSpPr>
        <dsp:cNvPr id="0" name=""/>
        <dsp:cNvSpPr/>
      </dsp:nvSpPr>
      <dsp:spPr>
        <a:xfrm>
          <a:off x="971133" y="2617451"/>
          <a:ext cx="882848" cy="72"/>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7D5ACE94-887C-41FF-AC62-8F3CA63D5FDA}">
      <dsp:nvSpPr>
        <dsp:cNvPr id="0" name=""/>
        <dsp:cNvSpPr/>
      </dsp:nvSpPr>
      <dsp:spPr>
        <a:xfrm>
          <a:off x="1942266" y="1381536"/>
          <a:ext cx="882848" cy="1235987"/>
        </a:xfrm>
        <a:prstGeom prst="rect">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830" tIns="330200" rIns="68830" bIns="330200" numCol="1" spcCol="1270" anchor="t" anchorCtr="0">
          <a:noAutofit/>
        </a:bodyPr>
        <a:lstStyle/>
        <a:p>
          <a:pPr marL="0" lvl="0" indent="0" algn="l" defTabSz="488950">
            <a:lnSpc>
              <a:spcPct val="90000"/>
            </a:lnSpc>
            <a:spcBef>
              <a:spcPct val="0"/>
            </a:spcBef>
            <a:spcAft>
              <a:spcPct val="35000"/>
            </a:spcAft>
            <a:buNone/>
          </a:pPr>
          <a:r>
            <a:rPr kumimoji="1" lang="ja-JP" sz="1100" b="0" i="0" kern="1200"/>
            <a:t>その節約の意味もありグローバル</a:t>
          </a:r>
          <a:r>
            <a:rPr kumimoji="1" lang="en-US" sz="1100" b="0" i="0" kern="1200"/>
            <a:t>IP</a:t>
          </a:r>
          <a:r>
            <a:rPr kumimoji="1" lang="ja-JP" sz="1100" b="0" i="0" kern="1200"/>
            <a:t>アドレスは接続があるユーザーに自動で割り当ててインターネット接続をできるようにしています。</a:t>
          </a:r>
          <a:endParaRPr lang="en-US" sz="1100" kern="1200"/>
        </a:p>
      </dsp:txBody>
      <dsp:txXfrm>
        <a:off x="1942266" y="1851211"/>
        <a:ext cx="882848" cy="741592"/>
      </dsp:txXfrm>
    </dsp:sp>
    <dsp:sp modelId="{8EE79E4F-B094-4CCC-92B5-DA0A9EB7E9CB}">
      <dsp:nvSpPr>
        <dsp:cNvPr id="0" name=""/>
        <dsp:cNvSpPr/>
      </dsp:nvSpPr>
      <dsp:spPr>
        <a:xfrm>
          <a:off x="2198292" y="1505134"/>
          <a:ext cx="370796" cy="370796"/>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28909" tIns="12700" rIns="28909" bIns="12700" numCol="1" spcCol="1270" anchor="ctr" anchorCtr="0">
          <a:noAutofit/>
        </a:bodyPr>
        <a:lstStyle/>
        <a:p>
          <a:pPr marL="0" lvl="0" indent="0" algn="ctr" defTabSz="622300">
            <a:lnSpc>
              <a:spcPct val="90000"/>
            </a:lnSpc>
            <a:spcBef>
              <a:spcPct val="0"/>
            </a:spcBef>
            <a:spcAft>
              <a:spcPct val="35000"/>
            </a:spcAft>
            <a:buNone/>
          </a:pPr>
          <a:r>
            <a:rPr lang="en-US" sz="1400" kern="1200"/>
            <a:t>3</a:t>
          </a:r>
        </a:p>
      </dsp:txBody>
      <dsp:txXfrm>
        <a:off x="2252594" y="1559436"/>
        <a:ext cx="262192" cy="262192"/>
      </dsp:txXfrm>
    </dsp:sp>
    <dsp:sp modelId="{B73DCD57-141F-4F04-B5B5-B339EF6BA9DF}">
      <dsp:nvSpPr>
        <dsp:cNvPr id="0" name=""/>
        <dsp:cNvSpPr/>
      </dsp:nvSpPr>
      <dsp:spPr>
        <a:xfrm>
          <a:off x="1942266" y="2617451"/>
          <a:ext cx="882848" cy="72"/>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C06522-6D2A-455D-9FCA-4C32BCBAA791}">
      <dsp:nvSpPr>
        <dsp:cNvPr id="0" name=""/>
        <dsp:cNvSpPr/>
      </dsp:nvSpPr>
      <dsp:spPr>
        <a:xfrm>
          <a:off x="0" y="0"/>
          <a:ext cx="3428999" cy="36367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67338" tIns="330200" rIns="267338" bIns="330200" numCol="1" spcCol="1270" anchor="t" anchorCtr="0">
          <a:noAutofit/>
        </a:bodyPr>
        <a:lstStyle/>
        <a:p>
          <a:pPr marL="0" lvl="0" indent="0" algn="l" defTabSz="800100">
            <a:lnSpc>
              <a:spcPct val="90000"/>
            </a:lnSpc>
            <a:spcBef>
              <a:spcPct val="0"/>
            </a:spcBef>
            <a:spcAft>
              <a:spcPct val="35000"/>
            </a:spcAft>
            <a:buNone/>
          </a:pPr>
          <a:r>
            <a:rPr kumimoji="1" lang="en-US" sz="1800" b="0" i="0" kern="1200"/>
            <a:t>IPv4</a:t>
          </a:r>
          <a:r>
            <a:rPr kumimoji="1" lang="ja-JP" sz="1800" b="0" i="0" kern="1200"/>
            <a:t>のグローバル</a:t>
          </a:r>
          <a:r>
            <a:rPr kumimoji="1" lang="en-US" sz="1800" b="0" i="0" kern="1200"/>
            <a:t>IP</a:t>
          </a:r>
          <a:r>
            <a:rPr kumimoji="1" lang="ja-JP" sz="1800" b="0" i="0" kern="1200"/>
            <a:t>アドレスは枯渇しかけていて</a:t>
          </a:r>
          <a:r>
            <a:rPr kumimoji="1" lang="en-US" sz="1800" b="0" i="0" kern="1200"/>
            <a:t>IPv6</a:t>
          </a:r>
          <a:r>
            <a:rPr kumimoji="1" lang="ja-JP" sz="1800" b="0" i="0" kern="1200"/>
            <a:t>が開発された経緯があります。</a:t>
          </a:r>
          <a:endParaRPr lang="en-US" sz="1800" kern="1200"/>
        </a:p>
      </dsp:txBody>
      <dsp:txXfrm>
        <a:off x="0" y="1381961"/>
        <a:ext cx="3428999" cy="2182044"/>
      </dsp:txXfrm>
    </dsp:sp>
    <dsp:sp modelId="{DB8FC8B0-CE8C-4549-BC2F-607267C2252E}">
      <dsp:nvSpPr>
        <dsp:cNvPr id="0" name=""/>
        <dsp:cNvSpPr/>
      </dsp:nvSpPr>
      <dsp:spPr>
        <a:xfrm>
          <a:off x="1168988" y="363673"/>
          <a:ext cx="1091022" cy="1091022"/>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85060" tIns="12700" rIns="85060" bIns="12700" numCol="1" spcCol="1270" anchor="ctr" anchorCtr="0">
          <a:noAutofit/>
        </a:bodyPr>
        <a:lstStyle/>
        <a:p>
          <a:pPr marL="0" lvl="0" indent="0" algn="ctr" defTabSz="1689100">
            <a:lnSpc>
              <a:spcPct val="90000"/>
            </a:lnSpc>
            <a:spcBef>
              <a:spcPct val="0"/>
            </a:spcBef>
            <a:spcAft>
              <a:spcPct val="35000"/>
            </a:spcAft>
            <a:buNone/>
          </a:pPr>
          <a:r>
            <a:rPr lang="en-US" sz="3800" kern="1200"/>
            <a:t>1</a:t>
          </a:r>
          <a:endParaRPr lang="en-US" sz="3800" kern="1200" dirty="0"/>
        </a:p>
      </dsp:txBody>
      <dsp:txXfrm>
        <a:off x="1328764" y="523449"/>
        <a:ext cx="771470" cy="771470"/>
      </dsp:txXfrm>
    </dsp:sp>
    <dsp:sp modelId="{B6077972-EAAF-40C9-9C64-4F3DCC7540E9}">
      <dsp:nvSpPr>
        <dsp:cNvPr id="0" name=""/>
        <dsp:cNvSpPr/>
      </dsp:nvSpPr>
      <dsp:spPr>
        <a:xfrm>
          <a:off x="0" y="3636668"/>
          <a:ext cx="3428999"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17D70829-00C1-482D-B949-8B481E39A349}">
      <dsp:nvSpPr>
        <dsp:cNvPr id="0" name=""/>
        <dsp:cNvSpPr/>
      </dsp:nvSpPr>
      <dsp:spPr>
        <a:xfrm>
          <a:off x="3771899" y="0"/>
          <a:ext cx="3428999" cy="36367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67338" tIns="330200" rIns="267338" bIns="330200" numCol="1" spcCol="1270" anchor="t" anchorCtr="0">
          <a:noAutofit/>
        </a:bodyPr>
        <a:lstStyle/>
        <a:p>
          <a:pPr marL="0" lvl="0" indent="0" algn="l" defTabSz="800100">
            <a:lnSpc>
              <a:spcPct val="90000"/>
            </a:lnSpc>
            <a:spcBef>
              <a:spcPct val="0"/>
            </a:spcBef>
            <a:spcAft>
              <a:spcPct val="35000"/>
            </a:spcAft>
            <a:buNone/>
          </a:pPr>
          <a:r>
            <a:rPr kumimoji="1" lang="ja-JP" sz="1800" b="0" i="0" kern="1200"/>
            <a:t>その為、そもそも節約すればまだまだ使えます。</a:t>
          </a:r>
          <a:endParaRPr lang="en-US" sz="1800" kern="1200"/>
        </a:p>
      </dsp:txBody>
      <dsp:txXfrm>
        <a:off x="3771899" y="1381961"/>
        <a:ext cx="3428999" cy="2182044"/>
      </dsp:txXfrm>
    </dsp:sp>
    <dsp:sp modelId="{99EDC1DD-7183-44E0-9670-7F902D13EBF3}">
      <dsp:nvSpPr>
        <dsp:cNvPr id="0" name=""/>
        <dsp:cNvSpPr/>
      </dsp:nvSpPr>
      <dsp:spPr>
        <a:xfrm>
          <a:off x="4940888" y="363673"/>
          <a:ext cx="1091022" cy="1091022"/>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85060" tIns="12700" rIns="85060" bIns="12700" numCol="1" spcCol="1270" anchor="ctr" anchorCtr="0">
          <a:noAutofit/>
        </a:bodyPr>
        <a:lstStyle/>
        <a:p>
          <a:pPr marL="0" lvl="0" indent="0" algn="ctr" defTabSz="1689100">
            <a:lnSpc>
              <a:spcPct val="90000"/>
            </a:lnSpc>
            <a:spcBef>
              <a:spcPct val="0"/>
            </a:spcBef>
            <a:spcAft>
              <a:spcPct val="35000"/>
            </a:spcAft>
            <a:buNone/>
          </a:pPr>
          <a:r>
            <a:rPr lang="en-US" sz="3800" kern="1200"/>
            <a:t>2</a:t>
          </a:r>
          <a:endParaRPr lang="en-US" sz="3800" kern="1200" dirty="0"/>
        </a:p>
      </dsp:txBody>
      <dsp:txXfrm>
        <a:off x="5100664" y="523449"/>
        <a:ext cx="771470" cy="771470"/>
      </dsp:txXfrm>
    </dsp:sp>
    <dsp:sp modelId="{F4EF5973-CACE-4499-A0E6-E9C4308BB80C}">
      <dsp:nvSpPr>
        <dsp:cNvPr id="0" name=""/>
        <dsp:cNvSpPr/>
      </dsp:nvSpPr>
      <dsp:spPr>
        <a:xfrm>
          <a:off x="3771899" y="3636668"/>
          <a:ext cx="3428999"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54EBF387-5222-4902-A0CD-AA3CAF543FA2}">
      <dsp:nvSpPr>
        <dsp:cNvPr id="0" name=""/>
        <dsp:cNvSpPr/>
      </dsp:nvSpPr>
      <dsp:spPr>
        <a:xfrm>
          <a:off x="7543800" y="0"/>
          <a:ext cx="3428999" cy="36367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67338" tIns="330200" rIns="267338" bIns="330200" numCol="1" spcCol="1270" anchor="t" anchorCtr="0">
          <a:noAutofit/>
        </a:bodyPr>
        <a:lstStyle/>
        <a:p>
          <a:pPr marL="0" lvl="0" indent="0" algn="l" defTabSz="800100">
            <a:lnSpc>
              <a:spcPct val="90000"/>
            </a:lnSpc>
            <a:spcBef>
              <a:spcPct val="0"/>
            </a:spcBef>
            <a:spcAft>
              <a:spcPct val="35000"/>
            </a:spcAft>
            <a:buNone/>
          </a:pPr>
          <a:r>
            <a:rPr kumimoji="1" lang="ja-JP" sz="1800" b="0" i="0" kern="1200"/>
            <a:t>その節約の意味もありグローバル</a:t>
          </a:r>
          <a:r>
            <a:rPr kumimoji="1" lang="en-US" sz="1800" b="0" i="0" kern="1200"/>
            <a:t>IP</a:t>
          </a:r>
          <a:r>
            <a:rPr kumimoji="1" lang="ja-JP" sz="1800" b="0" i="0" kern="1200"/>
            <a:t>アドレスは接続があるユーザーに自動で割り当ててインターネット接続をできるようにしています。</a:t>
          </a:r>
          <a:endParaRPr lang="en-US" sz="1800" kern="1200"/>
        </a:p>
      </dsp:txBody>
      <dsp:txXfrm>
        <a:off x="7543800" y="1381961"/>
        <a:ext cx="3428999" cy="2182044"/>
      </dsp:txXfrm>
    </dsp:sp>
    <dsp:sp modelId="{034273E1-0827-4D98-83DF-74A57FACAA01}">
      <dsp:nvSpPr>
        <dsp:cNvPr id="0" name=""/>
        <dsp:cNvSpPr/>
      </dsp:nvSpPr>
      <dsp:spPr>
        <a:xfrm>
          <a:off x="8712788" y="363673"/>
          <a:ext cx="1091022" cy="1091022"/>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txBody>
        <a:bodyPr spcFirstLastPara="0" vert="horz" wrap="square" lIns="85060" tIns="12700" rIns="85060" bIns="12700" numCol="1" spcCol="1270" anchor="ctr" anchorCtr="0">
          <a:noAutofit/>
        </a:bodyPr>
        <a:lstStyle/>
        <a:p>
          <a:pPr marL="0" lvl="0" indent="0" algn="ctr" defTabSz="1689100">
            <a:lnSpc>
              <a:spcPct val="90000"/>
            </a:lnSpc>
            <a:spcBef>
              <a:spcPct val="0"/>
            </a:spcBef>
            <a:spcAft>
              <a:spcPct val="35000"/>
            </a:spcAft>
            <a:buNone/>
          </a:pPr>
          <a:r>
            <a:rPr lang="en-US" sz="3800" kern="1200"/>
            <a:t>3</a:t>
          </a:r>
          <a:endParaRPr lang="en-US" sz="3800" kern="1200" dirty="0"/>
        </a:p>
      </dsp:txBody>
      <dsp:txXfrm>
        <a:off x="8872564" y="523449"/>
        <a:ext cx="771470" cy="771470"/>
      </dsp:txXfrm>
    </dsp:sp>
    <dsp:sp modelId="{638514CB-56EE-4A8C-8416-E7C330F09E90}">
      <dsp:nvSpPr>
        <dsp:cNvPr id="0" name=""/>
        <dsp:cNvSpPr/>
      </dsp:nvSpPr>
      <dsp:spPr>
        <a:xfrm>
          <a:off x="7543800" y="3636668"/>
          <a:ext cx="3428999" cy="72"/>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ACD94B-8BAE-4178-8D34-4CB095465ED0}">
      <dsp:nvSpPr>
        <dsp:cNvPr id="0" name=""/>
        <dsp:cNvSpPr/>
      </dsp:nvSpPr>
      <dsp:spPr>
        <a:xfrm>
          <a:off x="0" y="1036273"/>
          <a:ext cx="2196703" cy="1394906"/>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353EA32D-9383-4F9E-B2AE-859241E85183}">
      <dsp:nvSpPr>
        <dsp:cNvPr id="0" name=""/>
        <dsp:cNvSpPr/>
      </dsp:nvSpPr>
      <dsp:spPr>
        <a:xfrm>
          <a:off x="244078" y="1268147"/>
          <a:ext cx="2196703" cy="1394906"/>
        </a:xfrm>
        <a:prstGeom prst="roundRect">
          <a:avLst>
            <a:gd name="adj" fmla="val 10000"/>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kumimoji="1" lang="en-US" sz="1200" b="0" i="0" kern="1200"/>
            <a:t>IPv4</a:t>
          </a:r>
          <a:r>
            <a:rPr kumimoji="1" lang="ja-JP" sz="1200" b="0" i="0" kern="1200"/>
            <a:t>のグローバル</a:t>
          </a:r>
          <a:r>
            <a:rPr kumimoji="1" lang="en-US" sz="1200" b="0" i="0" kern="1200"/>
            <a:t>IP</a:t>
          </a:r>
          <a:r>
            <a:rPr kumimoji="1" lang="ja-JP" sz="1200" b="0" i="0" kern="1200"/>
            <a:t>アドレスは枯渇しかけていて</a:t>
          </a:r>
          <a:r>
            <a:rPr kumimoji="1" lang="en-US" sz="1200" b="0" i="0" kern="1200"/>
            <a:t>IPv6</a:t>
          </a:r>
          <a:r>
            <a:rPr kumimoji="1" lang="ja-JP" sz="1200" b="0" i="0" kern="1200"/>
            <a:t>が開発された経緯があります。</a:t>
          </a:r>
          <a:endParaRPr lang="en-US" sz="1200" kern="1200"/>
        </a:p>
      </dsp:txBody>
      <dsp:txXfrm>
        <a:off x="284933" y="1309002"/>
        <a:ext cx="2114993" cy="1313196"/>
      </dsp:txXfrm>
    </dsp:sp>
    <dsp:sp modelId="{71AA6313-0AA8-4516-8C3C-7CA59F4EC50F}">
      <dsp:nvSpPr>
        <dsp:cNvPr id="0" name=""/>
        <dsp:cNvSpPr/>
      </dsp:nvSpPr>
      <dsp:spPr>
        <a:xfrm>
          <a:off x="2684859" y="1036273"/>
          <a:ext cx="2196703" cy="1394906"/>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26ECDBB6-1FC9-41E9-96DC-8B2829DFDA7B}">
      <dsp:nvSpPr>
        <dsp:cNvPr id="0" name=""/>
        <dsp:cNvSpPr/>
      </dsp:nvSpPr>
      <dsp:spPr>
        <a:xfrm>
          <a:off x="2928937" y="1268147"/>
          <a:ext cx="2196703" cy="1394906"/>
        </a:xfrm>
        <a:prstGeom prst="roundRect">
          <a:avLst>
            <a:gd name="adj" fmla="val 10000"/>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kumimoji="1" lang="ja-JP" sz="1200" b="0" i="0" kern="1200"/>
            <a:t>その為、そもそも節約すればまだまだ使えます。</a:t>
          </a:r>
          <a:endParaRPr lang="en-US" sz="1200" kern="1200"/>
        </a:p>
      </dsp:txBody>
      <dsp:txXfrm>
        <a:off x="2969792" y="1309002"/>
        <a:ext cx="2114993" cy="1313196"/>
      </dsp:txXfrm>
    </dsp:sp>
    <dsp:sp modelId="{E6C89985-B7EE-4D3E-BAD7-D895A4A1F16F}">
      <dsp:nvSpPr>
        <dsp:cNvPr id="0" name=""/>
        <dsp:cNvSpPr/>
      </dsp:nvSpPr>
      <dsp:spPr>
        <a:xfrm>
          <a:off x="5369718" y="1036273"/>
          <a:ext cx="2196703" cy="1394906"/>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2C224A1D-0B9A-43F5-A281-682FDE3064FE}">
      <dsp:nvSpPr>
        <dsp:cNvPr id="0" name=""/>
        <dsp:cNvSpPr/>
      </dsp:nvSpPr>
      <dsp:spPr>
        <a:xfrm>
          <a:off x="5613796" y="1268147"/>
          <a:ext cx="2196703" cy="1394906"/>
        </a:xfrm>
        <a:prstGeom prst="roundRect">
          <a:avLst>
            <a:gd name="adj" fmla="val 10000"/>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kumimoji="1" lang="ja-JP" sz="1200" b="0" i="0" kern="1200"/>
            <a:t>その節約の意味もありグローバル</a:t>
          </a:r>
          <a:r>
            <a:rPr kumimoji="1" lang="en-US" sz="1200" b="0" i="0" kern="1200"/>
            <a:t>IP</a:t>
          </a:r>
          <a:r>
            <a:rPr kumimoji="1" lang="ja-JP" sz="1200" b="0" i="0" kern="1200"/>
            <a:t>アドレスは接続があるユーザーに自動で割り当ててインターネット接続をできるようにしています。</a:t>
          </a:r>
          <a:endParaRPr lang="en-US" sz="1200" kern="1200"/>
        </a:p>
      </dsp:txBody>
      <dsp:txXfrm>
        <a:off x="5654651" y="1309002"/>
        <a:ext cx="2114993" cy="1313196"/>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16/7/layout/LinearArrowProcessNumbered">
  <dgm:title val="Linear Arrow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shape called UpArrowCallout. Also the nodes are connected by an arrow like shape emphasizing the process natur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L"/>
      <dgm:param type="nodeVertAlign" val="t"/>
    </dgm:alg>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6"/>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2.1"/>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if>
                <dgm:else name="ifMoreThanOneNode">
                  <dgm:constrLst>
                    <dgm:constr type="h"/>
                    <dgm:constr type="h" for="ch" forName="lineNode" val="0.002"/>
                    <dgm:constr type="w" for="ch" forName="lineNode" refType="w" fact="0.4"/>
                    <dgm:constr type="l" for="ch" forName="lineNode" refType="w" fact="0.5"/>
                    <dgm:constr type="w" for="ch" forName="lineArrowNode" refType="w" fact="0.046"/>
                    <dgm:constr type="h" for="ch" forName="lineArrowNode" refType="h" fact="0.18"/>
                    <dgm:constr type="l" for="ch" forName="lineArrowNode" refType="w" fact="0.924"/>
                    <dgm:constr type="t" for="ch" forName="lineArrowNode" refType="h" fact="0.18"/>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else>
              </dgm:choose>
            </dgm:if>
            <dgm:if name="ifLastNode" axis="self" ptType="node" func="revPos" op="equ" val="1">
              <dgm:constrLst>
                <dgm:constr type="h"/>
                <dgm:constr type="h" for="ch" forName="lineNode" val="0.002"/>
                <dgm:constr type="w" for="ch" forName="lineNode" refType="w" fact="0.45"/>
                <dgm:constr type="w" for="ch" forName="lineArrowNode" refType="w" fact="0"/>
                <dgm:constr type="h" for="ch" forName="lineArrowNode" refType="h" fact="0"/>
                <dgm:constr type="ctrY" for="ch" forName="lineNode" refType="ctrY" refFor="ch" refForName="sibTransNodeCircle"/>
                <dgm:constr type="h" for="ch" forName="sibTransNodeCircle" refType="h"/>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if>
            <dgm:else name="allOtherNodes">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924"/>
                <dgm:constr type="t" for="ch" forName="lineArrowNode" refType="h" fact="0.18"/>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else>
          </dgm:choose>
          <dgm:layoutNode name="lineNode" styleLbl="alignAccFollowNode1">
            <dgm:alg type="sp"/>
            <dgm:shape xmlns:r="http://schemas.openxmlformats.org/officeDocument/2006/relationships" type="rect" r:blip="">
              <dgm:adjLst/>
            </dgm:shape>
            <dgm:presOf/>
            <dgm:constrLst/>
            <dgm:ruleLst/>
          </dgm:layoutNode>
          <dgm:layoutNode name="lineArrowNode" styleLbl="alignAccFollowNode1">
            <dgm:alg type="sp"/>
            <dgm:shape xmlns:r="http://schemas.openxmlformats.org/officeDocument/2006/relationships" type="chevron" r:blip="">
              <dgm:adjLst>
                <dgm:adj idx="1" val="0.9"/>
              </dgm:adjLst>
            </dgm:shape>
            <dgm:presOf/>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forEach>
          <dgm:presOf/>
          <dgm:ruleLst/>
        </dgm:layoutNode>
        <dgm:layoutNode name="nodeText" styleLbl="alignAccFollowNode1">
          <dgm:varLst>
            <dgm:bulletEnabled val="1"/>
          </dgm:varLst>
          <dgm:alg type="tx">
            <dgm:param type="parTxLTRAlign" val="l"/>
            <dgm:param type="parTxRTLAlign" val="r"/>
            <dgm:param type="txAnchorVert" val="t"/>
          </dgm:alg>
          <dgm:shape xmlns:r="http://schemas.openxmlformats.org/officeDocument/2006/relationships" type="upArrowCallout" r:blip="">
            <dgm:adjLst>
              <dgm:adj idx="1" val="0.5"/>
              <dgm:adj idx="2" val="0.2"/>
              <dgm:adj idx="3" val="0.2"/>
              <dgm:adj idx="4" val="1"/>
            </dgm:adjLst>
          </dgm:shape>
          <dgm:presOf axis="desOrSelf" ptType="node"/>
          <dgm:constrLst>
            <dgm:constr type="secFontSz" val="16"/>
            <dgm:constr type="primFontSz" val="26"/>
            <dgm:constr type="h"/>
            <dgm:constr type="tMarg" val="13"/>
            <dgm:constr type="lMarg" refType="w" fact="0.2236"/>
            <dgm:constr type="rMarg" refType="w" fact="0.2236"/>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13.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1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08F6756E-81DA-9FAC-70D8-556F658BDD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ja-JP" sz="1200"/>
            </a:lvl1pPr>
          </a:lstStyle>
          <a:p>
            <a:pPr rtl="0"/>
            <a:fld id="{29A6D377-CE9F-42F4-9401-7CF08A855EE4}" type="datetime1">
              <a:rPr lang="ja-JP" altLang="en-US" smtClean="0">
                <a:latin typeface="Meiryo UI" panose="020B0604030504040204" pitchFamily="50" charset="-128"/>
                <a:ea typeface="Meiryo UI" panose="020B0604030504040204" pitchFamily="50" charset="-128"/>
              </a:rPr>
              <a:t>2026/3/26</a:t>
            </a:fld>
            <a:endParaRPr lang="ja-JP" dirty="0">
              <a:latin typeface="Meiryo UI" panose="020B0604030504040204" pitchFamily="50" charset="-128"/>
              <a:ea typeface="Meiryo UI" panose="020B0604030504040204" pitchFamily="50" charset="-128"/>
            </a:endParaRPr>
          </a:p>
        </p:txBody>
      </p:sp>
      <p:sp>
        <p:nvSpPr>
          <p:cNvPr id="6" name="スライド番号プレースホルダー 5">
            <a:extLst>
              <a:ext uri="{FF2B5EF4-FFF2-40B4-BE49-F238E27FC236}">
                <a16:creationId xmlns:a16="http://schemas.microsoft.com/office/drawing/2014/main" id="{A771D415-D05A-7067-CCD3-457153D96C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ja-JP" sz="1200"/>
            </a:lvl1pPr>
          </a:lstStyle>
          <a:p>
            <a:pPr rtl="0"/>
            <a:fld id="{E2C230DF-5933-439D-898F-38E9AC9BA688}" type="slidenum">
              <a:rPr lang="ja-JP" smtClean="0">
                <a:latin typeface="Meiryo UI" panose="020B0604030504040204" pitchFamily="50" charset="-128"/>
                <a:ea typeface="Meiryo UI" panose="020B0604030504040204" pitchFamily="50" charset="-128"/>
              </a:rPr>
              <a:t>‹#›</a:t>
            </a:fld>
            <a:endParaRPr lang="ja-JP" dirty="0">
              <a:latin typeface="Meiryo UI" panose="020B0604030504040204" pitchFamily="50" charset="-128"/>
              <a:ea typeface="Meiryo UI" panose="020B0604030504040204" pitchFamily="50" charset="-128"/>
            </a:endParaRPr>
          </a:p>
        </p:txBody>
      </p:sp>
      <p:sp>
        <p:nvSpPr>
          <p:cNvPr id="7" name="フッター プレースホルダー 6">
            <a:extLst>
              <a:ext uri="{FF2B5EF4-FFF2-40B4-BE49-F238E27FC236}">
                <a16:creationId xmlns:a16="http://schemas.microsoft.com/office/drawing/2014/main" id="{B97095E3-54D2-CFD2-4F49-7536FC8641D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ja-JP" sz="1200"/>
            </a:lvl1pPr>
          </a:lstStyle>
          <a:p>
            <a:pPr rtl="0"/>
            <a:endParaRPr lang="ja-JP" dirty="0">
              <a:latin typeface="Meiryo UI" panose="020B0604030504040204" pitchFamily="50" charset="-128"/>
              <a:ea typeface="Meiryo UI" panose="020B0604030504040204" pitchFamily="50" charset="-128"/>
            </a:endParaRPr>
          </a:p>
        </p:txBody>
      </p:sp>
      <p:sp>
        <p:nvSpPr>
          <p:cNvPr id="8" name="ヘッダー プレースホルダー 7">
            <a:extLst>
              <a:ext uri="{FF2B5EF4-FFF2-40B4-BE49-F238E27FC236}">
                <a16:creationId xmlns:a16="http://schemas.microsoft.com/office/drawing/2014/main" id="{521EE01A-C0B5-5ECF-96DD-768F86AA15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ja-JP" sz="1200"/>
            </a:lvl1pPr>
          </a:lstStyle>
          <a:p>
            <a:pPr rtl="0"/>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65322844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ja-JP" sz="1200">
                <a:latin typeface="Meiryo UI" panose="020B0604030504040204" pitchFamily="50" charset="-128"/>
                <a:ea typeface="Meiryo UI" panose="020B0604030504040204" pitchFamily="50" charset="-128"/>
              </a:defRPr>
            </a:lvl1pPr>
          </a:lstStyle>
          <a:p>
            <a:endParaRPr lang="ja-JP" altLang="en-US" dirty="0">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ja-JP" sz="1200">
                <a:latin typeface="Meiryo UI" panose="020B0604030504040204" pitchFamily="50" charset="-128"/>
                <a:ea typeface="Meiryo UI" panose="020B0604030504040204" pitchFamily="50" charset="-128"/>
              </a:defRPr>
            </a:lvl1pPr>
          </a:lstStyle>
          <a:p>
            <a:fld id="{F0A38C37-4D1D-465C-9C93-03A26BBDD059}" type="datetime1">
              <a:rPr lang="ja-JP" altLang="en-US" smtClean="0">
                <a:ea typeface="Meiryo UI" panose="020B0604030504040204" pitchFamily="50" charset="-128"/>
              </a:rPr>
              <a:t>2026/3/26</a:t>
            </a:fld>
            <a:endParaRPr dirty="0">
              <a:ea typeface="Meiryo UI" panose="020B0604030504040204" pitchFamily="50" charset="-128"/>
            </a:endParaRPr>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ja-JP"/>
            </a:defPPr>
          </a:lstStyle>
          <a:p>
            <a:pPr rtl="0"/>
            <a:endParaRPr lang="ja-JP" dirty="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ja-JP"/>
            </a:defPPr>
          </a:lstStyle>
          <a:p>
            <a:pPr lvl="0" rtl="0"/>
            <a:r>
              <a:rPr lang="ja-JP" dirty="0"/>
              <a:t>クリックしてマスター テキストのスタイルを編集</a:t>
            </a:r>
          </a:p>
          <a:p>
            <a:pPr lvl="1" rtl="0"/>
            <a:r>
              <a:rPr lang="ja-JP" dirty="0"/>
              <a:t>第 2 レベル</a:t>
            </a:r>
          </a:p>
          <a:p>
            <a:pPr lvl="2" rtl="0"/>
            <a:r>
              <a:rPr lang="ja-JP" dirty="0"/>
              <a:t>第 3 レベル</a:t>
            </a:r>
          </a:p>
          <a:p>
            <a:pPr lvl="3" rtl="0"/>
            <a:r>
              <a:rPr lang="ja-JP" dirty="0"/>
              <a:t>第 4 レベル</a:t>
            </a:r>
          </a:p>
          <a:p>
            <a:pPr lvl="4" rtl="0"/>
            <a:r>
              <a:rPr lang="ja-JP" dirty="0"/>
              <a:t>第 5 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ja-JP" sz="1200">
                <a:latin typeface="Meiryo UI" panose="020B0604030504040204" pitchFamily="50" charset="-128"/>
                <a:ea typeface="Meiryo UI" panose="020B0604030504040204" pitchFamily="50" charset="-128"/>
              </a:defRPr>
            </a:lvl1pPr>
          </a:lstStyle>
          <a:p>
            <a:endParaRPr lang="ja-JP" altLang="en-US" dirty="0">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ja-JP" sz="1200">
                <a:latin typeface="Meiryo UI" panose="020B0604030504040204" pitchFamily="50" charset="-128"/>
                <a:ea typeface="Meiryo UI" panose="020B0604030504040204" pitchFamily="50" charset="-128"/>
              </a:defRPr>
            </a:lvl1pPr>
          </a:lstStyle>
          <a:p>
            <a:fld id="{A89C7E07-3C67-C64C-8DA0-0404F6303970}" type="slidenum">
              <a:rPr lang="en-US" altLang="ja-JP" smtClean="0"/>
              <a:pPr/>
              <a:t>‹#›</a:t>
            </a:fld>
            <a:endParaRPr lang="en-US" altLang="en-US" dirty="0">
              <a:ea typeface="Meiryo UI" panose="020B0604030504040204" pitchFamily="50" charset="-128"/>
            </a:endParaRPr>
          </a:p>
        </p:txBody>
      </p:sp>
    </p:spTree>
    <p:extLst>
      <p:ext uri="{BB962C8B-B14F-4D97-AF65-F5344CB8AC3E}">
        <p14:creationId xmlns:p14="http://schemas.microsoft.com/office/powerpoint/2010/main" val="40325283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lang="ja-JP" sz="1200" kern="120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lang="ja-JP" sz="1200" kern="120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lang="ja-JP" sz="1200" kern="120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lang="ja-JP" sz="1200" kern="120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lang="ja-JP" sz="1200" kern="120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lang="ja-JP" sz="1200" kern="1200">
        <a:solidFill>
          <a:schemeClr val="tx1"/>
        </a:solidFill>
        <a:latin typeface="+mn-ea"/>
        <a:ea typeface="+mn-ea"/>
        <a:cs typeface="+mn-cs"/>
      </a:defRPr>
    </a:lvl6pPr>
    <a:lvl7pPr marL="2743200" algn="l" defTabSz="914400" rtl="0" eaLnBrk="1" latinLnBrk="0" hangingPunct="1">
      <a:defRPr lang="ja-JP" sz="1200" kern="1200">
        <a:solidFill>
          <a:schemeClr val="tx1"/>
        </a:solidFill>
        <a:latin typeface="+mn-ea"/>
        <a:ea typeface="+mn-ea"/>
        <a:cs typeface="+mn-cs"/>
      </a:defRPr>
    </a:lvl7pPr>
    <a:lvl8pPr marL="3200400" algn="l" defTabSz="914400" rtl="0" eaLnBrk="1" latinLnBrk="0" hangingPunct="1">
      <a:defRPr lang="ja-JP" sz="1200" kern="1200">
        <a:solidFill>
          <a:schemeClr val="tx1"/>
        </a:solidFill>
        <a:latin typeface="+mn-ea"/>
        <a:ea typeface="+mn-ea"/>
        <a:cs typeface="+mn-cs"/>
      </a:defRPr>
    </a:lvl8pPr>
    <a:lvl9pPr marL="3657600" algn="l" defTabSz="914400" rtl="0" eaLnBrk="1" latinLnBrk="0" hangingPunct="1">
      <a:defRPr lang="ja-JP" sz="1200" kern="1200">
        <a:solidFill>
          <a:schemeClr val="tx1"/>
        </a:solidFill>
        <a:latin typeface="+mn-ea"/>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ja-JP" smtClean="0">
                <a:latin typeface="Meiryo UI" panose="020B0604030504040204" pitchFamily="50" charset="-128"/>
                <a:ea typeface="Meiryo UI" panose="020B0604030504040204" pitchFamily="50" charset="-128"/>
              </a:rPr>
              <a:t>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092453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947593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E2271-5EA5-095E-249E-AF4AD864362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C8CA79B-4D47-F503-2C7A-D8543A2E870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252290A-F52F-6B72-1FDA-FC01C31B33B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A2D0F51-6C48-A23F-0F67-FEBF817CFC5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1496819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5848-3B41-FC8A-7FAB-F110C7F8EB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C803DC-3C53-F0CF-C27A-65A648BB36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72FA2-83B1-A756-E283-AF5C4558AFD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BB0E0AB-ADD2-1E89-01FC-E2702B3EC2C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811005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065F1-25BC-6906-01F9-98FA6A018DC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A61FE8F-DA27-6E06-F104-9617047C4A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A4B6111-C8B9-06B3-930F-B48A1677EA2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4255F53-BAFE-81AD-5A25-B314B15C04D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0314413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134168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7304331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5762480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082765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BC04D-2568-C19F-6211-ABA7996CBC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BBD96A4-D432-FA69-5E46-4DF91D77CA9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639921-CFBB-DE6F-31EB-81B758CA026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453E3F8-8185-F97B-2F08-1F44FCE2A5A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7277777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861837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2310B-BF23-3FDE-AB11-9F911C151C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4CD60C0-286B-610C-E849-A9E9CE5AECF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4D3F39-4547-7C4E-F998-6FAC8DC4ACD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9FA7E68-B78A-77D7-7F26-C4956D5A9FA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0617073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B4E4B-D3C4-A4D1-DA0E-15EE7A9E31A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0DBA335-8B8D-8AFA-0B37-18349A634F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8D95DF-82D6-3C4F-BA8F-D7DA01A6235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D6B92DF-10DE-A0C1-8FAE-FFA449E3061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245984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126F2-45B9-745E-8CE9-85824280BE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85C7323-7B57-CD41-EDC5-1709E1361B9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241AEDD-233B-7482-A9A4-813D5EE8EDA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5CADD43-87A4-7FAD-0071-857C9B59224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802780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DF7E-87E7-7EC9-E895-D47F4E4BD2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66E212D-8ECF-DE6A-EB32-14C6B6861D7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431175E-D924-0635-D13B-6A9C3EBAE27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1CE4D73-AE61-BADB-1B74-7412409A96C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69125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4068-BB5D-1B5E-B938-D4D5CAE84C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11D4A68-966D-8E01-7418-2CC841AC46E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D07C57A-EED9-A1D4-FEF2-93D2DEFAF61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5FE020C-AF92-6A3F-231E-F85F57CE612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043539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22982-E064-09FA-8AB9-C1FD24E96E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54017-7F2F-60A5-BD36-E71CF20CD50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0C81078-9642-B80A-4246-606BE030459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74FC580D-4947-322E-42F0-1698E70C0BF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9433568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88C7E-5774-D08D-C248-60700B718BB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1CFBF6-84E5-92C5-C4C8-3CD0AC73C4E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543EDC1-831D-45AB-7B22-1A8317EE2AC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5D53D1D-833A-0AD0-3686-24EDDE7C0B2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172171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598AA-5DA6-E6B2-7BB4-E8D05820F2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20E8F21-098C-8CFD-24DA-7BEB662B49B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FBFFF3-A3DA-8644-AAE1-6F06A1841BB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A73FF85-DE48-723D-3785-2284713C816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0770421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A2118-2221-F038-65BB-12502041544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10B539B-AA18-2F70-8C0A-24980815F5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5D957E9-C39D-61E4-EFB9-9C1D59DAAC1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B13259D-763F-AD17-BA90-93724687B83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935533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3A2C8-6AEA-555C-8278-7356234815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3DC1A1-8F6D-9A6C-7D6E-018B51EA65B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50A973-B8EA-70A5-34EA-8C20A8C4C5FF}"/>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A71F5A6-4058-BF12-FB09-A8D06CD05BC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045847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A61CE-9962-4B74-DBA4-65DD17E4EEF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B72FBC-8299-72AD-3766-81E4B6E3F4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35920CC-C5A3-68FF-35FF-2B5EF3514BB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E492AFA-3B28-020F-DFCC-695DEBFE7FE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583932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8341D-D9CB-5EBE-3448-F9B88CF0E2F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3365588-8975-E7A8-CECB-FBB12129853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3B8E255-42AC-D98F-2C75-116690219BA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C9683E3-8585-759E-C2CE-5FBD49DF841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878610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31E68-8EF5-5712-719D-BB8FD8EE463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3B2FA68-9049-5F26-CCD6-6DABC2482B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FF7AE78-6F6D-C8CA-F7B5-06959232173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C55DA8D-284A-2060-1470-7B95F353955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98531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EDE83-543A-51E1-A9B9-ED2361A5B31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C7C265-810A-63A1-BE65-62710694FB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4536A78-73E7-C396-B8F2-75A049F19ED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2D99BDC-485D-8BCA-519E-12E29B3BCD5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7335209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6DBF1-AA76-F578-80E2-6202AA7B79C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2B2C8B-7EF6-793F-6387-C0D02F4140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C41E70-7EA7-D6EF-1090-31101B3D782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781E660-AE5A-AA71-CD2D-62B82AD750E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0827001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04F3A-66C9-166E-9E1C-7AC4B8044C8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02F65E6-FBBF-F696-5F6D-C2DF7641B99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102DEC-8326-E890-0879-921ECBC5750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CCEDE68-FC82-F9C4-AB97-BA4C3E2CA8F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0901030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99339-F2E0-AA5B-B899-AFEFB701452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A42958E-3634-BF1C-644C-51A491CC8A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17AC97-AABC-EF9A-448B-846EFF7FCE5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B713FC6-B5D8-3C89-6EBF-9672A7FBD20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7843979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18695-862E-FD0E-B3EC-1B79192B802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6A42E08-F149-C1EA-429B-2BCD0923A7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C2011DE-0759-19BD-1DE0-709F9345217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7192EB6F-88D1-9A4A-B96F-E558EF5B0A7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493487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A72D6-D921-133F-D572-D3D58F635D4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94891E4-C4F2-9B78-594E-B96B3560336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F0B5A25-CFF4-D37B-E32A-3AA9F142362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5E40B6C-EB3D-D43F-048C-CBC93524280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7525068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9008E-5937-D92A-DA16-64BB5F63E82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176CAC-E14D-6DAB-2753-C78BE1DF46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149F443-2BBF-FA3D-1177-7D46014B3BC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0160F55-5A2A-825A-DB56-0C7D59626AF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6310104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8B11E-03CF-EAB5-9E00-FA27C9F834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A36F96-C935-E6BF-4E40-CCD14D30B6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EF723D-4438-E262-CFF6-F1F20C3CBC2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5752098-F225-1B49-CFF2-B29273C7A0D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0175306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A895F-3190-8E11-19E3-14FDEDE5FD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3B4D4CE-ED49-FF22-65EF-5FDB202E78C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1A2CA48-7C9E-C0F0-3F90-96E39197B552}"/>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CCE1224-D7DB-D4AC-C2B2-22CE97731F5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88581432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47815-7BAD-6D6F-A5DD-88289425963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1715781-1ACE-C3BB-2CD5-F953ED40691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21785BB-9BA7-2ACC-3DF8-F20AED3A82F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71E7D64-51A1-1966-1958-1EAB39708F5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5592658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ECA52-D077-3C2A-5ECB-39CECCBC1A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960099-45E4-F878-03EA-699937BD0D2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9DC44-9333-7176-6470-F542770328C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ED9D0F1-6686-28CB-4357-950573EB001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14938525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12BC4-A196-A647-C9BC-083F46CDB14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8188035-8ABC-2FC1-9BFC-C5C8295D83D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63F451-A1C5-DEFD-88D4-6AE61A68FE8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299278B-ACC7-BF7F-8ED8-518B9BAA4E5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5109735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37D87-065A-967C-77B1-50A1FA54AB7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9B75B70-3078-85C3-10E4-72F587116E5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ADA0CA-1CB2-7960-F9AF-000153642E2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2263B64-1513-21CC-4E36-24FF2D726A0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71366808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C7EAF-6F27-A293-0366-D468D7D76C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99A9F1-1E29-A7DA-7108-1FFB3ACB06D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B29DFEC-67EF-1EDA-E842-FD461329C6C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5CFB884-D45B-5932-A5B4-D2542C8E2E9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508335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742E2-7C4A-B3EF-86D7-9F891155E7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0CD14BB-CDB7-9CE2-7D7B-4E6808955E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FBD966F-AEE7-9927-39F4-5E003B36E6F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B64576D-BFB5-D9F1-4897-2D785E16D2C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39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87840925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1FDCF-74E3-2785-97F2-3F61DED16EB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0FF31-9478-3C3C-8BE5-D5733873789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13991D1-DF35-6393-7FF5-F1192D66F50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F2E2EC58-9698-A813-F269-DCCE9B2557B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0364113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415D3-22A1-9B86-2C82-A3033A2F4FA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620FD08-F886-54B6-934A-B96E31D4548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B4BBE3A-0AA2-1C19-7F0D-DE630497D71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B76E589-F9D5-4AC1-6AFC-749841B50EE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516470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923ED-DBBA-3E1B-5D8C-877EF4E86E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C331D8B-7ED3-DE83-906C-FB2AFEF81A0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008FD0-A24A-5818-A3AC-97A1C2508E5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DB52AAF-E534-BD35-49F4-0B760421935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72177606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FF670-2888-D313-F98F-9C550684C2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14B369-5538-859C-E53A-E8BC48D6D71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682852-ECCE-5606-D1EE-281D870FF08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3ECA57B6-4C06-C883-4567-2CCBBFA4144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4882387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EB955-27AA-2AA1-72DB-B26519E6130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D4131E6-7EDF-5C7B-165C-9BEFB2170F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6322EED-64A8-182D-5105-41F0F0DBE90B}"/>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9A81594-DC86-B5ED-1B88-5DABDB18C04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23645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87531-E9F2-B399-E087-7AFA2CAAB75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B05D50-0B61-505E-0358-31CC375EA4E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F5CBA9-FC0D-2600-BA26-6FC24E7A2BC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EF75CDE-45C4-B172-EA79-056E147630E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4173167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2F5E4-CA8B-3A43-C014-207360A31EA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DBBE91-57C9-5D5E-1707-1AAF4B4E31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DE5BDCF-CBD6-C148-C2E0-EC13F7F99A4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F6BDEA1-012F-8362-F03C-DF9235B892A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6996300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15BB4-4211-CC6A-74DF-9BEC99A7A6F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2D26E7-2F08-F33C-B5BD-ABD2878484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E74A32-31CF-349A-6E13-8A037EE9073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0BC78DC-A473-0BF5-9155-8F98A59AC05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5940703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37849-E599-AA3D-0F38-15D20E12A4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C68437-9E97-FB73-CAE0-F39FAEAFD58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10A925-C1EC-D9DA-56EA-AD1CA42978B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6163047-A50A-BB04-DB87-5FF62E5BB16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810185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A3B10-81C4-1AB8-7432-8C52C152C55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060DCD-DF4A-9B64-484A-B14B3DA0C60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ED1E3B0-AE88-D72E-FC70-A0CFCE5B22D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2095325-3FB3-1694-F677-70A71CE782A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49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4459474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36BBF-2F43-991B-7839-72C48E4970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8886AC8-7B8A-99D1-9287-8D4FACB32C1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68AA46-93B3-3C0E-244D-AAA7BA9EA57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F96DA5B-CA22-9967-4F83-FCC3CF9DBA91}"/>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51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27159786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38020-B339-2612-F86B-C4094F07B4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3D144C0-E027-9729-E753-FDBC9C0B438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A48D3DA-6AC1-2A3F-D4E3-3804BF5E7DD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4C69DF0-4E23-6905-53A0-5F96F8CAA1A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52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4722134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AA29D-8A1E-2178-C4C6-13862260E3A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34DB5B-3D26-B4C0-CFF3-AB00CB147E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044C5E3-C32F-9216-725D-6A0622A8676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AA36DCF-59D8-F6A0-504E-E49DAD806B2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54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1027745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242CC-84CD-E4DC-AB6D-FCE501DD9DC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2A2D5C5-EE80-EFCF-E162-86F3CA7A71A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4F389C7-D685-23D3-211A-62ED0857FF82}"/>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216D032-0DCA-0BCF-51F3-5394B0D4D3D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55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1416404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10717-ABF2-F19A-CE2A-AD251D695D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E03B496-DFFB-496C-C8BD-248ADD5825A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9298AB-1C29-2311-4CF3-D4A796F8980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862D938-D041-EFD2-22CB-9144905AA8D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58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04761132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CB929-0268-2814-B7D5-9F76817245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68DAD2D-D7D0-70C5-A2AE-DC019A031B1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6673D9-893C-757F-64F6-51DBB177746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B3384DC-DF01-F191-1595-3C52F0A0B6A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59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4384191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22B86-C1C4-B764-1592-5FBFAE5ADF7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78F1E7-84EF-64EE-B24B-3CF7E961302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3B5074-295F-90EC-57BD-2C8440EAAE9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DF93A3D-66E5-0CA1-2698-F8A91B82382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60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09926508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CBC69-CB32-29B3-C043-DC21A0924D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E824A8-98F3-DE47-B974-03CB89B783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B4D2951-DD5F-11E7-4476-5504E8E0FA4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536B848-853A-4E53-0DC6-7218C2E3258D}"/>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63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20921404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345DB-8AEC-AF9C-B423-A8165BA29B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09C343-1DFF-CEC9-344C-7DFE7213E4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10FD749-FA56-6E78-D999-33FA5C1899E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FD43A4A6-1A62-DA4F-348B-A96D656BB08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67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37926826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42249-1483-AC64-53B7-CB2E4FD1A5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59A643A-BC79-2ABA-87F3-3994D470D6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6BD4D14-EEE8-04BD-C87E-DACEA838184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145CB40-2996-3047-3A6B-1FA4E97FFE11}"/>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68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952355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B79BA-8B14-F6F8-03E2-B394D1B1F8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3585312-24D8-24C0-5CF4-6F5E62C535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0CF5B4-EA1F-C8FE-78DF-D1DD70338CF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537F7CB6-3F7C-94C5-D72D-06C039ADCC6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69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878625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43708-C4AA-129D-E742-4EF7B4BAD6D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FB5ADD-B107-A273-6A9A-FF85146B532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22A747E-359F-D097-260C-E66E00E0CD5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F45A3D1-7ADB-24E8-08DA-C8FD7A92235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01243423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EFC2B-8990-D08D-08D0-B5ED82672B6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EF44B4-914E-D969-6DF2-F1C011DD97B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43A41A-5B5E-66FE-BF89-EF2D3F1421A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669FCA8-FAE8-1DDA-F42C-390E50E0B69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981366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134D9-8D4F-C5E1-EF6F-C59648263C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060591F-0943-EF85-F9E2-13C6373BA6F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2EAA499-AD0C-CC0B-D2A9-46DAB61076A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637CAFA-8B78-CC46-04F9-26FCBC72D8A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62940373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B2E5B-B8DD-840C-18D9-580B599B129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A204F35-DCAD-43C1-6E00-D9D99FE72E1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B25D808-7CA1-092A-08C8-7E19039E48F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D26A151-0DB9-123B-341F-14827FE7543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3693696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ECB88-398E-E629-FF98-85162953A3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E10761-2875-65E8-F464-61E05F0BE82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CF5A488-D4DF-3EBB-5C80-93D0A7342AE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2FE5584-6EC4-4242-F8F8-932BA62E5E0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03846493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79203-7946-860B-FBA4-347B5AB7B6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FEE1132-CF33-BEF5-DA06-A482EDD49F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256121-1BE8-F33A-8BFF-3F0E06741A7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161534F-ACCF-D583-4A60-DD8107B7318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70782147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EE992-4E0C-FBA4-7D2A-75D6719283E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3112D87-3222-0541-968D-673D1BD5297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B38DA5E-1724-4A5E-0E76-B7900005032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24A779D-088D-42FF-4402-04255895A7F1}"/>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70596892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79B56-5C58-46D7-B7A4-8E2537A595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BE955D-8E46-3A2B-3D57-2CD9055B3C4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B644C6F-3934-8BE4-369C-32DC120C942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72016CE-D1DC-B507-9114-E85ADD924A7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83423943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855D3-ECED-A985-6081-54EA50D135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DE6EB40-4566-7E7C-FDD9-4912E2B01C5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0A8F02-018F-A34E-3E02-ED20A2C8C7A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3067298-7DBE-46DF-33B9-6231B97FE37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81634236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AB255-3A71-D047-4403-72BCF3949C8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B3B154-6F4F-5531-F800-8D8EB55A560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CAF8B6-97C5-6B27-22B0-00A0EE0E51B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AEE3D78-8C69-3186-09D7-E26F473DF5FD}"/>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79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86366433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0B048-8A40-B5AA-9FCE-4CB86CF7E1D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71E2E8-3D53-912F-106E-CB5D5A1D9DB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56864FA-C3BA-2888-D87E-D1CAC4E8195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4F46508-C584-9F96-D4A3-3B634D4F769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087448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4EA33-EBDB-EC7C-CF09-13B581A717D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CC37F38-190F-AF65-B69A-FEF6FFE2BF0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F648C94-4DDA-B2AF-D421-F75C2DEFB64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05B2436-1DEF-8407-612F-C8A8E9E7FE2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145971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DE6D1-F00D-4124-AA62-22DAC0353F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76B298-6556-47A1-AC2A-0EC15345F31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7CFDD9-F1D5-C026-2AD3-D9E07B6084B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96DABBC-0E85-4B07-BACF-93D167390EBD}"/>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16997229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A2836-CE70-2D25-8C16-92329D12B8D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A7429-FF16-4BC8-4FC8-3FDC9BC680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BBF2242-6536-1E24-10B6-6BE47BE8743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00858A5-20A1-8113-AE9B-05B9CC148C9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3882163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77497-EC42-63C1-503E-F1A6E2D6217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82F643-EACD-B1B8-0F67-5B25F18BED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0B14FC5-A0A3-3077-F648-D76F523D720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309B1B01-9997-B134-3E21-4A907E46016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05443327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54D13-E6CC-D52A-4DE6-53A3AF2F9E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67C555-BE76-FBE2-18CC-E77A023665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52BB43B-063B-72C2-355C-3FADD0781B9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BC69C89-2ABA-38BC-020E-8D1BCFBBD57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21519255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479BC-9750-2A2B-A52D-29D143F1809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E1D4E31-31CC-1FA3-7B02-B2A0B67F9A4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2A159C-E52C-E303-23EB-6E84ECAF635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98CE1BA-0433-764F-2832-857098F5B40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62391452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A842-F53A-30E8-B497-B4FE5CF45C1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9B02B1-F750-BB12-1BE6-3A007DBE486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144283-591B-B77A-B5E8-C7E394A0CEB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9A83E73-8C6E-129F-411B-E8C9CD40AB6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7187013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F04A6-6B83-43DD-1BA6-2F3B08E877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BCCD30-F797-C085-233A-65118580C88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ADFC2DE-99C8-39D3-AE02-266CD73A8A4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F122E1C5-6064-3F03-5359-55094779465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89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9451787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CB7C3-69B5-3A58-453C-79761AB546F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FF914C-66EC-8D98-933B-6AA869E4F27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DB506AC-3353-A0A9-7CD5-8BAB33DFD66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B26403D-6697-BB37-76CC-218E03DD68E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56907639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AAB6E-45BF-6CCD-B13A-E55FAE593D3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1A8A443-34D2-9359-4BA5-E7AAC4404D6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E04B151-CFD2-E138-D4EA-EE139875153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C6BF9AD-74E9-C60D-5ED1-3ECE18AD56E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65045530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61EDB-3C8D-39AF-C54F-319530FBD19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165D16-38DA-06B5-42CA-2E52374A65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2D2C41E-5C53-9C33-4777-0253784C27AF}"/>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D821490-B482-6660-F221-0B25DBCF48F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84061793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9F12A-F4E9-A9FF-7EF5-68860D3E9DA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B756EC-5FD6-8167-8BBC-39C83BCE961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0F8AED-C20F-2AB1-0190-172AA749C85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3E24270-495A-54F2-DAA6-ABB8359564A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87780102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4DBE0-6151-2140-2894-B12FA9F321E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A43D62B-CCAF-1F58-1A46-D7617230251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78E7FF-F25A-CA4E-38CE-482C1104553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F73BEB6-9C36-4E89-B80A-D15A2F61859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539672125"/>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50136-EF5F-11E2-9ABA-BF9BB1D41C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C8CA35E-6605-1B49-43A8-B49B522EFF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8646E10-111D-85EB-EA23-43D7C8979CD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B6DC533-33EB-CED0-A3D2-4999124354B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74800876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583F0-1AD7-902D-29F4-21454C2195A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8AB328-4522-8517-AB98-CEF25A9965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0DE2488-E994-D723-E258-084E371BC8E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5496EA3-B484-3894-6F79-16680DCF353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34369930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567B6-AA1D-1870-7F33-FDA5534FF3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07DCD9-35BA-D509-5512-399BED01C29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022357-169C-E970-493D-5204ACC6A31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7C3836D-43DB-2222-DC2E-F3BD9F8B19AD}"/>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12648120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CC15E-92AD-381F-CE8B-D31A2F322D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13F4141-96B0-E080-63F1-273342DC3A3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9BA0F1-2365-B32A-FFDA-2E19F957AD0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B465A43-29F3-5600-C4A7-2CA99C9225C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99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71219014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BB06C-64C5-EC19-3A32-8CF9F38CCC3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8D6F7E-FE13-6ABF-87F9-E56A95406C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5B6B15-F026-7C7D-A80C-0CD58A7F6D3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5DB7A2E-D4F1-E1CE-5374-51674008D21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147692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DE0CD-9256-CD9A-7904-B4DCEA15608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4951855-DF02-A75A-76D6-9E384C657A8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2F2E92B-A777-3DEC-75E7-74D60B6503B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031F229-807D-7C03-F04D-415DF6F05A4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03521365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2E423-A324-5BC0-CE51-A1E016B23C2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8BDEC5-8F39-D488-0AE7-F685843A100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BB7E76F-0F2B-EB78-9D6E-281B76A8801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5165367-DCC8-09D8-077E-E31D6DF528D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3215345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7269D-D2E1-7762-7CCC-CC3F1ABF51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6C133-6217-69C2-307A-2422BD06329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99C1CDB-FC10-F872-D3A9-4186CD3188A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8A2893C-90BC-BBF0-CF95-D4C2FB02E3B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800293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525B9-C1D6-AF3A-9E3B-7D8A91D6138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7F73B97-2132-46BA-2799-369CD6C887C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CF28730-CAAE-0643-4A5D-FE48F322539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44B787D-F2C6-CEF5-4D05-0E8B775D5C7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9827760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47474-E12A-EB9D-4247-0A079F1547E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AA065A-FF8F-161F-8B0E-B4CAEA7D7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266C0A6-823B-E4AF-79E4-56C7167220DF}"/>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D684938-1C4E-CDCE-9DB9-45577C71867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72242726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B28A7-ABD6-EEB6-1FEA-68429E776B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5A8863-204C-956C-E18C-88324BFCF4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C2B48C-762A-98DE-1D68-79DB391BBE1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9D006A6-E0A2-F9C9-0ED4-1211257201F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03499619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A5CD5-4052-A011-230A-B8FA8F84D9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21FD5A-A193-A30B-C7FB-1C6EFA13A48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B527FF2-6981-D9C5-78C5-597FBA1924C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A04DAD8-D6B0-A108-FD10-08954A6C9F3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45721715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53C48-F143-87F2-17C5-976BDA777CE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984E3D8-CA85-A32F-BD91-7B4FF78C7CC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B80026B-5C3E-CB7A-54D9-5EB3D9C0695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757C630-D2D4-823C-1E84-BC4915C0885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7380080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37951-090D-EA0D-6122-C2E8305B0E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AEA66D-2FF4-E05F-086B-A6F207F1629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B2D4CCF-0CC0-7D97-17FE-C85ECC53B1C2}"/>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0362149-5B14-BCF6-3225-64DF2E11FCA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109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457757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5E03D-262F-A961-46A4-9A5BAC69379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E64F962-EA31-A382-EFAE-9447F2E3032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60FBC2A-94C5-834A-8D59-3273DF73ACE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74E3ABC-7F0F-45F4-D302-5D92FD64924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801162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46C33-9943-6734-8511-171F88D398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4C57CC0-1F8A-1845-29AF-ED30E64557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0E533A2-778F-7841-609B-62A7E5CDDD0B}"/>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DEEA22E-EC2D-1E60-136B-6C5AFAA813C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97242386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7CC81-5F42-612A-A2E8-2652AF24B06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CDDE0E8-895A-110C-F519-0D319C2BB24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EC9CBD1-BD5D-65C7-F640-70445FD7E19B}"/>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3966913-6C4F-95BD-7605-7960E95FA3B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7586082"/>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6BD9C-CEF2-B4AB-ED3F-1343DDB9A6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76527B-C152-9A60-65B8-2A877A96D1B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3EEA4E-26A4-ED74-95DA-C16CA1553D4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058F183-8DFF-C927-2B56-A46E5112EF1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38515669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9B16-388B-4599-8E02-C67E6FB012E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DC49C-CEF2-00E4-CCA4-E0472D1EFBC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730B3C9-90BF-DC53-9654-20B63C8B809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6FD9124-D474-F5DA-0569-DEA8E55F219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586248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777FC-D2F1-C150-3C1D-84C119C1F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B13E28D-C7EC-DF45-85E2-9BA6353A8F8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19A9FD-EDA2-423D-E5C1-D020F883A2A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AE6374F-A39E-836F-C45C-FB79A9E4720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632543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2FA03-E2A9-129F-427C-D800E0E29C7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42CB1FB-533B-D269-5763-CB4B61E4F6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D8AE9BD-6FB4-0AFA-F862-CE786949FD2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1B50198-0C31-08F0-848A-EC28281647D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84565258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1B585-146A-5306-F8A4-386E27E1D23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B4869B-0E9A-6F8F-A371-35499A3FE01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36A24B-12DD-617C-7CA1-F8BFFD4799E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062500A-2F5B-9876-E9F0-435F38AFB891}"/>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86402397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041FD-C6D2-C74F-7F69-FE3923734D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F6C6074-703C-533E-4DDB-9EB68DB988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2C2B4CD-6117-0EB3-5CFF-2875099D4C9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83B88AA-77F9-2F33-45BC-DA749AB63F91}"/>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4827090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FDEC6-59B2-9F5B-DC04-A370DFC35ED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791287B-7FCC-D955-126A-DCBAF81C200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69BEBE-CD54-1344-AC02-B57212A505C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8FF0974-A1F6-F84F-9A71-313E984866D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119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70798157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E880-F675-E797-0A42-FD99B3AAB2A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8C0DC0E-5685-F94E-2DAC-D744C216CC6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6C41A7-7718-C320-0B4B-EAACEEAD9D0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36927C2-51A2-6C76-A6FA-0C3D0A887B2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26637709"/>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7E028-E7CD-98A1-3EE4-F21077E4F1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0939A64-220A-5CA4-0DF8-E0E967C7AB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247ABF1-A01B-830F-9676-4F430804F57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428A250-AFB6-61E0-64DF-A4991E72003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29181184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F707A-1DB4-622A-90FA-D41FFFE153C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347E63C-8C72-1912-D67A-381BA7B21D0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B72B28E-54E7-B652-0545-F5808196703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9F0DA99-4A22-9413-087F-A9273A4870E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54223497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E56DB-E092-260D-1F9A-2FADA9B8F46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66C6546-ABA8-A3D2-EF1E-360597BDBDB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807553F-5C32-897C-CF47-2F431E93B94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98C8298-1B44-CD20-D123-44EB99C7D38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661703559"/>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6409E-37AF-05C3-3993-F85D57AC00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6E2E79-E17F-1545-C9F7-D92631B48C3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1CE913-B007-DC5E-4605-9C44B611640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F7FE33D-A7F6-E66F-8ED7-BC1A6F882D1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257942392"/>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9007-16D5-075F-58EA-817A557F40A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BF2DC3-55D8-2CB5-7AA1-3B3537C71B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F7F57-7225-EF40-A7D0-BABE78C3FE0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B49FBAA-B81A-3ABB-7AF4-3C0E71A102E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54908469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ABBD-7E1A-01C4-B593-50AFDE967E0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7238B3E-3473-2884-1091-F2DFAC5241D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0A56BC0-F184-83B1-EACE-FFA5CBF3F07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1FD71CC-8E02-DC85-9467-5955A67954D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81321978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5C4DF-45DE-3D41-7E8A-A4D05FACBE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F0DDF3-936B-F7C4-80EB-6523DB31924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51A3B79-7A3B-F7D5-BBA5-053AC97366D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769BCB25-19DD-CCB8-F9EF-3CC313F9E9E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8390207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4CFCB-4985-785E-317D-B481407338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93AAAFC-E5CA-23C8-610E-547D4DC703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01C986-D551-E0DD-0866-1292F3DDD12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0D7159A-D091-8AD7-BE21-D0F301EA1E3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372701622"/>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230F3-8882-2C99-3F1D-D041F46DB1B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0F6C86-FF45-11A4-6341-A85A8915DC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49A01E-F0E0-EF46-6E3D-D34807435CD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8BA0AE9-28A1-673E-E2BB-50722687EAC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129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975321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F851-CD4E-9446-6B34-E94C04F5050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17FB9A0-69C4-2459-20F7-9198216CDE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9A61100-62BD-4130-C688-933F985DAE5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53023D6E-C878-0C56-6C26-57037A02FDF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69782601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C8431-A6FC-1D11-1842-D3FB31973F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7F693BF-CCD7-2C1D-98E4-4EE2221B9A1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FDED95-3B93-A1E8-4E11-551310FD3B4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5A37D9D-9926-DBFE-E2C9-8069579F0E4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71265633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BDFB2-A2BB-C605-C411-B24D8C1A07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9270859-7EEC-C404-0417-515A69E38C4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85B50E2-A690-1B5F-A6E6-424B1156145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1F89935-4BC0-03B3-CB30-FEAF0D4DDB9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440150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2EC65-04BC-85E9-FB64-81DA929431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ED5241-5342-1C18-22D3-C3F1AB3674F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37F3A4-DE77-C673-6651-D756FF44A20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05DD3FF-EA9A-AF37-F335-839D8712333D}"/>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753987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15B41-2F4F-1F93-EC11-D3841151711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624E68-1572-2545-8A61-7ABC3F3FC34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DA653D-1777-49FB-98CD-8BC36846DB6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7FF81817-DE7C-37BA-A612-79FABAFF4D9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5081975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7EDA0-EC27-1A84-2C56-B37DFB86AEE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9C5CD87-84F3-4FFB-848E-5581C95E810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40DA6D-EA3E-A2AA-7927-2701406F7E8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CE60494-3DD0-10CF-0D4B-535F445E065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091869614"/>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235FB-98D2-2954-9DE8-A39D476C580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6A29125-1546-3D41-F08C-4449DFA609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E0131DD-B9BC-C715-B674-A49AF57F419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B0A995C-E2C8-63D6-B25B-CD0A8505B8A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3939993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465A5-1475-73CA-5931-37EA26352FC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A5ACE4-A5EA-5C98-F990-C3212F45215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D4896C1-F539-8457-59DD-F0C456CC4C3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C8E4F44-AA3C-5825-F464-AB3DD1BC09C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578038447"/>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8C09C-4423-113F-D9AA-070F24047CF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37963C0-A86F-87E3-D45D-E85556B06C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452C2B-00C7-6E5F-B3A0-80F282CFF33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367880D9-7793-43AC-E1D2-3F0C6B917EC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3836636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35684-6235-7EA8-8625-C94C86B776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C7DFD81-39E3-9230-5F9A-1E4BE9B04C3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B92CEDE-E505-40F3-C5AB-6204F9BEA3F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D1A108A-BF8A-CD50-FB1C-B60B58AF864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139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9319264"/>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00845-7091-1BB4-3057-2962CE1C46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F72FF1-8F14-4F5F-C665-03517FA7903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41F635-5F80-7193-07A6-B2C6146D64D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C870510-BB65-4238-6870-8FBFBC48A12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19648410"/>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18330-888A-A728-965E-45B7B171B3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E5A2F35-ACB6-D5D3-8EA8-2483659B81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7DDBA52-035C-3727-2D74-BE6DBD77650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6D6740D-CC78-92C8-6833-9713C23440F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49404805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4A727-042A-9235-E015-03266389CDE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C2CA85A-4A16-3339-BD5B-C6C995FEEA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06BC47-7113-BC3B-9DE6-82D562FADAC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6AE3513-99AA-7DFC-7DD4-9835BAD75AC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09200182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1A6A8-103E-4490-5077-32F71849059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42B0A1-8E44-BA28-CF6B-D50296D9C91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969B1C7-4135-5E67-7777-D4EC2BDA484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A07F87E-6C8E-F9D8-3F35-FD7B2C6CA12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91254955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D95FA-1311-AB9D-EFE2-1428737DFA6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53604AF-FE6D-47DD-442E-67441A7CC0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6448836-75ED-06F9-5411-19C3A1ADCCF2}"/>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A1432BF-5F26-4452-8D9B-42E084EEC741}"/>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343485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A06DB-9783-0B68-17D1-43942B06A9A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C1C022-A87F-B762-BCE3-25F0354B8CA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0AB0D0-EB69-067B-E033-BB731050A6A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F5DB5386-9964-590F-1473-1E62A2EF6FC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217005240"/>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38197-EBD6-7A30-A3A2-030FDBCB70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EA6576-D77B-E7BD-C5CF-BFEA6DE6273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2D2A02-85BC-CB95-F51C-181C674237A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509163E-05A6-F365-1450-FEEF016DDF8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609571916"/>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63578-8677-B2F8-F18C-EBEB259541A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F613269-149E-8968-EC1D-F23535393E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08EA18-F26E-D2D6-25D1-32FA9AF2F43B}"/>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31B1E776-D6EE-2199-685E-3D20D95E858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66848692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346CE-3235-DF7F-168D-5FA9BF5B89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95DF7FE-E4EB-F734-04CD-925136EB65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F2979C8-083D-8E14-C3A6-08F6613A2AD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FF7FBBA-A277-D71A-628E-9EF6D7398D1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0615868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AA11C-F8E7-A3CA-B5B1-28EB10A172B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425A6DF-3F4F-D558-6FF5-A2DE2CC90C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80E2CB2-5B33-684B-E2B9-0CE6F87107C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4A2F259-9748-D161-1394-D7E3C6B5023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149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57185893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B7372-0666-0AD7-2EBC-3ADB1448A9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0F4025A-28E9-87A3-0AFE-969973EE2D2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8279FAC-286F-C238-DCD6-F0453163203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B4B3A91-7DCD-5FA0-84D8-59AF00AC7BDD}"/>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5612846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71CB7-7ED4-5F7D-4993-E526C6AD4FA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2C9B68-B91A-F429-B265-CDEB0FFCFA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DDF9139-9BD3-624E-5740-838E8E35689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AD48BD9-47EC-FFFD-7FA9-C731D47E716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3717879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1E7-857B-E6B5-45C0-477BFCECAA0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0AFB88-00A1-8D0D-B6F1-2E94A1DF67D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26F23B4-05E1-C48F-ABDA-423F1E4F61D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3F572BE-7C46-021D-EAA3-912C7DE7E12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64998964"/>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C7325-F251-FE0B-4D90-4C2AA67A61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D4294B-CE4E-4A6A-6323-DF4D9E069D5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DE1F2A-9E51-453F-3503-410AC606868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695F3B9-25EC-3F36-9DD6-89F3112B417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26468690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11891-1751-5172-AE83-6555FADA88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07394FF-F86E-3977-A1FC-53038DF4E8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7CE8193-5D2D-D16D-7411-F91A1DFC875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E2162BD-E81F-A917-2EAE-F9F3894F010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99668765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A7AEE-2646-F3A9-0BCB-A1CB7058AF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9B84EE2-2132-E704-3058-1065F1E831E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2BE51A0-2BF3-3F37-83B9-4ED1E2A6E7B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90BD102-9046-8F36-CC96-A2AE28D7A19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2070794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EC950-7F44-7F14-4884-F9CC7FB8C64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36C0C0F-98DD-C126-6056-CEE2AA022F2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B2CC63C-E814-BCB2-499D-1C32DDB68E5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B11EB21-1C54-41A1-C686-EECDAAC09B3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29619198"/>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CEF51-CB2F-A8C8-3BB9-7380B2700C7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02EF186-402A-38DB-BDC8-DABC5DA830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353993-9FF2-2026-FB13-BF18175F148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B5DB640-D2FD-C2EE-F05C-C48BBFA500D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648112313"/>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51867-EB52-7B75-0A26-DF1ECBC95FB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B104F3-64F2-61DE-DCC3-70A41EC0D39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7D073EF-14A5-BDA6-4EDD-F4CAEAD4EC1F}"/>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DEB7BBE-38E2-2966-38B1-9E43021395C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24526762"/>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78F26-9451-4948-0810-BF0A9BBD1DE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093EB2-E88B-C101-A9C6-693490EA3A7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3ECFDA-2AAE-FD3A-3D6D-0F9169F82E2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467B4ED-53D3-D91D-C28C-976BFCD513D1}"/>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159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78298420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E3439-2F57-957A-6D68-70C1D77F309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1DE8D2-A766-74B6-382D-69C99A3DFA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141242-AB05-2C97-3D25-416CF5C44812}"/>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D62F180-C207-6C1F-6521-70FA92EEC42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69820830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B222C-8053-0053-EBC2-51FFACF5E3E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73435C-2F68-D9BD-B893-DD597D1476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FD8EFA6-55AB-12FB-CDD6-81DDF5D5649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1B241C66-BDE3-B8B2-CA46-DD4C303D081E}"/>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3725812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CF313-234A-72F2-8FCC-F7D5A2FAE1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F98BA8E-DED4-ACB5-1727-946BDCC8802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B6A9866-35BD-BBF2-3149-A0C5D17B357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7B677B1-82CD-959D-22B5-7D52B071EAA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99186644"/>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84E1-3D8A-C41B-1014-3F9DC3D4A40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83A1417-F335-1C43-69BE-97B52615DA0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728319D-C008-A7E1-9E78-04EA9E6EABA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9FAEE43-F546-D53A-69D6-A3658EF4E93C}"/>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6040606"/>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B583C-FC27-AB6C-ABBA-39A0665D2DC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8C3554A-2AB3-BB03-7326-8BC64C3592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C800F1-1782-A1F3-5783-14ABEEBE417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0D8E66D-9467-7D99-E4CB-5DE6C34320E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71296732"/>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A950-0FD7-E825-ECC8-2A8E5B41DE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4587198-CBD1-2BC7-BD8E-F387E0A6AA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AB4213C-C52F-7298-25EC-CA47787ECD4F}"/>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6931456-2162-94E6-7D1F-54E21B849A8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58759482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277C9-80BA-4EA1-F7B1-1A3C4BDC56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53B6C6C-7070-9140-E109-491C6F39040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F68A5A3-967F-EDAD-CFFF-1FF220BC1CB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D316F56-79FB-5A31-FE68-EF4BC26D0E1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81874923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CF09D-AC9D-F74A-6091-808EA818A3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06A653-3930-6A95-2883-561361EB4EB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1559FB-F1E7-00E0-CC64-ED9D6A4F1E20}"/>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1118192-08F8-4C46-27CC-9FCF5503E01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905548343"/>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34CB1-2652-7F54-CFCD-2A673D2C28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8613C41-A4DD-9FAF-CE87-36C6F21FD70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8CBFE50-92AC-3BAF-29C2-83E5937D030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6296E40F-4A1A-1A17-CF1B-CBD7BD92BE4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759692415"/>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9C70C-F1E1-1877-E266-E6B8452EAB1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B71670-D8AC-7239-BA70-913A5680CA9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AFFE79B-9A40-895E-B422-3ECBB566B124}"/>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374D9E4-1FFF-955B-F329-1D1C176CE8F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169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992422239"/>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A29A0-FCF5-A42F-452F-742EFFDFF0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8AF904-C215-3C28-B5D0-48C1905DBF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3101FC1-1CAB-72E6-FB43-F64DEA75DF92}"/>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87B6DA0-909D-DC5B-D4EA-D9E64D068C2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641355357"/>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12A18-B61E-19FA-CD48-6EEE21A583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BA652D-C851-EE6B-5B4D-B461414595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B02A778-0C8D-12D7-BEC1-CD778B68721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EA55216-3881-6A5C-8DB7-33CC26E4881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727409528"/>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BA045-8EB0-0B8A-4A73-019C66EC505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75383D-D8AD-DF18-5C29-81C0EC9DDD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6DDFF2-7954-16A5-B244-424C4BBB95AF}"/>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34CD840-F642-BD29-03D4-28B1080B6A5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67021095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CF334-14D1-3CFC-57F3-28A1F3777D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15D8D86-0F2B-F49D-B849-FE333333A9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06DA2A-9C6B-91D4-F8D5-ABA4920B86B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F54501A4-8BBE-F245-EA05-EEFD6737B0DB}"/>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007236304"/>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8B231-5483-1AF3-BB7E-E36C1D650B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753CD5-D18F-359A-3DB3-9163A74003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D054D2-8594-B69D-FF73-9FCE94145635}"/>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5E78E468-E8D5-1149-43F1-B898F95CA8C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59332153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F19A5-59E6-2AFA-0A0E-61F19D6E0D8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78A63C-E654-0727-946B-A047B1D99E9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C06B8F4-A5C4-E901-FD66-94E41BCBFBBD}"/>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93E411F-3AAA-A945-5DC8-34D8A6DFC456}"/>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722591700"/>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A3CD4-9CE5-596E-81E6-A4C8CA3D33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2ECEF4-B9BB-3392-85A7-C14D4039FF7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2486136-87E9-FC27-1235-51369CFE231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3E18162-A2BE-1B77-2958-C51FD25A77E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4241975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89D5D-2C7B-84CD-4D45-7F1B8B88C7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842BBE-9D5F-BF4D-C653-3CAE0DFBF5B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AB089E9-A741-123A-205A-49B96DC5B8B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BEA37994-74F7-3638-F726-B4DDF8A1655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266522975"/>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79FE4-FAC9-E848-B854-9F5C6F00F1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E5FCB84-BC91-6D37-27A1-BE48E2FFE0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DC64703-ABC7-63D4-1307-E719FA291D6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58C0BD76-EB2B-7F4D-3D03-BEB49E584CA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64025208"/>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8BC5B-01FF-6AB5-82A7-F8716D1465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B03A95-FBFC-46CF-F27B-F522B92DED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CAC0B0D-6FE9-F6CB-B774-368C0D99524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D536769-474B-1B1E-40B6-02A6988EDFA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179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94291150"/>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20C45-D6A8-0AD4-422D-932DFBE051A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6AE6CF-DC48-99FD-56F3-721BEA8BEFF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5EB20F7-00DD-B8C1-17BF-FC7CD53534A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CDE418D3-5AAF-195C-7D8A-9DEEF1096C8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4907163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80414-FC68-C300-D129-85A28D6A79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959431C-E561-D505-D5A7-8F0C232A4D6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C6C5B6-7C45-BF7E-3F04-D73DB55A4E6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BA50AFF-8725-F446-0540-CDA5CA6D5980}"/>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41370739"/>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674A4-D92F-95BC-4FAA-B5237D11C8F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1D5148-9119-8785-C3DD-D6B51A75B35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6817C08-8BAD-980C-CA84-418728322472}"/>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2987092-E50E-6F45-E9F1-1AB81FD33B2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91713840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80634-E9DD-565B-CECD-8A935D3D4E8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C6328BC-EF2B-6D1E-C6F8-C4E7472EC72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AA1EE76-D7AD-4A72-67A8-37A1EAA0B98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24650364-65E8-4D25-88C3-DB7CC7440D09}"/>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466764424"/>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7BB2E-C061-3BE5-5648-92AC03043C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6EFC1C4-55D7-63B9-42E9-03D6766D1F5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F8ABA4D-F506-10F4-DE7F-8D1115D25B7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5169A7E6-FB56-F037-8556-FE42A4531A4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439893019"/>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9CE81-60D9-BB03-575B-79AF1137F94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F059A9-5568-1C70-BF9D-4416A86D62B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42742E0-FDFD-4960-DFBB-F45E7556074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38BA2B7A-8522-DA56-866F-37576F782781}"/>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64919273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5F90B-064D-A19A-59AB-F9E6E595A06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A886C0-C4B4-580E-617B-F2960AA932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083F28-0703-6358-9BF7-6047D085BD7B}"/>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DDF51CD-00FD-841E-DA11-D9BE6C69E4B4}"/>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13216817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CCB54-C8D6-5FFE-FB95-48D9B07824B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09AF6F-4042-9235-B4D6-23EFC52364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3567C1-3F99-F195-3F26-1D3F7EC684B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3767E046-13F3-DAB7-64A2-915E49A37F2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06552119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7FE4A-00AA-3678-EE54-391CD852C2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229591-FECB-A3E5-A066-380AE9E9E9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7D39CF-5060-7AF2-792B-8E9AAB26938E}"/>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9D286385-F82D-231F-B813-D54E99FCA53D}"/>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72450650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A3A8C-D16B-69C2-17A7-E44FA19CDD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EC389A-DE8D-350C-E2DF-1F1532ECB0C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83DD2F9-3930-EE42-AF54-1C326E65880C}"/>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39C07143-44BD-E77C-0155-11B4CCC0C73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189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27241899"/>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C1FC3-B505-ED22-B868-C8DF673B324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3577D0B-DD45-E211-BCB9-DDF94FCCBF1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B945F7-3E89-6086-64CA-610E4D7347F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3998A80-73BB-C55A-64F9-41C0EAA430E8}"/>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732265140"/>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686B8-CFE2-030F-6684-9A721EB2A5A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E4029EA-5000-E596-C8AD-DA5AF545C18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142F1E3-B514-EBD5-4DC7-74C2CAB840DA}"/>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D5C180B8-C8B1-3F72-3F3B-50E91FC5CEE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863044164"/>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27415-A6F8-4AEA-9D9E-C52E74FBF90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84ADC1-8668-59D5-79D6-24AFFD84B64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A8FCE12-12D4-1030-6549-07C27FC39667}"/>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3161E90-6BB0-B83F-B913-D1F0F126D7E3}"/>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192</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267776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03A9-2002-7856-1C00-C90F45EFF4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2AAF33C-D7E4-44E7-AE8D-10DDEFBBF0B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0D081A-921C-B795-3C37-32E42B7C8EF3}"/>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5CADB02D-589E-B111-DCF2-584671B98645}"/>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193</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0332662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194</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50116043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3AFCA-2255-4FA8-F7F7-1CCCEE9C6C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957632-1B2B-641F-D98D-CE23D703DAD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A35A32D-A77A-592C-0014-1678FA2BC739}"/>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550235F8-C779-57F4-9D0E-655C0E94A437}"/>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195</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278529395"/>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196</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05023313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BB14A-E116-7F45-FEAD-41FE85D7759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BB9CC9-29C5-C4DD-7FCB-8985C345EC8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89E5D6A-5362-8CAF-EB12-DF379AFB1061}"/>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0DA17DD7-6C98-E2DF-85F7-29D59D4C164F}"/>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197</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953634778"/>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DEEBDD-278B-CB4C-F125-D366CFA3CF9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27172A9-AD9F-A78C-A194-A00F56A369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E6A849D-0F61-D1FD-12B9-3467DE249086}"/>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7F17AB19-F329-8DD8-BBFC-27AF34E2F60A}"/>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198</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666949102"/>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FF9E1-70DD-1BF4-777D-4CB245FDDFB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3FDB85D-70C8-1F91-D7AE-2BC406426C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D7EA7E-BA8E-0538-7A8B-2E48A4BF41F8}"/>
              </a:ext>
            </a:extLst>
          </p:cNvPr>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ACA89488-E4F8-72D4-ED00-CD2F0E309722}"/>
              </a:ext>
            </a:extLst>
          </p:cNvPr>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199</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79100254"/>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200</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634596896"/>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rtlCol="0"/>
          <a:lstStyle>
            <a:defPPr>
              <a:defRPr lang="ja-JP"/>
            </a:defPPr>
          </a:lstStyle>
          <a:p>
            <a:pPr rtl="0"/>
            <a:fld id="{A89C7E07-3C67-C64C-8DA0-0404F6303970}" type="slidenum">
              <a:rPr lang="en-US" altLang="ja-JP" smtClean="0">
                <a:latin typeface="Meiryo UI" panose="020B0604030504040204" pitchFamily="50" charset="-128"/>
                <a:ea typeface="Meiryo UI" panose="020B0604030504040204" pitchFamily="50" charset="-128"/>
              </a:rPr>
              <a:t>201</a:t>
            </a:fld>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5144881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1">
    <p:bg>
      <p:bgPr>
        <a:solidFill>
          <a:schemeClr val="tx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rtlCol="0" anchor="b">
            <a:noAutofit/>
          </a:bodyPr>
          <a:lstStyle>
            <a:lvl1pPr algn="l">
              <a:lnSpc>
                <a:spcPct val="80000"/>
              </a:lnSpc>
              <a:defRPr lang="ja-JP" sz="6000" b="1" i="0" spc="100" baseline="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grpSp>
        <p:nvGrpSpPr>
          <p:cNvPr id="9" name="グループ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フリーフォーム(F)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1" name="フリーフォーム(F)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2" name="フリーフォーム(F)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cxnSp>
        <p:nvCxnSpPr>
          <p:cNvPr id="13" name="直線​​コネクタ(S)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327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議題 1">
    <p:spTree>
      <p:nvGrpSpPr>
        <p:cNvPr id="1" name=""/>
        <p:cNvGrpSpPr/>
        <p:nvPr/>
      </p:nvGrpSpPr>
      <p:grpSpPr>
        <a:xfrm>
          <a:off x="0" y="0"/>
          <a:ext cx="0" cy="0"/>
          <a:chOff x="0" y="0"/>
          <a:chExt cx="0" cy="0"/>
        </a:xfrm>
      </p:grpSpPr>
      <p:grpSp>
        <p:nvGrpSpPr>
          <p:cNvPr id="6" name="グループ 5">
            <a:extLst>
              <a:ext uri="{FF2B5EF4-FFF2-40B4-BE49-F238E27FC236}">
                <a16:creationId xmlns:a16="http://schemas.microsoft.com/office/drawing/2014/main" id="{806C6F65-35CD-D64B-992A-0C1C1E00384D}"/>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7" name="オートシェイプ 24">
              <a:extLst>
                <a:ext uri="{FF2B5EF4-FFF2-40B4-BE49-F238E27FC236}">
                  <a16:creationId xmlns:a16="http://schemas.microsoft.com/office/drawing/2014/main" id="{CFD467E2-FF13-7E4F-BEF9-EA1A17665B2D}"/>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8" name="フリーフォーム(F) 7">
              <a:extLst>
                <a:ext uri="{FF2B5EF4-FFF2-40B4-BE49-F238E27FC236}">
                  <a16:creationId xmlns:a16="http://schemas.microsoft.com/office/drawing/2014/main" id="{CA85A327-3157-B442-993A-6900F71249AC}"/>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9" name="フリーフォーム(F) 8">
              <a:extLst>
                <a:ext uri="{FF2B5EF4-FFF2-40B4-BE49-F238E27FC236}">
                  <a16:creationId xmlns:a16="http://schemas.microsoft.com/office/drawing/2014/main" id="{9A459CB4-74AF-0544-AB1E-7CC6D10F84EB}"/>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0" name="フリーフォーム(F) 9">
              <a:extLst>
                <a:ext uri="{FF2B5EF4-FFF2-40B4-BE49-F238E27FC236}">
                  <a16:creationId xmlns:a16="http://schemas.microsoft.com/office/drawing/2014/main" id="{95A20BFD-9142-D64A-A78A-61B75FCA0D76}"/>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1" name="フリーフォーム(F) 10">
              <a:extLst>
                <a:ext uri="{FF2B5EF4-FFF2-40B4-BE49-F238E27FC236}">
                  <a16:creationId xmlns:a16="http://schemas.microsoft.com/office/drawing/2014/main" id="{B80736DF-C890-DB47-AEAA-D3D92505E632}"/>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sp>
        <p:nvSpPr>
          <p:cNvPr id="12" name="タイトル 1">
            <a:extLst>
              <a:ext uri="{FF2B5EF4-FFF2-40B4-BE49-F238E27FC236}">
                <a16:creationId xmlns:a16="http://schemas.microsoft.com/office/drawing/2014/main" id="{39F93F26-ED5C-E74E-BFBD-E3054DC1B9C1}"/>
              </a:ext>
            </a:extLst>
          </p:cNvPr>
          <p:cNvSpPr>
            <a:spLocks noGrp="1"/>
          </p:cNvSpPr>
          <p:nvPr>
            <p:ph type="title" hasCustomPrompt="1"/>
          </p:nvPr>
        </p:nvSpPr>
        <p:spPr>
          <a:xfrm>
            <a:off x="594360" y="189572"/>
            <a:ext cx="6787747" cy="1593507"/>
          </a:xfrm>
          <a:prstGeom prst="rect">
            <a:avLst/>
          </a:prstGeom>
        </p:spPr>
        <p:txBody>
          <a:bodyPr lIns="0" tIns="0" rIns="0" bIns="0" rtlCol="0" anchor="b" anchorCtr="0">
            <a:noAutofit/>
          </a:bodyPr>
          <a:lstStyle>
            <a:lvl1pPr>
              <a:defRPr lang="ja-JP" sz="4400" b="1" i="0" spc="50" baseline="0">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sp>
        <p:nvSpPr>
          <p:cNvPr id="2" name="コンテンツ プレースホルダー 5">
            <a:extLst>
              <a:ext uri="{FF2B5EF4-FFF2-40B4-BE49-F238E27FC236}">
                <a16:creationId xmlns:a16="http://schemas.microsoft.com/office/drawing/2014/main" id="{186153BD-9D2B-47EB-3553-1D3F6663B2A3}"/>
              </a:ext>
            </a:extLst>
          </p:cNvPr>
          <p:cNvSpPr>
            <a:spLocks noGrp="1"/>
          </p:cNvSpPr>
          <p:nvPr>
            <p:ph sz="quarter" idx="13" hasCustomPrompt="1"/>
          </p:nvPr>
        </p:nvSpPr>
        <p:spPr>
          <a:xfrm>
            <a:off x="594359" y="2281918"/>
            <a:ext cx="6787747" cy="3708517"/>
          </a:xfrm>
        </p:spPr>
        <p:txBody>
          <a:bodyPr lIns="0" tIns="228600" rIns="0" bIns="0" rtlCol="0">
            <a:normAutofit/>
          </a:bodyPr>
          <a:lstStyle>
            <a:lvl1pPr marL="283464" indent="-283464">
              <a:lnSpc>
                <a:spcPct val="80000"/>
              </a:lnSpc>
              <a:spcBef>
                <a:spcPts val="2200"/>
              </a:spcBef>
              <a:buFont typeface="Arial" panose="020B0604020202020204" pitchFamily="34" charset="0"/>
              <a:buChar char="•"/>
              <a:defRPr lang="ja-JP" sz="2400" b="1" i="0" kern="1200" dirty="0">
                <a:solidFill>
                  <a:schemeClr val="tx2">
                    <a:lumMod val="75000"/>
                  </a:schemeClr>
                </a:solidFill>
                <a:latin typeface="Meiryo UI" panose="020B0604030504040204" pitchFamily="50" charset="-128"/>
                <a:ea typeface="Meiryo UI" panose="020B0604030504040204" pitchFamily="50" charset="-128"/>
                <a:cs typeface="+mn-cs"/>
              </a:defRPr>
            </a:lvl1pPr>
            <a:lvl2pPr indent="-283464">
              <a:spcBef>
                <a:spcPts val="600"/>
              </a:spcBef>
              <a:defRPr lang="ja-JP" sz="2000">
                <a:latin typeface="Meiryo UI" panose="020B0604030504040204" pitchFamily="50" charset="-128"/>
                <a:ea typeface="Meiryo UI" panose="020B0604030504040204" pitchFamily="50" charset="-128"/>
              </a:defRPr>
            </a:lvl2pPr>
            <a:lvl3pPr indent="-283464">
              <a:spcBef>
                <a:spcPts val="1800"/>
              </a:spcBef>
              <a:defRPr lang="ja-JP" sz="2000">
                <a:latin typeface="Meiryo UI" panose="020B0604030504040204" pitchFamily="50" charset="-128"/>
                <a:ea typeface="Meiryo UI" panose="020B0604030504040204" pitchFamily="50" charset="-128"/>
              </a:defRPr>
            </a:lvl3pPr>
            <a:lvl4pPr indent="-283464">
              <a:spcBef>
                <a:spcPts val="1800"/>
              </a:spcBef>
              <a:defRPr lang="ja-JP" sz="2000">
                <a:latin typeface="Meiryo UI" panose="020B0604030504040204" pitchFamily="50" charset="-128"/>
                <a:ea typeface="Meiryo UI" panose="020B0604030504040204" pitchFamily="50" charset="-128"/>
              </a:defRPr>
            </a:lvl4pPr>
            <a:lvl5pPr indent="-283464">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3" name="スライド番号プレースホルダー 42">
            <a:extLst>
              <a:ext uri="{FF2B5EF4-FFF2-40B4-BE49-F238E27FC236}">
                <a16:creationId xmlns:a16="http://schemas.microsoft.com/office/drawing/2014/main" id="{D80CCC8F-9CF1-9621-04EB-DFA68FEE42D2}"/>
              </a:ext>
            </a:extLst>
          </p:cNvPr>
          <p:cNvSpPr>
            <a:spLocks noGrp="1"/>
          </p:cNvSpPr>
          <p:nvPr>
            <p:ph type="sldNum" sz="quarter" idx="26"/>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fld id="{294A09A9-5501-47C1-A89A-A340965A2BE2}" type="slidenum">
              <a:rPr lang="en-US" altLang="ja-JP" noProof="0" smtClean="0"/>
              <a:pPr/>
              <a:t>‹#›</a:t>
            </a:fld>
            <a:endParaRPr lang="ja-JP" altLang="en-US" noProof="0" dirty="0"/>
          </a:p>
        </p:txBody>
      </p:sp>
      <p:sp>
        <p:nvSpPr>
          <p:cNvPr id="42" name="日付プレースホルダー 41">
            <a:extLst>
              <a:ext uri="{FF2B5EF4-FFF2-40B4-BE49-F238E27FC236}">
                <a16:creationId xmlns:a16="http://schemas.microsoft.com/office/drawing/2014/main" id="{29CE2856-DB8F-5603-C085-74C70560FAC8}"/>
              </a:ext>
            </a:extLst>
          </p:cNvPr>
          <p:cNvSpPr>
            <a:spLocks noGrp="1"/>
          </p:cNvSpPr>
          <p:nvPr>
            <p:ph type="dt" sz="half" idx="25"/>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endParaRPr lang="ja-JP" altLang="en-US" noProof="0" dirty="0"/>
          </a:p>
        </p:txBody>
      </p:sp>
      <p:cxnSp>
        <p:nvCxnSpPr>
          <p:cNvPr id="4" name="直線​​コネクタ(S) 3">
            <a:extLst>
              <a:ext uri="{FF2B5EF4-FFF2-40B4-BE49-F238E27FC236}">
                <a16:creationId xmlns:a16="http://schemas.microsoft.com/office/drawing/2014/main" id="{979826C1-7A52-DA25-F422-EE62DED7D1B6}"/>
              </a:ext>
              <a:ext uri="{C183D7F6-B498-43B3-948B-1728B52AA6E4}">
                <adec:decorative xmlns:adec="http://schemas.microsoft.com/office/drawing/2017/decorative" val="1"/>
              </a:ext>
            </a:extLst>
          </p:cNvPr>
          <p:cNvCxnSpPr>
            <a:cxnSpLocks/>
          </p:cNvCxnSpPr>
          <p:nvPr userDrawn="1"/>
        </p:nvCxnSpPr>
        <p:spPr>
          <a:xfrm>
            <a:off x="594360" y="2148840"/>
            <a:ext cx="2130552" cy="0"/>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18089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セクションのタイトル">
    <p:bg>
      <p:bgPr>
        <a:solidFill>
          <a:schemeClr val="accent3"/>
        </a:solidFill>
        <a:effectLst/>
      </p:bgPr>
    </p:bg>
    <p:spTree>
      <p:nvGrpSpPr>
        <p:cNvPr id="1" name=""/>
        <p:cNvGrpSpPr/>
        <p:nvPr/>
      </p:nvGrpSpPr>
      <p:grpSpPr>
        <a:xfrm>
          <a:off x="0" y="0"/>
          <a:ext cx="0" cy="0"/>
          <a:chOff x="0" y="0"/>
          <a:chExt cx="0" cy="0"/>
        </a:xfrm>
      </p:grpSpPr>
      <p:sp>
        <p:nvSpPr>
          <p:cNvPr id="4" name="図プレースホルダー 3">
            <a:extLst>
              <a:ext uri="{FF2B5EF4-FFF2-40B4-BE49-F238E27FC236}">
                <a16:creationId xmlns:a16="http://schemas.microsoft.com/office/drawing/2014/main" id="{B79D0555-EBDC-B53A-212D-A5921795FEC8}"/>
              </a:ext>
            </a:extLst>
          </p:cNvPr>
          <p:cNvSpPr>
            <a:spLocks noGrp="1"/>
          </p:cNvSpPr>
          <p:nvPr>
            <p:ph type="pic" sz="quarter" idx="13" hasCustomPrompt="1"/>
          </p:nvPr>
        </p:nvSpPr>
        <p:spPr>
          <a:xfrm>
            <a:off x="0" y="0"/>
            <a:ext cx="12192000" cy="6880543"/>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p:spPr>
        <p:txBody>
          <a:bodyPr wrap="square" tIns="182880" rtlCol="0">
            <a:noAutofit/>
          </a:bodyPr>
          <a:lstStyle>
            <a:lvl1pPr marL="0" indent="0" algn="ctr">
              <a:buNone/>
              <a:defRPr lang="ja-JP" sz="2000">
                <a:solidFill>
                  <a:schemeClr val="tx1"/>
                </a:solidFill>
                <a:latin typeface="Meiryo UI" panose="020B0604030504040204" pitchFamily="50" charset="-128"/>
                <a:ea typeface="Meiryo UI" panose="020B0604030504040204" pitchFamily="50" charset="-128"/>
              </a:defRPr>
            </a:lvl1pPr>
          </a:lstStyle>
          <a:p>
            <a:pPr rtl="0"/>
            <a:r>
              <a:rPr lang="ja-JP"/>
              <a:t>アイコンをクリックして画像を追加</a:t>
            </a:r>
          </a:p>
        </p:txBody>
      </p:sp>
      <p:sp>
        <p:nvSpPr>
          <p:cNvPr id="18" name="タイトル 1">
            <a:extLst>
              <a:ext uri="{FF2B5EF4-FFF2-40B4-BE49-F238E27FC236}">
                <a16:creationId xmlns:a16="http://schemas.microsoft.com/office/drawing/2014/main" id="{8D492973-78E3-D34E-835E-CF2D4517016D}"/>
              </a:ext>
            </a:extLst>
          </p:cNvPr>
          <p:cNvSpPr>
            <a:spLocks noGrp="1"/>
          </p:cNvSpPr>
          <p:nvPr>
            <p:ph type="title" hasCustomPrompt="1"/>
          </p:nvPr>
        </p:nvSpPr>
        <p:spPr>
          <a:xfrm>
            <a:off x="6309359" y="444933"/>
            <a:ext cx="5477479" cy="3291840"/>
          </a:xfrm>
          <a:prstGeom prst="rect">
            <a:avLst/>
          </a:prstGeom>
        </p:spPr>
        <p:txBody>
          <a:bodyPr lIns="0" tIns="0" rIns="0" bIns="0" rtlCol="0" anchor="b" anchorCtr="0">
            <a:noAutofit/>
          </a:bodyPr>
          <a:lstStyle>
            <a:lvl1pPr>
              <a:defRPr lang="ja-JP" sz="6000" b="1" i="0" baseline="0">
                <a:solidFill>
                  <a:schemeClr val="tx1"/>
                </a:solidFill>
                <a:latin typeface="Meiryo UI" panose="020B0604030504040204" pitchFamily="50" charset="-128"/>
                <a:ea typeface="Meiryo UI" panose="020B0604030504040204" pitchFamily="50" charset="-128"/>
              </a:defRPr>
            </a:lvl1pPr>
          </a:lstStyle>
          <a:p>
            <a:pPr rtl="0"/>
            <a:r>
              <a:rPr lang="ja-JP"/>
              <a:t>クリックしてタイトルを追加 </a:t>
            </a:r>
          </a:p>
        </p:txBody>
      </p:sp>
      <p:sp>
        <p:nvSpPr>
          <p:cNvPr id="7" name="長方形 6">
            <a:extLst>
              <a:ext uri="{FF2B5EF4-FFF2-40B4-BE49-F238E27FC236}">
                <a16:creationId xmlns:a16="http://schemas.microsoft.com/office/drawing/2014/main" id="{D96BA398-1ED2-1FCA-63B9-8915A8C7A524}"/>
              </a:ext>
              <a:ext uri="{C183D7F6-B498-43B3-948B-1728B52AA6E4}">
                <adec:decorative xmlns:adec="http://schemas.microsoft.com/office/drawing/2017/decorative" val="1"/>
              </a:ext>
            </a:extLst>
          </p:cNvPr>
          <p:cNvSpPr/>
          <p:nvPr userDrawn="1"/>
        </p:nvSpPr>
        <p:spPr>
          <a:xfrm>
            <a:off x="6309360" y="3951843"/>
            <a:ext cx="2133600" cy="10058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729169562"/>
      </p:ext>
    </p:extLst>
  </p:cSld>
  <p:clrMapOvr>
    <a:masterClrMapping/>
  </p:clrMapOvr>
  <p:extLst>
    <p:ext uri="{DCECCB84-F9BA-43D5-87BE-67443E8EF086}">
      <p15:sldGuideLst xmlns:p15="http://schemas.microsoft.com/office/powerpoint/2012/main">
        <p15:guide id="2" pos="7104">
          <p15:clr>
            <a:srgbClr val="FBAE40"/>
          </p15:clr>
        </p15:guide>
        <p15:guide id="3" pos="4344">
          <p15:clr>
            <a:srgbClr val="FBAE40"/>
          </p15:clr>
        </p15:guide>
        <p15:guide id="4" pos="4560">
          <p15:clr>
            <a:srgbClr val="FBAE40"/>
          </p15:clr>
        </p15:guide>
        <p15:guide id="8" orient="horz" pos="184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タイトル 2">
    <p:bg>
      <p:bgPr>
        <a:solidFill>
          <a:schemeClr val="tx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299835" y="430529"/>
            <a:ext cx="5486400" cy="3291840"/>
          </a:xfrm>
          <a:prstGeom prst="rect">
            <a:avLst/>
          </a:prstGeom>
        </p:spPr>
        <p:txBody>
          <a:bodyPr lIns="0" tIns="0" rIns="0" bIns="0" rtlCol="0" anchor="b">
            <a:noAutofit/>
          </a:bodyPr>
          <a:lstStyle>
            <a:lvl1pPr algn="l">
              <a:lnSpc>
                <a:spcPct val="80000"/>
              </a:lnSpc>
              <a:defRPr lang="ja-JP" sz="6000" b="1" i="0" spc="100" baseline="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sp>
        <p:nvSpPr>
          <p:cNvPr id="6" name="図プレースホルダー 5">
            <a:extLst>
              <a:ext uri="{FF2B5EF4-FFF2-40B4-BE49-F238E27FC236}">
                <a16:creationId xmlns:a16="http://schemas.microsoft.com/office/drawing/2014/main" id="{A9973BC6-F6E5-0B3B-C8AB-0AC4020D4E8B}"/>
              </a:ext>
            </a:extLst>
          </p:cNvPr>
          <p:cNvSpPr>
            <a:spLocks noGrp="1"/>
          </p:cNvSpPr>
          <p:nvPr>
            <p:ph type="pic" sz="quarter" idx="12" hasCustomPrompt="1"/>
          </p:nvPr>
        </p:nvSpPr>
        <p:spPr>
          <a:xfrm>
            <a:off x="0" y="-11113"/>
            <a:ext cx="5791200" cy="6880226"/>
          </a:xfrm>
        </p:spPr>
        <p:txBody>
          <a:bodyPr rtlCol="0">
            <a:normAutofit/>
          </a:bodyPr>
          <a:lstStyle>
            <a:lvl1pPr marL="0" indent="0" algn="ctr">
              <a:buNone/>
              <a:defRPr lang="ja-JP" sz="2000">
                <a:latin typeface="Meiryo UI" panose="020B0604030504040204" pitchFamily="50" charset="-128"/>
                <a:ea typeface="Meiryo UI" panose="020B0604030504040204" pitchFamily="50" charset="-128"/>
              </a:defRPr>
            </a:lvl1pPr>
          </a:lstStyle>
          <a:p>
            <a:pPr rtl="0"/>
            <a:r>
              <a:rPr lang="ja-JP" altLang="en-US" noProof="0" dirty="0"/>
              <a:t>アイコンをクリックして画像を追加</a:t>
            </a:r>
          </a:p>
        </p:txBody>
      </p:sp>
      <p:sp>
        <p:nvSpPr>
          <p:cNvPr id="18" name="テキスト プレースホルダー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299835" y="4568602"/>
            <a:ext cx="5486400" cy="1645920"/>
          </a:xfrm>
        </p:spPr>
        <p:txBody>
          <a:bodyPr lIns="0" tIns="0" rIns="0" bIns="0" rtlCol="0">
            <a:noAutofit/>
          </a:bodyPr>
          <a:lstStyle>
            <a:lvl1pPr marL="0" indent="0">
              <a:buNone/>
              <a:defRPr lang="ja-JP" sz="2400" b="1" i="0">
                <a:solidFill>
                  <a:schemeClr val="tx2">
                    <a:lumMod val="75000"/>
                  </a:schemeClr>
                </a:solidFill>
                <a:latin typeface="Meiryo UI" panose="020B0604030504040204" pitchFamily="50" charset="-128"/>
                <a:ea typeface="Meiryo UI" panose="020B0604030504040204" pitchFamily="50" charset="-128"/>
              </a:defRPr>
            </a:lvl1pPr>
            <a:lvl2pPr>
              <a:defRPr lang="ja-JP" sz="4000"/>
            </a:lvl2pPr>
            <a:lvl3pPr>
              <a:defRPr lang="ja-JP" sz="4000"/>
            </a:lvl3pPr>
            <a:lvl4pPr>
              <a:defRPr lang="ja-JP" sz="4000"/>
            </a:lvl4pPr>
            <a:lvl5pPr>
              <a:defRPr lang="ja-JP" sz="4000"/>
            </a:lvl5pPr>
          </a:lstStyle>
          <a:p>
            <a:pPr lvl="0" rtl="0"/>
            <a:r>
              <a:rPr lang="ja-JP" altLang="en-US" noProof="0" dirty="0"/>
              <a:t>クリックしてテキストを追加</a:t>
            </a:r>
          </a:p>
        </p:txBody>
      </p:sp>
      <p:cxnSp>
        <p:nvCxnSpPr>
          <p:cNvPr id="7" name="直線​​コネクタ(S) 6">
            <a:extLst>
              <a:ext uri="{FF2B5EF4-FFF2-40B4-BE49-F238E27FC236}">
                <a16:creationId xmlns:a16="http://schemas.microsoft.com/office/drawing/2014/main" id="{29169ED6-4B82-6844-119F-AC15CDF2D3E5}"/>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7914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概要 2">
    <p:bg>
      <p:bgPr>
        <a:solidFill>
          <a:schemeClr val="tx1"/>
        </a:solidFill>
        <a:effectLst/>
      </p:bgPr>
    </p:bg>
    <p:spTree>
      <p:nvGrpSpPr>
        <p:cNvPr id="1" name=""/>
        <p:cNvGrpSpPr/>
        <p:nvPr/>
      </p:nvGrpSpPr>
      <p:grpSpPr>
        <a:xfrm>
          <a:off x="0" y="0"/>
          <a:ext cx="0" cy="0"/>
          <a:chOff x="0" y="0"/>
          <a:chExt cx="0" cy="0"/>
        </a:xfrm>
      </p:grpSpPr>
      <p:cxnSp>
        <p:nvCxnSpPr>
          <p:cNvPr id="9" name="直線​​コネクタ(S) 8">
            <a:extLst>
              <a:ext uri="{FF2B5EF4-FFF2-40B4-BE49-F238E27FC236}">
                <a16:creationId xmlns:a16="http://schemas.microsoft.com/office/drawing/2014/main" id="{C57F1500-1A16-D1EF-4F0C-030852B291FC}"/>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grpSp>
        <p:nvGrpSpPr>
          <p:cNvPr id="10" name="グループ 9">
            <a:extLst>
              <a:ext uri="{FF2B5EF4-FFF2-40B4-BE49-F238E27FC236}">
                <a16:creationId xmlns:a16="http://schemas.microsoft.com/office/drawing/2014/main" id="{2D07A0BE-3890-193E-9439-F294E61A71B9}"/>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11" name="フリーフォーム(F) 19">
              <a:extLst>
                <a:ext uri="{FF2B5EF4-FFF2-40B4-BE49-F238E27FC236}">
                  <a16:creationId xmlns:a16="http://schemas.microsoft.com/office/drawing/2014/main" id="{C05217ED-C258-E6CE-BA7F-28A6EA41BCD3}"/>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2" name="フリーフォーム(F) 20">
              <a:extLst>
                <a:ext uri="{FF2B5EF4-FFF2-40B4-BE49-F238E27FC236}">
                  <a16:creationId xmlns:a16="http://schemas.microsoft.com/office/drawing/2014/main" id="{F3E11A1F-14DD-BA35-D7D7-4D4ADEAA3484}"/>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3" name="フリーフォーム(F) 21">
              <a:extLst>
                <a:ext uri="{FF2B5EF4-FFF2-40B4-BE49-F238E27FC236}">
                  <a16:creationId xmlns:a16="http://schemas.microsoft.com/office/drawing/2014/main" id="{F14541B0-973F-7E21-1019-D2FB83C8C0D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sp>
        <p:nvSpPr>
          <p:cNvPr id="32" name="タイトル 1">
            <a:extLst>
              <a:ext uri="{FF2B5EF4-FFF2-40B4-BE49-F238E27FC236}">
                <a16:creationId xmlns:a16="http://schemas.microsoft.com/office/drawing/2014/main" id="{467E05B6-B7CB-1E4F-96BA-4B8CFE8B63D9}"/>
              </a:ext>
            </a:extLst>
          </p:cNvPr>
          <p:cNvSpPr>
            <a:spLocks noGrp="1"/>
          </p:cNvSpPr>
          <p:nvPr>
            <p:ph type="title" hasCustomPrompt="1"/>
          </p:nvPr>
        </p:nvSpPr>
        <p:spPr>
          <a:xfrm>
            <a:off x="594360" y="102875"/>
            <a:ext cx="10873740" cy="1680205"/>
          </a:xfrm>
          <a:prstGeom prst="rect">
            <a:avLst/>
          </a:prstGeom>
        </p:spPr>
        <p:txBody>
          <a:bodyPr lIns="0" tIns="0" rIns="0" bIns="0" rtlCol="0" anchor="b" anchorCtr="0">
            <a:noAutofit/>
          </a:bodyPr>
          <a:lstStyle>
            <a:lvl1pPr>
              <a:defRPr lang="ja-JP" sz="4400" b="1" i="0">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sp>
        <p:nvSpPr>
          <p:cNvPr id="2" name="コンテンツ プレースホルダー 5">
            <a:extLst>
              <a:ext uri="{FF2B5EF4-FFF2-40B4-BE49-F238E27FC236}">
                <a16:creationId xmlns:a16="http://schemas.microsoft.com/office/drawing/2014/main" id="{F6FE0DC0-B0D7-F4D6-8038-177AD7A8C211}"/>
              </a:ext>
            </a:extLst>
          </p:cNvPr>
          <p:cNvSpPr>
            <a:spLocks noGrp="1"/>
          </p:cNvSpPr>
          <p:nvPr>
            <p:ph sz="quarter" idx="13" hasCustomPrompt="1"/>
          </p:nvPr>
        </p:nvSpPr>
        <p:spPr>
          <a:xfrm>
            <a:off x="3657600" y="2282008"/>
            <a:ext cx="7810500" cy="3699328"/>
          </a:xfrm>
        </p:spPr>
        <p:txBody>
          <a:bodyPr lIns="0" tIns="228600" rIns="0" bIns="0" rtlCol="0">
            <a:normAutofit/>
          </a:bodyPr>
          <a:lstStyle>
            <a:lvl1pPr marL="283464" indent="-283464">
              <a:spcBef>
                <a:spcPts val="1800"/>
              </a:spcBef>
              <a:buFont typeface="Arial" panose="020B0604020202020204" pitchFamily="34" charset="0"/>
              <a:buChar char="•"/>
              <a:defRPr lang="ja-JP" sz="2000">
                <a:latin typeface="Meiryo UI" panose="020B0604030504040204" pitchFamily="50" charset="-128"/>
                <a:ea typeface="Meiryo UI" panose="020B0604030504040204" pitchFamily="50" charset="-128"/>
              </a:defRPr>
            </a:lvl1pPr>
            <a:lvl2pPr indent="-283464">
              <a:spcBef>
                <a:spcPts val="1800"/>
              </a:spcBef>
              <a:defRPr lang="ja-JP" sz="2000">
                <a:latin typeface="Meiryo UI" panose="020B0604030504040204" pitchFamily="50" charset="-128"/>
                <a:ea typeface="Meiryo UI" panose="020B0604030504040204" pitchFamily="50" charset="-128"/>
              </a:defRPr>
            </a:lvl2pPr>
            <a:lvl3pPr indent="-283464">
              <a:spcBef>
                <a:spcPts val="1800"/>
              </a:spcBef>
              <a:defRPr lang="ja-JP" sz="2000">
                <a:latin typeface="Meiryo UI" panose="020B0604030504040204" pitchFamily="50" charset="-128"/>
                <a:ea typeface="Meiryo UI" panose="020B0604030504040204" pitchFamily="50" charset="-128"/>
              </a:defRPr>
            </a:lvl3pPr>
            <a:lvl4pPr indent="-283464">
              <a:spcBef>
                <a:spcPts val="1800"/>
              </a:spcBef>
              <a:defRPr lang="ja-JP" sz="2000">
                <a:latin typeface="Meiryo UI" panose="020B0604030504040204" pitchFamily="50" charset="-128"/>
                <a:ea typeface="Meiryo UI" panose="020B0604030504040204" pitchFamily="50" charset="-128"/>
              </a:defRPr>
            </a:lvl4pPr>
            <a:lvl5pPr indent="-283464">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8" name="スライド番号プレースホルダー 7">
            <a:extLst>
              <a:ext uri="{FF2B5EF4-FFF2-40B4-BE49-F238E27FC236}">
                <a16:creationId xmlns:a16="http://schemas.microsoft.com/office/drawing/2014/main" id="{7ED58739-4346-5104-B1AC-89ED035912AF}"/>
              </a:ext>
            </a:extLst>
          </p:cNvPr>
          <p:cNvSpPr>
            <a:spLocks noGrp="1"/>
          </p:cNvSpPr>
          <p:nvPr>
            <p:ph type="sldNum" sz="quarter" idx="22"/>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fld id="{294A09A9-5501-47C1-A89A-A340965A2BE2}" type="slidenum">
              <a:rPr lang="en-US" altLang="ja-JP" noProof="0" smtClean="0"/>
              <a:pPr/>
              <a:t>‹#›</a:t>
            </a:fld>
            <a:endParaRPr lang="ja-JP" altLang="en-US" noProof="0" dirty="0"/>
          </a:p>
        </p:txBody>
      </p:sp>
      <p:sp>
        <p:nvSpPr>
          <p:cNvPr id="5" name="日付プレースホルダー 4">
            <a:extLst>
              <a:ext uri="{FF2B5EF4-FFF2-40B4-BE49-F238E27FC236}">
                <a16:creationId xmlns:a16="http://schemas.microsoft.com/office/drawing/2014/main" id="{E9272B8D-F380-9F1A-C8E6-BDD2352B1763}"/>
              </a:ext>
            </a:extLst>
          </p:cNvPr>
          <p:cNvSpPr>
            <a:spLocks noGrp="1"/>
          </p:cNvSpPr>
          <p:nvPr>
            <p:ph type="dt" sz="half" idx="21"/>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endParaRPr lang="ja-JP" altLang="en-US" noProof="0" dirty="0"/>
          </a:p>
        </p:txBody>
      </p:sp>
    </p:spTree>
    <p:extLst>
      <p:ext uri="{BB962C8B-B14F-4D97-AF65-F5344CB8AC3E}">
        <p14:creationId xmlns:p14="http://schemas.microsoft.com/office/powerpoint/2010/main" val="140296414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600">
          <p15:clr>
            <a:srgbClr val="FBAE40"/>
          </p15:clr>
        </p15:guide>
        <p15:guide id="2" pos="7080">
          <p15:clr>
            <a:srgbClr val="FBAE40"/>
          </p15:clr>
        </p15:guide>
        <p15:guide id="3" pos="2304">
          <p15:clr>
            <a:srgbClr val="FBAE40"/>
          </p15:clr>
        </p15:guide>
        <p15:guide id="4" pos="5736">
          <p15:clr>
            <a:srgbClr val="FBAE40"/>
          </p15:clr>
        </p15:guide>
        <p15:guide id="5" pos="1944">
          <p15:clr>
            <a:srgbClr val="FBAE40"/>
          </p15:clr>
        </p15:guide>
        <p15:guide id="6" pos="4008">
          <p15:clr>
            <a:srgbClr val="FBAE40"/>
          </p15:clr>
        </p15:guide>
        <p15:guide id="7" orient="horz" pos="1224">
          <p15:clr>
            <a:srgbClr val="FBAE40"/>
          </p15:clr>
        </p15:guide>
        <p15:guide id="8" orient="horz" pos="1440">
          <p15:clr>
            <a:srgbClr val="FBAE40"/>
          </p15:clr>
        </p15:guide>
        <p15:guide id="9" orient="horz" pos="552">
          <p15:clr>
            <a:srgbClr val="FBAE40"/>
          </p15:clr>
        </p15:guide>
        <p15:guide id="10" pos="5352">
          <p15:clr>
            <a:srgbClr val="FBAE40"/>
          </p15:clr>
        </p15:guide>
        <p15:guide id="11" pos="364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タイトル​​">
    <p:bg>
      <p:bgPr>
        <a:solidFill>
          <a:schemeClr val="tx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rtlCol="0" anchor="b">
            <a:noAutofit/>
          </a:bodyPr>
          <a:lstStyle>
            <a:lvl1pPr algn="l">
              <a:lnSpc>
                <a:spcPct val="80000"/>
              </a:lnSpc>
              <a:defRPr lang="ja-JP" sz="6000" b="1" i="0" spc="100" baseline="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grpSp>
        <p:nvGrpSpPr>
          <p:cNvPr id="9" name="グループ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フリーフォーム(F)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1" name="フリーフォーム(F)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2" name="フリーフォーム(F)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cxnSp>
        <p:nvCxnSpPr>
          <p:cNvPr id="13" name="直線​​コネクタ(S)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8" name="テキスト プレースホルダー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309905" y="4549552"/>
            <a:ext cx="5486400" cy="1645920"/>
          </a:xfrm>
        </p:spPr>
        <p:txBody>
          <a:bodyPr lIns="0" tIns="0" rIns="0" bIns="0" rtlCol="0">
            <a:noAutofit/>
          </a:bodyPr>
          <a:lstStyle>
            <a:lvl1pPr marL="0" indent="0">
              <a:buNone/>
              <a:defRPr lang="ja-JP" sz="2400" b="1" i="0">
                <a:solidFill>
                  <a:schemeClr val="tx2">
                    <a:lumMod val="75000"/>
                  </a:schemeClr>
                </a:solidFill>
                <a:latin typeface="Meiryo UI" panose="020B0604030504040204" pitchFamily="50" charset="-128"/>
                <a:ea typeface="Meiryo UI" panose="020B0604030504040204" pitchFamily="50" charset="-128"/>
              </a:defRPr>
            </a:lvl1pPr>
            <a:lvl2pPr>
              <a:defRPr lang="ja-JP" sz="4000"/>
            </a:lvl2pPr>
            <a:lvl3pPr>
              <a:defRPr lang="ja-JP" sz="4000"/>
            </a:lvl3pPr>
            <a:lvl4pPr>
              <a:defRPr lang="ja-JP" sz="4000"/>
            </a:lvl4pPr>
            <a:lvl5pPr>
              <a:defRPr lang="ja-JP" sz="4000"/>
            </a:lvl5pPr>
          </a:lstStyle>
          <a:p>
            <a:pPr lvl="0" rtl="0"/>
            <a:r>
              <a:rPr lang="ja-JP" altLang="en-US" noProof="0" dirty="0"/>
              <a:t>クリックしてテキストを追加</a:t>
            </a:r>
          </a:p>
        </p:txBody>
      </p:sp>
    </p:spTree>
    <p:extLst>
      <p:ext uri="{BB962C8B-B14F-4D97-AF65-F5344CB8AC3E}">
        <p14:creationId xmlns:p14="http://schemas.microsoft.com/office/powerpoint/2010/main" val="20271085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タイトルと 2 段組 2">
    <p:bg>
      <p:bgPr>
        <a:solidFill>
          <a:schemeClr val="tx1"/>
        </a:solidFill>
        <a:effectLst/>
      </p:bgPr>
    </p:bg>
    <p:spTree>
      <p:nvGrpSpPr>
        <p:cNvPr id="1" name=""/>
        <p:cNvGrpSpPr/>
        <p:nvPr/>
      </p:nvGrpSpPr>
      <p:grpSpPr>
        <a:xfrm>
          <a:off x="0" y="0"/>
          <a:ext cx="0" cy="0"/>
          <a:chOff x="0" y="0"/>
          <a:chExt cx="0" cy="0"/>
        </a:xfrm>
      </p:grpSpPr>
      <p:grpSp>
        <p:nvGrpSpPr>
          <p:cNvPr id="11" name="グループ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フリーフォーム(F)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3" name="フリーフォーム(F)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4" name="フリーフォーム(F)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sp>
        <p:nvSpPr>
          <p:cNvPr id="16" name="タイトル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78129"/>
            <a:ext cx="9778365" cy="1494596"/>
          </a:xfrm>
          <a:prstGeom prst="rect">
            <a:avLst/>
          </a:prstGeom>
        </p:spPr>
        <p:txBody>
          <a:bodyPr lIns="0" tIns="0" rIns="0" bIns="0" rtlCol="0" anchor="b" anchorCtr="0">
            <a:noAutofit/>
          </a:bodyPr>
          <a:lstStyle>
            <a:lvl1pPr>
              <a:defRPr lang="ja-JP" sz="4400" b="1" i="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sp>
        <p:nvSpPr>
          <p:cNvPr id="2" name="コンテンツ プレースホルダー 5">
            <a:extLst>
              <a:ext uri="{FF2B5EF4-FFF2-40B4-BE49-F238E27FC236}">
                <a16:creationId xmlns:a16="http://schemas.microsoft.com/office/drawing/2014/main" id="{F14DA3C5-63E4-BAFB-1D68-47F71EEEE538}"/>
              </a:ext>
            </a:extLst>
          </p:cNvPr>
          <p:cNvSpPr>
            <a:spLocks noGrp="1"/>
          </p:cNvSpPr>
          <p:nvPr>
            <p:ph sz="quarter" idx="15" hasCustomPrompt="1"/>
          </p:nvPr>
        </p:nvSpPr>
        <p:spPr>
          <a:xfrm>
            <a:off x="594360" y="2676525"/>
            <a:ext cx="4490827" cy="3597470"/>
          </a:xfrm>
        </p:spPr>
        <p:txBody>
          <a:bodyPr lIns="0" tIns="45720" rIns="0" bIns="0" rtlCol="0">
            <a:normAutofit/>
          </a:bodyPr>
          <a:lstStyle>
            <a:lvl1pPr marL="0" indent="0">
              <a:spcBef>
                <a:spcPts val="1800"/>
              </a:spcBef>
              <a:buFont typeface="Arial" panose="020B0604020202020204" pitchFamily="34" charset="0"/>
              <a:buNone/>
              <a:defRPr lang="ja-JP" sz="2000">
                <a:latin typeface="Meiryo UI" panose="020B0604030504040204" pitchFamily="50" charset="-128"/>
                <a:ea typeface="Meiryo UI" panose="020B0604030504040204" pitchFamily="50" charset="-128"/>
              </a:defRPr>
            </a:lvl1pPr>
            <a:lvl2pPr marL="283464" indent="-283464">
              <a:spcBef>
                <a:spcPts val="1800"/>
              </a:spcBef>
              <a:defRPr lang="ja-JP" sz="2000">
                <a:latin typeface="Meiryo UI" panose="020B0604030504040204" pitchFamily="50" charset="-128"/>
                <a:ea typeface="Meiryo UI" panose="020B0604030504040204" pitchFamily="50" charset="-128"/>
              </a:defRPr>
            </a:lvl2pPr>
            <a:lvl3pPr marL="594360" indent="-283464">
              <a:spcBef>
                <a:spcPts val="1800"/>
              </a:spcBef>
              <a:defRPr lang="ja-JP" sz="2000">
                <a:latin typeface="Meiryo UI" panose="020B0604030504040204" pitchFamily="50" charset="-128"/>
                <a:ea typeface="Meiryo UI" panose="020B0604030504040204" pitchFamily="50" charset="-128"/>
              </a:defRPr>
            </a:lvl3pPr>
            <a:lvl4pPr marL="822960" indent="-283464">
              <a:spcBef>
                <a:spcPts val="1800"/>
              </a:spcBef>
              <a:defRPr lang="ja-JP" sz="2000">
                <a:latin typeface="Meiryo UI" panose="020B0604030504040204" pitchFamily="50" charset="-128"/>
                <a:ea typeface="Meiryo UI" panose="020B0604030504040204" pitchFamily="50" charset="-128"/>
              </a:defRPr>
            </a:lvl4pPr>
            <a:lvl5pPr marL="1005840" indent="-283464">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3" name="コンテンツ プレースホルダー 5">
            <a:extLst>
              <a:ext uri="{FF2B5EF4-FFF2-40B4-BE49-F238E27FC236}">
                <a16:creationId xmlns:a16="http://schemas.microsoft.com/office/drawing/2014/main" id="{BD11386D-847E-8CF5-E56A-42E80A65A089}"/>
              </a:ext>
            </a:extLst>
          </p:cNvPr>
          <p:cNvSpPr>
            <a:spLocks noGrp="1"/>
          </p:cNvSpPr>
          <p:nvPr>
            <p:ph sz="quarter" idx="16" hasCustomPrompt="1"/>
          </p:nvPr>
        </p:nvSpPr>
        <p:spPr>
          <a:xfrm>
            <a:off x="5881898" y="2676525"/>
            <a:ext cx="4490827" cy="3597470"/>
          </a:xfrm>
        </p:spPr>
        <p:txBody>
          <a:bodyPr lIns="0" tIns="45720" rIns="0" bIns="0" rtlCol="0">
            <a:normAutofit/>
          </a:bodyPr>
          <a:lstStyle>
            <a:lvl1pPr marL="0" indent="0">
              <a:spcBef>
                <a:spcPts val="1800"/>
              </a:spcBef>
              <a:buFont typeface="Arial" panose="020B0604020202020204" pitchFamily="34" charset="0"/>
              <a:buNone/>
              <a:defRPr lang="ja-JP" sz="2000">
                <a:latin typeface="Meiryo UI" panose="020B0604030504040204" pitchFamily="50" charset="-128"/>
                <a:ea typeface="Meiryo UI" panose="020B0604030504040204" pitchFamily="50" charset="-128"/>
              </a:defRPr>
            </a:lvl1pPr>
            <a:lvl2pPr marL="283464" indent="-283464">
              <a:spcBef>
                <a:spcPts val="1800"/>
              </a:spcBef>
              <a:defRPr lang="ja-JP" sz="2000">
                <a:latin typeface="Meiryo UI" panose="020B0604030504040204" pitchFamily="50" charset="-128"/>
                <a:ea typeface="Meiryo UI" panose="020B0604030504040204" pitchFamily="50" charset="-128"/>
              </a:defRPr>
            </a:lvl2pPr>
            <a:lvl3pPr marL="548640" indent="-283464">
              <a:spcBef>
                <a:spcPts val="1800"/>
              </a:spcBef>
              <a:defRPr lang="ja-JP" sz="2000">
                <a:latin typeface="Meiryo UI" panose="020B0604030504040204" pitchFamily="50" charset="-128"/>
                <a:ea typeface="Meiryo UI" panose="020B0604030504040204" pitchFamily="50" charset="-128"/>
              </a:defRPr>
            </a:lvl3pPr>
            <a:lvl4pPr marL="822960" indent="-283464">
              <a:spcBef>
                <a:spcPts val="1800"/>
              </a:spcBef>
              <a:defRPr lang="ja-JP" sz="2000">
                <a:latin typeface="Meiryo UI" panose="020B0604030504040204" pitchFamily="50" charset="-128"/>
                <a:ea typeface="Meiryo UI" panose="020B0604030504040204" pitchFamily="50" charset="-128"/>
              </a:defRPr>
            </a:lvl4pPr>
            <a:lvl5pPr marL="1005840" indent="-283464">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スライド番号プレースホルダー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
        <p:nvSpPr>
          <p:cNvPr id="8" name="日付プレースホルダー 7">
            <a:extLst>
              <a:ext uri="{FF2B5EF4-FFF2-40B4-BE49-F238E27FC236}">
                <a16:creationId xmlns:a16="http://schemas.microsoft.com/office/drawing/2014/main" id="{C5EA2E64-5690-A56B-7051-476EC7BADA55}"/>
              </a:ext>
            </a:extLst>
          </p:cNvPr>
          <p:cNvSpPr>
            <a:spLocks noGrp="1"/>
          </p:cNvSpPr>
          <p:nvPr>
            <p:ph type="dt" sz="half" idx="11"/>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endParaRPr lang="ja-JP" altLang="en-US" dirty="0"/>
          </a:p>
        </p:txBody>
      </p:sp>
      <p:cxnSp>
        <p:nvCxnSpPr>
          <p:cNvPr id="4" name="直線​​コネクタ(S)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41056953"/>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タイトルとコンテンツ ">
    <p:bg>
      <p:bgPr>
        <a:solidFill>
          <a:schemeClr val="tx1"/>
        </a:solidFill>
        <a:effectLst/>
      </p:bgPr>
    </p:bg>
    <p:spTree>
      <p:nvGrpSpPr>
        <p:cNvPr id="1" name=""/>
        <p:cNvGrpSpPr/>
        <p:nvPr/>
      </p:nvGrpSpPr>
      <p:grpSpPr>
        <a:xfrm>
          <a:off x="0" y="0"/>
          <a:ext cx="0" cy="0"/>
          <a:chOff x="0" y="0"/>
          <a:chExt cx="0" cy="0"/>
        </a:xfrm>
      </p:grpSpPr>
      <p:grpSp>
        <p:nvGrpSpPr>
          <p:cNvPr id="11" name="グループ 10">
            <a:extLst>
              <a:ext uri="{FF2B5EF4-FFF2-40B4-BE49-F238E27FC236}">
                <a16:creationId xmlns:a16="http://schemas.microsoft.com/office/drawing/2014/main" id="{42E558A9-6DD6-E21D-3A8F-6707E1DD19F1}"/>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12" name="オートシェイプ 24">
              <a:extLst>
                <a:ext uri="{FF2B5EF4-FFF2-40B4-BE49-F238E27FC236}">
                  <a16:creationId xmlns:a16="http://schemas.microsoft.com/office/drawing/2014/main" id="{3FC994E4-318C-1E66-B4E4-8F8FD08E098F}"/>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3" name="フリーフォーム(F) 7">
              <a:extLst>
                <a:ext uri="{FF2B5EF4-FFF2-40B4-BE49-F238E27FC236}">
                  <a16:creationId xmlns:a16="http://schemas.microsoft.com/office/drawing/2014/main" id="{17C00E6B-F625-6D6C-8364-9DD9F3C3628F}"/>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4" name="フリーフォーム(F) 8">
              <a:extLst>
                <a:ext uri="{FF2B5EF4-FFF2-40B4-BE49-F238E27FC236}">
                  <a16:creationId xmlns:a16="http://schemas.microsoft.com/office/drawing/2014/main" id="{C6197B87-4F65-7981-9463-84830CD3687F}"/>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8" name="フリーフォーム(F) 9">
              <a:extLst>
                <a:ext uri="{FF2B5EF4-FFF2-40B4-BE49-F238E27FC236}">
                  <a16:creationId xmlns:a16="http://schemas.microsoft.com/office/drawing/2014/main" id="{86AA517C-7217-D864-B7E7-40984A2880DB}"/>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9" name="フリーフォーム(F) 10">
              <a:extLst>
                <a:ext uri="{FF2B5EF4-FFF2-40B4-BE49-F238E27FC236}">
                  <a16:creationId xmlns:a16="http://schemas.microsoft.com/office/drawing/2014/main" id="{524013C6-491C-CAA2-5BD6-7C73596711CC}"/>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sp>
        <p:nvSpPr>
          <p:cNvPr id="16" name="タイトル 1">
            <a:extLst>
              <a:ext uri="{FF2B5EF4-FFF2-40B4-BE49-F238E27FC236}">
                <a16:creationId xmlns:a16="http://schemas.microsoft.com/office/drawing/2014/main" id="{109B023A-F28F-184D-BA48-3F1C0502AE0A}"/>
              </a:ext>
            </a:extLst>
          </p:cNvPr>
          <p:cNvSpPr>
            <a:spLocks noGrp="1"/>
          </p:cNvSpPr>
          <p:nvPr>
            <p:ph type="title" hasCustomPrompt="1"/>
          </p:nvPr>
        </p:nvSpPr>
        <p:spPr>
          <a:xfrm>
            <a:off x="6318885" y="3499667"/>
            <a:ext cx="4939666" cy="2542810"/>
          </a:xfrm>
          <a:prstGeom prst="rect">
            <a:avLst/>
          </a:prstGeom>
        </p:spPr>
        <p:txBody>
          <a:bodyPr lIns="0" tIns="0" rIns="0" bIns="0" rtlCol="0" anchor="b" anchorCtr="0">
            <a:noAutofit/>
          </a:bodyPr>
          <a:lstStyle>
            <a:lvl1pPr>
              <a:defRPr lang="ja-JP" sz="4400" b="1" i="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cxnSp>
        <p:nvCxnSpPr>
          <p:cNvPr id="4" name="直線​​コネクタ(S)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6347460"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コンテンツ プレースホルダー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457201"/>
            <a:ext cx="5198269" cy="2305050"/>
          </a:xfrm>
        </p:spPr>
        <p:txBody>
          <a:bodyPr lIns="0" tIns="274320" rtlCol="0">
            <a:normAutofit/>
          </a:bodyPr>
          <a:lstStyle>
            <a:lvl1pPr marL="457200" indent="-457200">
              <a:spcBef>
                <a:spcPts val="1800"/>
              </a:spcBef>
              <a:buFont typeface="+mj-lt"/>
              <a:buAutoNum type="arabicPeriod"/>
              <a:defRPr lang="ja-JP" sz="2000">
                <a:latin typeface="Meiryo UI" panose="020B0604030504040204" pitchFamily="50" charset="-128"/>
                <a:ea typeface="Meiryo UI" panose="020B0604030504040204" pitchFamily="50" charset="-128"/>
              </a:defRPr>
            </a:lvl1pPr>
            <a:lvl2pPr marL="914400" indent="-457200">
              <a:spcBef>
                <a:spcPts val="1800"/>
              </a:spcBef>
              <a:buFont typeface="+mj-lt"/>
              <a:buAutoNum type="alphaLcPeriod"/>
              <a:defRPr lang="ja-JP" sz="2000">
                <a:latin typeface="Meiryo UI" panose="020B0604030504040204" pitchFamily="50" charset="-128"/>
                <a:ea typeface="Meiryo UI" panose="020B0604030504040204" pitchFamily="50" charset="-128"/>
              </a:defRPr>
            </a:lvl2pPr>
            <a:lvl3pPr marL="1371600" indent="-457200">
              <a:spcBef>
                <a:spcPts val="1800"/>
              </a:spcBef>
              <a:buFont typeface="+mj-lt"/>
              <a:buAutoNum type="arabicParenR"/>
              <a:defRPr lang="ja-JP" sz="2000">
                <a:latin typeface="Meiryo UI" panose="020B0604030504040204" pitchFamily="50" charset="-128"/>
                <a:ea typeface="Meiryo UI" panose="020B0604030504040204" pitchFamily="50" charset="-128"/>
              </a:defRPr>
            </a:lvl3pPr>
            <a:lvl4pPr marL="1371600" indent="0">
              <a:spcBef>
                <a:spcPts val="1800"/>
              </a:spcBef>
              <a:buFont typeface="+mj-lt"/>
              <a:buNone/>
              <a:defRPr lang="ja-JP" sz="2000">
                <a:latin typeface="Meiryo UI" panose="020B0604030504040204" pitchFamily="50" charset="-128"/>
                <a:ea typeface="Meiryo UI" panose="020B0604030504040204" pitchFamily="50" charset="-128"/>
              </a:defRPr>
            </a:lvl4pPr>
            <a:lvl5pPr marL="2286000" indent="-457200">
              <a:spcBef>
                <a:spcPts val="1800"/>
              </a:spcBef>
              <a:buFont typeface="+mj-lt"/>
              <a:buAutoNum type="arabicPeriod"/>
              <a:defRPr lang="ja-JP" sz="2000"/>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endParaRPr lang="ja-JP" altLang="en-US" noProof="0" dirty="0"/>
          </a:p>
        </p:txBody>
      </p:sp>
      <p:sp>
        <p:nvSpPr>
          <p:cNvPr id="2" name="コンテンツ プレースホルダー 5">
            <a:extLst>
              <a:ext uri="{FF2B5EF4-FFF2-40B4-BE49-F238E27FC236}">
                <a16:creationId xmlns:a16="http://schemas.microsoft.com/office/drawing/2014/main" id="{3AC171DA-232D-44C1-6B93-40BACB298F4B}"/>
              </a:ext>
            </a:extLst>
          </p:cNvPr>
          <p:cNvSpPr>
            <a:spLocks noGrp="1"/>
          </p:cNvSpPr>
          <p:nvPr>
            <p:ph sz="quarter" idx="15" hasCustomPrompt="1"/>
          </p:nvPr>
        </p:nvSpPr>
        <p:spPr>
          <a:xfrm>
            <a:off x="594360" y="2810595"/>
            <a:ext cx="5198269" cy="3319513"/>
          </a:xfrm>
        </p:spPr>
        <p:txBody>
          <a:bodyPr lIns="0" tIns="45720" rIns="0" bIns="0" rtlCol="0">
            <a:normAutofit/>
          </a:bodyPr>
          <a:lstStyle>
            <a:lvl1pPr marL="0" indent="0">
              <a:spcBef>
                <a:spcPts val="1800"/>
              </a:spcBef>
              <a:buFont typeface="Arial" panose="020B0604020202020204" pitchFamily="34" charset="0"/>
              <a:buNone/>
              <a:defRPr lang="ja-JP" sz="2000">
                <a:latin typeface="Meiryo UI" panose="020B0604030504040204" pitchFamily="50" charset="-128"/>
                <a:ea typeface="Meiryo UI" panose="020B0604030504040204" pitchFamily="50" charset="-128"/>
              </a:defRPr>
            </a:lvl1pPr>
            <a:lvl2pPr marL="283464" indent="-283464">
              <a:spcBef>
                <a:spcPts val="1800"/>
              </a:spcBef>
              <a:defRPr lang="ja-JP" sz="2000">
                <a:latin typeface="Meiryo UI" panose="020B0604030504040204" pitchFamily="50" charset="-128"/>
                <a:ea typeface="Meiryo UI" panose="020B0604030504040204" pitchFamily="50" charset="-128"/>
              </a:defRPr>
            </a:lvl2pPr>
            <a:lvl3pPr marL="548640" indent="-283464">
              <a:spcBef>
                <a:spcPts val="1800"/>
              </a:spcBef>
              <a:defRPr lang="ja-JP" sz="2000">
                <a:latin typeface="Meiryo UI" panose="020B0604030504040204" pitchFamily="50" charset="-128"/>
                <a:ea typeface="Meiryo UI" panose="020B0604030504040204" pitchFamily="50" charset="-128"/>
              </a:defRPr>
            </a:lvl3pPr>
            <a:lvl4pPr marL="822960" indent="-283464">
              <a:spcBef>
                <a:spcPts val="1800"/>
              </a:spcBef>
              <a:defRPr lang="ja-JP" sz="2000">
                <a:latin typeface="Meiryo UI" panose="020B0604030504040204" pitchFamily="50" charset="-128"/>
                <a:ea typeface="Meiryo UI" panose="020B0604030504040204" pitchFamily="50" charset="-128"/>
              </a:defRPr>
            </a:lvl4pPr>
            <a:lvl5pPr marL="1005840" indent="-283464">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スライド番号プレースホルダー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
        <p:nvSpPr>
          <p:cNvPr id="8" name="日付プレースホルダー 7">
            <a:extLst>
              <a:ext uri="{FF2B5EF4-FFF2-40B4-BE49-F238E27FC236}">
                <a16:creationId xmlns:a16="http://schemas.microsoft.com/office/drawing/2014/main" id="{C5EA2E64-5690-A56B-7051-476EC7BADA55}"/>
              </a:ext>
            </a:extLst>
          </p:cNvPr>
          <p:cNvSpPr>
            <a:spLocks noGrp="1"/>
          </p:cNvSpPr>
          <p:nvPr>
            <p:ph type="dt" sz="half" idx="11"/>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endParaRPr lang="ja-JP" altLang="en-US" dirty="0"/>
          </a:p>
        </p:txBody>
      </p:sp>
    </p:spTree>
    <p:extLst>
      <p:ext uri="{BB962C8B-B14F-4D97-AF65-F5344CB8AC3E}">
        <p14:creationId xmlns:p14="http://schemas.microsoft.com/office/powerpoint/2010/main" val="554606805"/>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タイトル、コンテンツ、画像">
    <p:bg>
      <p:bgPr>
        <a:solidFill>
          <a:schemeClr val="tx1"/>
        </a:solidFill>
        <a:effectLst/>
      </p:bgPr>
    </p:bg>
    <p:spTree>
      <p:nvGrpSpPr>
        <p:cNvPr id="1" name=""/>
        <p:cNvGrpSpPr/>
        <p:nvPr/>
      </p:nvGrpSpPr>
      <p:grpSpPr>
        <a:xfrm>
          <a:off x="0" y="0"/>
          <a:ext cx="0" cy="0"/>
          <a:chOff x="0" y="0"/>
          <a:chExt cx="0" cy="0"/>
        </a:xfrm>
      </p:grpSpPr>
      <p:sp>
        <p:nvSpPr>
          <p:cNvPr id="16" name="タイトル 1">
            <a:extLst>
              <a:ext uri="{FF2B5EF4-FFF2-40B4-BE49-F238E27FC236}">
                <a16:creationId xmlns:a16="http://schemas.microsoft.com/office/drawing/2014/main" id="{109B023A-F28F-184D-BA48-3F1C0502AE0A}"/>
              </a:ext>
            </a:extLst>
          </p:cNvPr>
          <p:cNvSpPr>
            <a:spLocks noGrp="1"/>
          </p:cNvSpPr>
          <p:nvPr>
            <p:ph type="title" hasCustomPrompt="1"/>
          </p:nvPr>
        </p:nvSpPr>
        <p:spPr>
          <a:xfrm>
            <a:off x="575310" y="278129"/>
            <a:ext cx="5063490" cy="2354026"/>
          </a:xfrm>
          <a:prstGeom prst="rect">
            <a:avLst/>
          </a:prstGeom>
        </p:spPr>
        <p:txBody>
          <a:bodyPr lIns="0" tIns="0" rIns="0" bIns="0" rtlCol="0" anchor="b" anchorCtr="0">
            <a:noAutofit/>
          </a:bodyPr>
          <a:lstStyle>
            <a:lvl1pPr>
              <a:defRPr lang="ja-JP" sz="4400" b="1" i="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sp>
        <p:nvSpPr>
          <p:cNvPr id="3" name="コンテンツ プレースホルダー 5">
            <a:extLst>
              <a:ext uri="{FF2B5EF4-FFF2-40B4-BE49-F238E27FC236}">
                <a16:creationId xmlns:a16="http://schemas.microsoft.com/office/drawing/2014/main" id="{1EF4505D-6803-3813-7738-049963427819}"/>
              </a:ext>
            </a:extLst>
          </p:cNvPr>
          <p:cNvSpPr>
            <a:spLocks noGrp="1"/>
          </p:cNvSpPr>
          <p:nvPr>
            <p:ph sz="quarter" idx="16" hasCustomPrompt="1"/>
          </p:nvPr>
        </p:nvSpPr>
        <p:spPr>
          <a:xfrm>
            <a:off x="594360" y="3279579"/>
            <a:ext cx="5044440" cy="2994415"/>
          </a:xfrm>
        </p:spPr>
        <p:txBody>
          <a:bodyPr lIns="0" tIns="228600" rIns="0" bIns="0" rtlCol="0">
            <a:normAutofit/>
          </a:bodyPr>
          <a:lstStyle>
            <a:lvl1pPr marL="0" indent="0">
              <a:spcBef>
                <a:spcPts val="1800"/>
              </a:spcBef>
              <a:buFont typeface="Arial" panose="020B0604020202020204" pitchFamily="34" charset="0"/>
              <a:buNone/>
              <a:defRPr lang="ja-JP" sz="2000">
                <a:latin typeface="Meiryo UI" panose="020B0604030504040204" pitchFamily="50" charset="-128"/>
                <a:ea typeface="Meiryo UI" panose="020B0604030504040204" pitchFamily="50" charset="-128"/>
              </a:defRPr>
            </a:lvl1pPr>
            <a:lvl2pPr indent="-283464">
              <a:spcBef>
                <a:spcPts val="1800"/>
              </a:spcBef>
              <a:defRPr lang="ja-JP" sz="2000">
                <a:latin typeface="Meiryo UI" panose="020B0604030504040204" pitchFamily="50" charset="-128"/>
                <a:ea typeface="Meiryo UI" panose="020B0604030504040204" pitchFamily="50" charset="-128"/>
              </a:defRPr>
            </a:lvl2pPr>
            <a:lvl3pPr indent="-283464">
              <a:spcBef>
                <a:spcPts val="1800"/>
              </a:spcBef>
              <a:defRPr lang="ja-JP" sz="2000">
                <a:latin typeface="Meiryo UI" panose="020B0604030504040204" pitchFamily="50" charset="-128"/>
                <a:ea typeface="Meiryo UI" panose="020B0604030504040204" pitchFamily="50" charset="-128"/>
              </a:defRPr>
            </a:lvl3pPr>
            <a:lvl4pPr indent="-283464">
              <a:spcBef>
                <a:spcPts val="1800"/>
              </a:spcBef>
              <a:defRPr lang="ja-JP" sz="2000">
                <a:latin typeface="Meiryo UI" panose="020B0604030504040204" pitchFamily="50" charset="-128"/>
                <a:ea typeface="Meiryo UI" panose="020B0604030504040204" pitchFamily="50" charset="-128"/>
              </a:defRPr>
            </a:lvl4pPr>
            <a:lvl5pPr indent="-283464">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cxnSp>
        <p:nvCxnSpPr>
          <p:cNvPr id="4" name="直線​​コネクタ(S)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997459"/>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2" name="図プレースホルダー 11">
            <a:extLst>
              <a:ext uri="{FF2B5EF4-FFF2-40B4-BE49-F238E27FC236}">
                <a16:creationId xmlns:a16="http://schemas.microsoft.com/office/drawing/2014/main" id="{4658637A-5D36-6127-19BC-C203E23FA49F}"/>
              </a:ext>
            </a:extLst>
          </p:cNvPr>
          <p:cNvSpPr>
            <a:spLocks noGrp="1"/>
          </p:cNvSpPr>
          <p:nvPr>
            <p:ph type="pic" sz="quarter" idx="15" hasCustomPrompt="1"/>
          </p:nvPr>
        </p:nvSpPr>
        <p:spPr>
          <a:xfrm>
            <a:off x="6096000" y="0"/>
            <a:ext cx="6118225" cy="6858000"/>
          </a:xfrm>
        </p:spPr>
        <p:txBody>
          <a:bodyPr rtlCol="0">
            <a:normAutofit/>
          </a:bodyPr>
          <a:lstStyle>
            <a:lvl1pPr marL="0" indent="0" algn="ctr">
              <a:buNone/>
              <a:defRPr lang="ja-JP" sz="200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アイコンをクリックして画像を追加</a:t>
            </a:r>
          </a:p>
        </p:txBody>
      </p:sp>
      <p:sp>
        <p:nvSpPr>
          <p:cNvPr id="10" name="スライド番号プレースホルダー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fld id="{294A09A9-5501-47C1-A89A-A340965A2BE2}" type="slidenum">
              <a:rPr lang="en-US" altLang="ja-JP" noProof="0" smtClean="0"/>
              <a:pPr/>
              <a:t>‹#›</a:t>
            </a:fld>
            <a:endParaRPr lang="ja-JP" altLang="en-US" noProof="0" dirty="0"/>
          </a:p>
        </p:txBody>
      </p:sp>
      <p:sp>
        <p:nvSpPr>
          <p:cNvPr id="8" name="日付プレースホルダー 7">
            <a:extLst>
              <a:ext uri="{FF2B5EF4-FFF2-40B4-BE49-F238E27FC236}">
                <a16:creationId xmlns:a16="http://schemas.microsoft.com/office/drawing/2014/main" id="{C5EA2E64-5690-A56B-7051-476EC7BADA55}"/>
              </a:ext>
            </a:extLst>
          </p:cNvPr>
          <p:cNvSpPr>
            <a:spLocks noGrp="1"/>
          </p:cNvSpPr>
          <p:nvPr>
            <p:ph type="dt" sz="half" idx="11"/>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endParaRPr lang="ja-JP" altLang="en-US" noProof="0" dirty="0"/>
          </a:p>
        </p:txBody>
      </p:sp>
    </p:spTree>
    <p:extLst>
      <p:ext uri="{BB962C8B-B14F-4D97-AF65-F5344CB8AC3E}">
        <p14:creationId xmlns:p14="http://schemas.microsoft.com/office/powerpoint/2010/main" val="1429319764"/>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タイトル、コンテンツ、表">
    <p:bg>
      <p:bgPr>
        <a:solidFill>
          <a:schemeClr val="tx1"/>
        </a:solidFill>
        <a:effectLst/>
      </p:bgPr>
    </p:bg>
    <p:spTree>
      <p:nvGrpSpPr>
        <p:cNvPr id="1" name=""/>
        <p:cNvGrpSpPr/>
        <p:nvPr/>
      </p:nvGrpSpPr>
      <p:grpSpPr>
        <a:xfrm>
          <a:off x="0" y="0"/>
          <a:ext cx="0" cy="0"/>
          <a:chOff x="0" y="0"/>
          <a:chExt cx="0" cy="0"/>
        </a:xfrm>
      </p:grpSpPr>
      <p:grpSp>
        <p:nvGrpSpPr>
          <p:cNvPr id="5" name="グループ 4">
            <a:extLst>
              <a:ext uri="{FF2B5EF4-FFF2-40B4-BE49-F238E27FC236}">
                <a16:creationId xmlns:a16="http://schemas.microsoft.com/office/drawing/2014/main" id="{CF555767-B3D8-BD57-1D42-7F6E1E66892B}"/>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9" name="フリーフォーム(F) 13">
              <a:extLst>
                <a:ext uri="{FF2B5EF4-FFF2-40B4-BE49-F238E27FC236}">
                  <a16:creationId xmlns:a16="http://schemas.microsoft.com/office/drawing/2014/main" id="{BC972B6D-098C-52F6-E990-52623B368FB1}"/>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5" name="フリーフォーム(F) 14">
              <a:extLst>
                <a:ext uri="{FF2B5EF4-FFF2-40B4-BE49-F238E27FC236}">
                  <a16:creationId xmlns:a16="http://schemas.microsoft.com/office/drawing/2014/main" id="{3F0D3EE3-9A8C-531D-1EEE-1AFAB9F3BCAE}"/>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7" name="フリーフォーム(F) 15">
              <a:extLst>
                <a:ext uri="{FF2B5EF4-FFF2-40B4-BE49-F238E27FC236}">
                  <a16:creationId xmlns:a16="http://schemas.microsoft.com/office/drawing/2014/main" id="{A2BE192C-1768-890B-EC1B-5ED6E1F8259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sp>
        <p:nvSpPr>
          <p:cNvPr id="16" name="タイトル 1">
            <a:extLst>
              <a:ext uri="{FF2B5EF4-FFF2-40B4-BE49-F238E27FC236}">
                <a16:creationId xmlns:a16="http://schemas.microsoft.com/office/drawing/2014/main" id="{109B023A-F28F-184D-BA48-3F1C0502AE0A}"/>
              </a:ext>
            </a:extLst>
          </p:cNvPr>
          <p:cNvSpPr>
            <a:spLocks noGrp="1"/>
          </p:cNvSpPr>
          <p:nvPr>
            <p:ph type="title" hasCustomPrompt="1"/>
          </p:nvPr>
        </p:nvSpPr>
        <p:spPr>
          <a:xfrm>
            <a:off x="3661409" y="4661717"/>
            <a:ext cx="7936230" cy="1380760"/>
          </a:xfrm>
          <a:prstGeom prst="rect">
            <a:avLst/>
          </a:prstGeom>
        </p:spPr>
        <p:txBody>
          <a:bodyPr lIns="0" tIns="0" rIns="0" bIns="0" rtlCol="0" anchor="b" anchorCtr="0">
            <a:noAutofit/>
          </a:bodyPr>
          <a:lstStyle>
            <a:lvl1pPr>
              <a:defRPr lang="ja-JP" sz="4400" b="1" i="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cxnSp>
        <p:nvCxnSpPr>
          <p:cNvPr id="4" name="直線​​コネクタ(S)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3670935"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コンテンツ プレースホルダー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584005"/>
            <a:ext cx="2825115" cy="3999060"/>
          </a:xfrm>
        </p:spPr>
        <p:txBody>
          <a:bodyPr lIns="0" tIns="274320" rtlCol="0">
            <a:normAutofit/>
          </a:bodyPr>
          <a:lstStyle>
            <a:lvl1pPr marL="0" indent="0">
              <a:spcBef>
                <a:spcPts val="1800"/>
              </a:spcBef>
              <a:buFont typeface="Arial" panose="020B0604020202020204" pitchFamily="34" charset="0"/>
              <a:buNone/>
              <a:defRPr lang="ja-JP" sz="2000">
                <a:latin typeface="Meiryo UI" panose="020B0604030504040204" pitchFamily="50" charset="-128"/>
                <a:ea typeface="Meiryo UI" panose="020B0604030504040204" pitchFamily="50" charset="-128"/>
              </a:defRPr>
            </a:lvl1pPr>
            <a:lvl2pPr marL="457200" indent="0">
              <a:spcBef>
                <a:spcPts val="1800"/>
              </a:spcBef>
              <a:buNone/>
              <a:defRPr lang="ja-JP" sz="2000">
                <a:latin typeface="Meiryo UI" panose="020B0604030504040204" pitchFamily="50" charset="-128"/>
                <a:ea typeface="Meiryo UI" panose="020B0604030504040204" pitchFamily="50" charset="-128"/>
              </a:defRPr>
            </a:lvl2pPr>
            <a:lvl3pPr marL="914400" indent="0">
              <a:spcBef>
                <a:spcPts val="1800"/>
              </a:spcBef>
              <a:buNone/>
              <a:defRPr lang="ja-JP" sz="2000">
                <a:latin typeface="Meiryo UI" panose="020B0604030504040204" pitchFamily="50" charset="-128"/>
                <a:ea typeface="Meiryo UI" panose="020B0604030504040204" pitchFamily="50" charset="-128"/>
              </a:defRPr>
            </a:lvl3pPr>
            <a:lvl4pPr marL="1371600" indent="0">
              <a:spcBef>
                <a:spcPts val="1800"/>
              </a:spcBef>
              <a:buNone/>
              <a:defRPr lang="ja-JP" sz="2000">
                <a:latin typeface="Meiryo UI" panose="020B0604030504040204" pitchFamily="50" charset="-128"/>
                <a:ea typeface="Meiryo UI" panose="020B0604030504040204" pitchFamily="50" charset="-128"/>
              </a:defRPr>
            </a:lvl4pPr>
            <a:lvl5pPr marL="1828800" indent="0">
              <a:spcBef>
                <a:spcPts val="1800"/>
              </a:spcBef>
              <a:buNone/>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6" name="コンテンツ プレースホルダー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3670934" y="584005"/>
            <a:ext cx="7926705" cy="3999060"/>
          </a:xfrm>
        </p:spPr>
        <p:txBody>
          <a:bodyPr lIns="0" rtlCol="0">
            <a:normAutofit/>
          </a:bodyPr>
          <a:lstStyle>
            <a:lvl1pPr marL="0" indent="0">
              <a:spcBef>
                <a:spcPts val="1800"/>
              </a:spcBef>
              <a:buNone/>
              <a:defRPr lang="ja-JP" sz="2000">
                <a:latin typeface="Meiryo UI" panose="020B0604030504040204" pitchFamily="50" charset="-128"/>
                <a:ea typeface="Meiryo UI" panose="020B0604030504040204" pitchFamily="50" charset="-128"/>
              </a:defRPr>
            </a:lvl1pPr>
            <a:lvl2pPr>
              <a:spcBef>
                <a:spcPts val="600"/>
              </a:spcBef>
              <a:defRPr lang="ja-JP" sz="2000">
                <a:latin typeface="Meiryo UI" panose="020B0604030504040204" pitchFamily="50" charset="-128"/>
                <a:ea typeface="Meiryo UI" panose="020B0604030504040204" pitchFamily="50" charset="-128"/>
              </a:defRPr>
            </a:lvl2pPr>
            <a:lvl3pPr>
              <a:spcBef>
                <a:spcPts val="1800"/>
              </a:spcBef>
              <a:defRPr lang="ja-JP" sz="2000">
                <a:latin typeface="Meiryo UI" panose="020B0604030504040204" pitchFamily="50" charset="-128"/>
                <a:ea typeface="Meiryo UI" panose="020B0604030504040204" pitchFamily="50" charset="-128"/>
              </a:defRPr>
            </a:lvl3pPr>
            <a:lvl4pPr>
              <a:spcBef>
                <a:spcPts val="1800"/>
              </a:spcBef>
              <a:defRPr lang="ja-JP" sz="2000">
                <a:latin typeface="Meiryo UI" panose="020B0604030504040204" pitchFamily="50" charset="-128"/>
                <a:ea typeface="Meiryo UI" panose="020B0604030504040204" pitchFamily="50" charset="-128"/>
              </a:defRPr>
            </a:lvl4pPr>
            <a:lvl5pPr>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スライド番号プレースホルダー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
        <p:nvSpPr>
          <p:cNvPr id="8" name="日付プレースホルダー 7">
            <a:extLst>
              <a:ext uri="{FF2B5EF4-FFF2-40B4-BE49-F238E27FC236}">
                <a16:creationId xmlns:a16="http://schemas.microsoft.com/office/drawing/2014/main" id="{C5EA2E64-5690-A56B-7051-476EC7BADA55}"/>
              </a:ext>
            </a:extLst>
          </p:cNvPr>
          <p:cNvSpPr>
            <a:spLocks noGrp="1"/>
          </p:cNvSpPr>
          <p:nvPr>
            <p:ph type="dt" sz="half" idx="11"/>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endParaRPr lang="ja-JP" altLang="en-US" dirty="0"/>
          </a:p>
        </p:txBody>
      </p:sp>
    </p:spTree>
    <p:extLst>
      <p:ext uri="{BB962C8B-B14F-4D97-AF65-F5344CB8AC3E}">
        <p14:creationId xmlns:p14="http://schemas.microsoft.com/office/powerpoint/2010/main" val="2244329111"/>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タイトルと 2 段組">
    <p:bg>
      <p:bgPr>
        <a:solidFill>
          <a:schemeClr val="tx1"/>
        </a:solidFill>
        <a:effectLst/>
      </p:bgPr>
    </p:bg>
    <p:spTree>
      <p:nvGrpSpPr>
        <p:cNvPr id="1" name=""/>
        <p:cNvGrpSpPr/>
        <p:nvPr/>
      </p:nvGrpSpPr>
      <p:grpSpPr>
        <a:xfrm>
          <a:off x="0" y="0"/>
          <a:ext cx="0" cy="0"/>
          <a:chOff x="0" y="0"/>
          <a:chExt cx="0" cy="0"/>
        </a:xfrm>
      </p:grpSpPr>
      <p:grpSp>
        <p:nvGrpSpPr>
          <p:cNvPr id="11" name="グループ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フリーフォーム(F)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3" name="フリーフォーム(F)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4" name="フリーフォーム(F)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sp>
        <p:nvSpPr>
          <p:cNvPr id="16" name="タイトル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198408"/>
            <a:ext cx="10972800" cy="1574317"/>
          </a:xfrm>
          <a:prstGeom prst="rect">
            <a:avLst/>
          </a:prstGeom>
        </p:spPr>
        <p:txBody>
          <a:bodyPr lIns="0" tIns="0" rIns="0" bIns="0" rtlCol="0" anchor="b" anchorCtr="0">
            <a:noAutofit/>
          </a:bodyPr>
          <a:lstStyle>
            <a:lvl1pPr>
              <a:defRPr lang="ja-JP" sz="4400" b="1" i="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cxnSp>
        <p:nvCxnSpPr>
          <p:cNvPr id="4" name="直線​​コネクタ(S)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6" name="コンテンツ プレースホルダー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595523" y="2676525"/>
            <a:ext cx="5746750" cy="3597470"/>
          </a:xfrm>
        </p:spPr>
        <p:txBody>
          <a:bodyPr lIns="0" rtlCol="0">
            <a:normAutofit/>
          </a:bodyPr>
          <a:lstStyle>
            <a:lvl1pPr marL="0" indent="0">
              <a:spcBef>
                <a:spcPts val="1800"/>
              </a:spcBef>
              <a:buNone/>
              <a:defRPr lang="ja-JP" sz="2000">
                <a:latin typeface="Meiryo UI" panose="020B0604030504040204" pitchFamily="50" charset="-128"/>
                <a:ea typeface="Meiryo UI" panose="020B0604030504040204" pitchFamily="50" charset="-128"/>
              </a:defRPr>
            </a:lvl1pPr>
            <a:lvl2pPr>
              <a:spcBef>
                <a:spcPts val="600"/>
              </a:spcBef>
              <a:defRPr lang="ja-JP" sz="2000">
                <a:latin typeface="Meiryo UI" panose="020B0604030504040204" pitchFamily="50" charset="-128"/>
                <a:ea typeface="Meiryo UI" panose="020B0604030504040204" pitchFamily="50" charset="-128"/>
              </a:defRPr>
            </a:lvl2pPr>
            <a:lvl3pPr>
              <a:spcBef>
                <a:spcPts val="1800"/>
              </a:spcBef>
              <a:defRPr lang="ja-JP" sz="2000">
                <a:latin typeface="Meiryo UI" panose="020B0604030504040204" pitchFamily="50" charset="-128"/>
                <a:ea typeface="Meiryo UI" panose="020B0604030504040204" pitchFamily="50" charset="-128"/>
              </a:defRPr>
            </a:lvl3pPr>
            <a:lvl4pPr>
              <a:spcBef>
                <a:spcPts val="1800"/>
              </a:spcBef>
              <a:defRPr lang="ja-JP" sz="2000">
                <a:latin typeface="Meiryo UI" panose="020B0604030504040204" pitchFamily="50" charset="-128"/>
                <a:ea typeface="Meiryo UI" panose="020B0604030504040204" pitchFamily="50" charset="-128"/>
              </a:defRPr>
            </a:lvl4pPr>
            <a:lvl5pPr>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7" name="コンテンツ プレースホルダー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7620000" y="2676525"/>
            <a:ext cx="3947160" cy="3597470"/>
          </a:xfrm>
        </p:spPr>
        <p:txBody>
          <a:bodyPr lIns="0" rtlCol="0">
            <a:normAutofit/>
          </a:bodyPr>
          <a:lstStyle>
            <a:lvl1pPr marL="342900" indent="-342900">
              <a:spcBef>
                <a:spcPts val="1800"/>
              </a:spcBef>
              <a:buFont typeface="Arial" panose="020B0604020202020204" pitchFamily="34" charset="0"/>
              <a:buChar char="•"/>
              <a:defRPr lang="ja-JP" sz="2000">
                <a:latin typeface="Meiryo UI" panose="020B0604030504040204" pitchFamily="50" charset="-128"/>
                <a:ea typeface="Meiryo UI" panose="020B0604030504040204" pitchFamily="50" charset="-128"/>
              </a:defRPr>
            </a:lvl1pPr>
            <a:lvl2pPr>
              <a:spcBef>
                <a:spcPts val="1800"/>
              </a:spcBef>
              <a:defRPr lang="ja-JP" sz="2000">
                <a:latin typeface="Meiryo UI" panose="020B0604030504040204" pitchFamily="50" charset="-128"/>
                <a:ea typeface="Meiryo UI" panose="020B0604030504040204" pitchFamily="50" charset="-128"/>
              </a:defRPr>
            </a:lvl2pPr>
            <a:lvl3pPr>
              <a:spcBef>
                <a:spcPts val="1800"/>
              </a:spcBef>
              <a:defRPr lang="ja-JP" sz="2000">
                <a:latin typeface="Meiryo UI" panose="020B0604030504040204" pitchFamily="50" charset="-128"/>
                <a:ea typeface="Meiryo UI" panose="020B0604030504040204" pitchFamily="50" charset="-128"/>
              </a:defRPr>
            </a:lvl3pPr>
            <a:lvl4pPr>
              <a:spcBef>
                <a:spcPts val="1800"/>
              </a:spcBef>
              <a:defRPr lang="ja-JP" sz="2000">
                <a:latin typeface="Meiryo UI" panose="020B0604030504040204" pitchFamily="50" charset="-128"/>
                <a:ea typeface="Meiryo UI" panose="020B0604030504040204" pitchFamily="50" charset="-128"/>
              </a:defRPr>
            </a:lvl4pPr>
            <a:lvl5pPr>
              <a:spcBef>
                <a:spcPts val="1800"/>
              </a:spcBef>
              <a:defRPr lang="ja-JP" sz="2000">
                <a:latin typeface="Meiryo UI" panose="020B0604030504040204" pitchFamily="50" charset="-128"/>
                <a:ea typeface="Meiryo UI" panose="020B0604030504040204" pitchFamily="50" charset="-128"/>
              </a:defRPr>
            </a:lvl5pPr>
          </a:lstStyle>
          <a:p>
            <a:pPr lvl="0" rtl="0"/>
            <a:r>
              <a:rPr lang="ja-JP" altLang="en-US" noProof="0" dirty="0"/>
              <a:t>クリックしてコンテンツを追加</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8" name="日付プレースホルダー 7">
            <a:extLst>
              <a:ext uri="{FF2B5EF4-FFF2-40B4-BE49-F238E27FC236}">
                <a16:creationId xmlns:a16="http://schemas.microsoft.com/office/drawing/2014/main" id="{C5EA2E64-5690-A56B-7051-476EC7BADA55}"/>
              </a:ext>
            </a:extLst>
          </p:cNvPr>
          <p:cNvSpPr>
            <a:spLocks noGrp="1"/>
          </p:cNvSpPr>
          <p:nvPr>
            <p:ph type="dt" sz="half" idx="11"/>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endParaRPr lang="ja-JP" altLang="en-US" dirty="0"/>
          </a:p>
        </p:txBody>
      </p:sp>
      <p:sp>
        <p:nvSpPr>
          <p:cNvPr id="10" name="スライド番号プレースホルダー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Tree>
    <p:extLst>
      <p:ext uri="{BB962C8B-B14F-4D97-AF65-F5344CB8AC3E}">
        <p14:creationId xmlns:p14="http://schemas.microsoft.com/office/powerpoint/2010/main" val="649744719"/>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表 2">
    <p:bg>
      <p:bgPr>
        <a:solidFill>
          <a:schemeClr val="tx1"/>
        </a:solidFill>
        <a:effectLst/>
      </p:bgPr>
    </p:bg>
    <p:spTree>
      <p:nvGrpSpPr>
        <p:cNvPr id="1" name=""/>
        <p:cNvGrpSpPr/>
        <p:nvPr/>
      </p:nvGrpSpPr>
      <p:grpSpPr>
        <a:xfrm>
          <a:off x="0" y="0"/>
          <a:ext cx="0" cy="0"/>
          <a:chOff x="0" y="0"/>
          <a:chExt cx="0" cy="0"/>
        </a:xfrm>
      </p:grpSpPr>
      <p:sp>
        <p:nvSpPr>
          <p:cNvPr id="16" name="タイトル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02400"/>
            <a:ext cx="10972800" cy="1570325"/>
          </a:xfrm>
          <a:prstGeom prst="rect">
            <a:avLst/>
          </a:prstGeom>
        </p:spPr>
        <p:txBody>
          <a:bodyPr lIns="0" tIns="0" rIns="0" bIns="0" rtlCol="0" anchor="b" anchorCtr="0">
            <a:noAutofit/>
          </a:bodyPr>
          <a:lstStyle>
            <a:lvl1pPr>
              <a:defRPr lang="ja-JP" sz="4400" b="1" i="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sp>
        <p:nvSpPr>
          <p:cNvPr id="9" name="表プレースホルダー 2">
            <a:extLst>
              <a:ext uri="{FF2B5EF4-FFF2-40B4-BE49-F238E27FC236}">
                <a16:creationId xmlns:a16="http://schemas.microsoft.com/office/drawing/2014/main" id="{1506B022-475A-6647-98FF-D5C319A0C7C4}"/>
              </a:ext>
            </a:extLst>
          </p:cNvPr>
          <p:cNvSpPr>
            <a:spLocks noGrp="1"/>
          </p:cNvSpPr>
          <p:nvPr>
            <p:ph type="tbl" sz="quarter" idx="10" hasCustomPrompt="1"/>
          </p:nvPr>
        </p:nvSpPr>
        <p:spPr>
          <a:xfrm>
            <a:off x="594360" y="2628629"/>
            <a:ext cx="10972800" cy="3636740"/>
          </a:xfrm>
        </p:spPr>
        <p:txBody>
          <a:bodyPr rtlCol="0">
            <a:noAutofit/>
          </a:bodyPr>
          <a:lstStyle>
            <a:lvl1pPr>
              <a:defRPr lang="ja-JP">
                <a:latin typeface="Meiryo UI" panose="020B0604030504040204" pitchFamily="50" charset="-128"/>
                <a:ea typeface="Meiryo UI" panose="020B0604030504040204" pitchFamily="50" charset="-128"/>
              </a:defRPr>
            </a:lvl1pPr>
          </a:lstStyle>
          <a:p>
            <a:pPr rtl="0"/>
            <a:r>
              <a:rPr lang="ja-JP" altLang="en-US" noProof="0" dirty="0"/>
              <a:t>アイコンをクリックして表を追加</a:t>
            </a:r>
          </a:p>
        </p:txBody>
      </p:sp>
      <p:sp>
        <p:nvSpPr>
          <p:cNvPr id="10" name="スライド番号プレースホルダー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
        <p:nvSpPr>
          <p:cNvPr id="8" name="日付プレースホルダー 7">
            <a:extLst>
              <a:ext uri="{FF2B5EF4-FFF2-40B4-BE49-F238E27FC236}">
                <a16:creationId xmlns:a16="http://schemas.microsoft.com/office/drawing/2014/main" id="{C5EA2E64-5690-A56B-7051-476EC7BADA55}"/>
              </a:ext>
            </a:extLst>
          </p:cNvPr>
          <p:cNvSpPr>
            <a:spLocks noGrp="1"/>
          </p:cNvSpPr>
          <p:nvPr>
            <p:ph type="dt" sz="half" idx="11"/>
          </p:nvPr>
        </p:nvSpPr>
        <p:spPr/>
        <p:txBody>
          <a:bodyPr rtlCol="0"/>
          <a:lstStyle>
            <a:defPPr>
              <a:defRPr lang="ja-JP"/>
            </a:defPPr>
            <a:lvl1pPr>
              <a:defRPr>
                <a:latin typeface="Meiryo UI" panose="020B0604030504040204" pitchFamily="50" charset="-128"/>
                <a:ea typeface="Meiryo UI" panose="020B0604030504040204" pitchFamily="50" charset="-128"/>
              </a:defRPr>
            </a:lvl1pPr>
          </a:lstStyle>
          <a:p>
            <a:endParaRPr lang="ja-JP" altLang="en-US" dirty="0"/>
          </a:p>
        </p:txBody>
      </p:sp>
      <p:cxnSp>
        <p:nvCxnSpPr>
          <p:cNvPr id="4" name="直線​​コネクタ(S)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0410957"/>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 3">
    <p:bg>
      <p:bgPr>
        <a:solidFill>
          <a:schemeClr val="tx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594360" y="411479"/>
            <a:ext cx="5486400" cy="3291840"/>
          </a:xfrm>
          <a:prstGeom prst="rect">
            <a:avLst/>
          </a:prstGeom>
        </p:spPr>
        <p:txBody>
          <a:bodyPr lIns="0" tIns="0" rIns="0" bIns="0" rtlCol="0" anchor="b">
            <a:noAutofit/>
          </a:bodyPr>
          <a:lstStyle>
            <a:lvl1pPr algn="l">
              <a:lnSpc>
                <a:spcPct val="80000"/>
              </a:lnSpc>
              <a:defRPr lang="ja-JP" sz="6000" b="1" i="0" spc="100" baseline="0">
                <a:solidFill>
                  <a:schemeClr val="bg1"/>
                </a:solidFill>
                <a:latin typeface="Meiryo UI" panose="020B0604030504040204" pitchFamily="50" charset="-128"/>
                <a:ea typeface="Meiryo UI" panose="020B0604030504040204" pitchFamily="50" charset="-128"/>
              </a:defRPr>
            </a:lvl1pPr>
          </a:lstStyle>
          <a:p>
            <a:pPr rtl="0"/>
            <a:r>
              <a:rPr lang="ja-JP" altLang="en-US" noProof="0" dirty="0"/>
              <a:t>クリックしてタイトルを追加 </a:t>
            </a:r>
          </a:p>
        </p:txBody>
      </p:sp>
      <p:grpSp>
        <p:nvGrpSpPr>
          <p:cNvPr id="9" name="グループ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flipH="1" flipV="1">
            <a:off x="6092752" y="0"/>
            <a:ext cx="6099248" cy="6099248"/>
            <a:chOff x="0" y="12289"/>
            <a:chExt cx="3550" cy="3551"/>
          </a:xfrm>
        </p:grpSpPr>
        <p:sp>
          <p:nvSpPr>
            <p:cNvPr id="10" name="フリーフォーム(F)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1" name="フリーフォーム(F)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sp>
          <p:nvSpPr>
            <p:cNvPr id="12" name="フリーフォーム(F)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altLang="en-US" noProof="0" dirty="0">
                <a:latin typeface="Meiryo UI" panose="020B0604030504040204" pitchFamily="50" charset="-128"/>
                <a:ea typeface="Meiryo UI" panose="020B0604030504040204" pitchFamily="50" charset="-128"/>
              </a:endParaRPr>
            </a:p>
          </p:txBody>
        </p:sp>
      </p:grpSp>
      <p:sp>
        <p:nvSpPr>
          <p:cNvPr id="18" name="テキスト プレースホルダー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594360" y="4549552"/>
            <a:ext cx="5486400" cy="1645920"/>
          </a:xfrm>
        </p:spPr>
        <p:txBody>
          <a:bodyPr lIns="0" tIns="0" rIns="0" bIns="0" rtlCol="0">
            <a:noAutofit/>
          </a:bodyPr>
          <a:lstStyle>
            <a:lvl1pPr marL="0" indent="0">
              <a:buNone/>
              <a:defRPr lang="ja-JP" sz="2400" b="1" i="0">
                <a:solidFill>
                  <a:schemeClr val="tx2">
                    <a:lumMod val="75000"/>
                  </a:schemeClr>
                </a:solidFill>
                <a:latin typeface="Meiryo UI" panose="020B0604030504040204" pitchFamily="50" charset="-128"/>
                <a:ea typeface="Meiryo UI" panose="020B0604030504040204" pitchFamily="50" charset="-128"/>
              </a:defRPr>
            </a:lvl1pPr>
            <a:lvl2pPr>
              <a:defRPr lang="ja-JP" sz="4000"/>
            </a:lvl2pPr>
            <a:lvl3pPr>
              <a:defRPr lang="ja-JP" sz="4000"/>
            </a:lvl3pPr>
            <a:lvl4pPr>
              <a:defRPr lang="ja-JP" sz="4000"/>
            </a:lvl4pPr>
            <a:lvl5pPr>
              <a:defRPr lang="ja-JP" sz="4000"/>
            </a:lvl5pPr>
          </a:lstStyle>
          <a:p>
            <a:pPr lvl="0" rtl="0"/>
            <a:r>
              <a:rPr lang="ja-JP" altLang="en-US" noProof="0" dirty="0"/>
              <a:t>クリックしてテキストを追加</a:t>
            </a:r>
          </a:p>
        </p:txBody>
      </p:sp>
      <p:cxnSp>
        <p:nvCxnSpPr>
          <p:cNvPr id="4" name="直線​​コネクタ(S) 3">
            <a:extLst>
              <a:ext uri="{FF2B5EF4-FFF2-40B4-BE49-F238E27FC236}">
                <a16:creationId xmlns:a16="http://schemas.microsoft.com/office/drawing/2014/main" id="{58B149C6-5AAC-B8E5-5411-EA38821F6754}"/>
              </a:ext>
              <a:ext uri="{C183D7F6-B498-43B3-948B-1728B52AA6E4}">
                <adec:decorative xmlns:adec="http://schemas.microsoft.com/office/drawing/2017/decorative" val="1"/>
              </a:ext>
            </a:extLst>
          </p:cNvPr>
          <p:cNvCxnSpPr>
            <a:cxnSpLocks/>
          </p:cNvCxnSpPr>
          <p:nvPr userDrawn="1"/>
        </p:nvCxnSpPr>
        <p:spPr>
          <a:xfrm>
            <a:off x="594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69273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8EED84C6-50E6-6C43-8031-AFF6268E0C06}"/>
              </a:ext>
            </a:extLst>
          </p:cNvPr>
          <p:cNvSpPr>
            <a:spLocks noGrp="1"/>
          </p:cNvSpPr>
          <p:nvPr>
            <p:ph type="body" idx="1"/>
          </p:nvPr>
        </p:nvSpPr>
        <p:spPr>
          <a:xfrm>
            <a:off x="594360" y="1825625"/>
            <a:ext cx="10382250" cy="4351338"/>
          </a:xfrm>
          <a:prstGeom prst="rect">
            <a:avLst/>
          </a:prstGeom>
        </p:spPr>
        <p:txBody>
          <a:bodyPr vert="horz" lIns="91440" tIns="45720" rIns="91440" bIns="45720" rtlCol="0">
            <a:normAutofit/>
          </a:bodyPr>
          <a:lstStyle>
            <a:defPPr>
              <a:defRPr lang="ja-JP"/>
            </a:def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2" name="タイトル プレースホルダー 11">
            <a:extLst>
              <a:ext uri="{FF2B5EF4-FFF2-40B4-BE49-F238E27FC236}">
                <a16:creationId xmlns:a16="http://schemas.microsoft.com/office/drawing/2014/main" id="{D41FC0AE-253D-D242-9C88-017078F8A23A}"/>
              </a:ext>
            </a:extLst>
          </p:cNvPr>
          <p:cNvSpPr>
            <a:spLocks noGrp="1"/>
          </p:cNvSpPr>
          <p:nvPr>
            <p:ph type="title"/>
          </p:nvPr>
        </p:nvSpPr>
        <p:spPr>
          <a:xfrm>
            <a:off x="594360" y="365125"/>
            <a:ext cx="10401300" cy="1325563"/>
          </a:xfrm>
          <a:prstGeom prst="rect">
            <a:avLst/>
          </a:prstGeom>
        </p:spPr>
        <p:txBody>
          <a:bodyPr vert="horz" lIns="91440" tIns="45720" rIns="91440" bIns="45720" rtlCol="0" anchor="ctr">
            <a:normAutofit/>
          </a:bodyPr>
          <a:lstStyle>
            <a:defPPr>
              <a:defRPr lang="ja-JP"/>
            </a:defPPr>
          </a:lstStyle>
          <a:p>
            <a:pPr rtl="0"/>
            <a:r>
              <a:rPr lang="ja-JP" altLang="en-US" noProof="0" dirty="0"/>
              <a:t>マスター タイトルの書式設定</a:t>
            </a:r>
          </a:p>
        </p:txBody>
      </p:sp>
      <p:sp>
        <p:nvSpPr>
          <p:cNvPr id="30" name="日付プレースホルダー 3">
            <a:extLst>
              <a:ext uri="{FF2B5EF4-FFF2-40B4-BE49-F238E27FC236}">
                <a16:creationId xmlns:a16="http://schemas.microsoft.com/office/drawing/2014/main" id="{EF47083A-6D76-4B4D-87CA-E08E212F781D}"/>
              </a:ext>
            </a:extLst>
          </p:cNvPr>
          <p:cNvSpPr>
            <a:spLocks noGrp="1"/>
          </p:cNvSpPr>
          <p:nvPr>
            <p:ph type="dt" sz="half" idx="2"/>
          </p:nvPr>
        </p:nvSpPr>
        <p:spPr>
          <a:xfrm>
            <a:off x="1133648" y="6332220"/>
            <a:ext cx="1313180" cy="247651"/>
          </a:xfrm>
          <a:prstGeom prst="rect">
            <a:avLst/>
          </a:prstGeom>
        </p:spPr>
        <p:txBody>
          <a:bodyPr vert="horz" lIns="0" tIns="0" rIns="0" bIns="0" rtlCol="0" anchor="t" anchorCtr="0"/>
          <a:lstStyle>
            <a:lvl1pPr algn="l">
              <a:defRPr lang="ja-JP" sz="1100" b="0" i="0">
                <a:solidFill>
                  <a:schemeClr val="bg1"/>
                </a:solidFill>
                <a:latin typeface="Meiryo UI" panose="020B0604030504040204" pitchFamily="50" charset="-128"/>
                <a:ea typeface="Meiryo UI" panose="020B0604030504040204" pitchFamily="50" charset="-128"/>
              </a:defRPr>
            </a:lvl1pPr>
          </a:lstStyle>
          <a:p>
            <a:endParaRPr lang="ja-JP" altLang="en-US" noProof="0" dirty="0"/>
          </a:p>
        </p:txBody>
      </p:sp>
      <p:sp>
        <p:nvSpPr>
          <p:cNvPr id="32" name="スライド番号プレースホルダー 5">
            <a:extLst>
              <a:ext uri="{FF2B5EF4-FFF2-40B4-BE49-F238E27FC236}">
                <a16:creationId xmlns:a16="http://schemas.microsoft.com/office/drawing/2014/main" id="{C8ADA0DF-3751-9A48-8A21-59F01C782D7C}"/>
              </a:ext>
            </a:extLst>
          </p:cNvPr>
          <p:cNvSpPr>
            <a:spLocks noGrp="1"/>
          </p:cNvSpPr>
          <p:nvPr>
            <p:ph type="sldNum" sz="quarter" idx="4"/>
          </p:nvPr>
        </p:nvSpPr>
        <p:spPr>
          <a:xfrm>
            <a:off x="594360" y="6332220"/>
            <a:ext cx="523240" cy="247651"/>
          </a:xfrm>
          <a:prstGeom prst="rect">
            <a:avLst/>
          </a:prstGeom>
        </p:spPr>
        <p:txBody>
          <a:bodyPr vert="horz" lIns="0" tIns="0" rIns="0" bIns="0" rtlCol="0" anchor="t" anchorCtr="0"/>
          <a:lstStyle>
            <a:lvl1pPr algn="l">
              <a:defRPr lang="ja-JP" sz="1100" b="1" i="0">
                <a:solidFill>
                  <a:schemeClr val="bg1"/>
                </a:solidFill>
                <a:latin typeface="Meiryo UI" panose="020B0604030504040204" pitchFamily="50" charset="-128"/>
                <a:ea typeface="Meiryo UI" panose="020B0604030504040204" pitchFamily="50" charset="-128"/>
              </a:defRPr>
            </a:lvl1pPr>
          </a:lstStyle>
          <a:p>
            <a:fld id="{294A09A9-5501-47C1-A89A-A340965A2BE2}" type="slidenum">
              <a:rPr lang="en-US" altLang="ja-JP" noProof="0" smtClean="0"/>
              <a:pPr/>
              <a:t>‹#›</a:t>
            </a:fld>
            <a:endParaRPr lang="ja-JP" altLang="en-US" noProof="0" dirty="0"/>
          </a:p>
        </p:txBody>
      </p:sp>
    </p:spTree>
    <p:extLst>
      <p:ext uri="{BB962C8B-B14F-4D97-AF65-F5344CB8AC3E}">
        <p14:creationId xmlns:p14="http://schemas.microsoft.com/office/powerpoint/2010/main" val="3515892240"/>
      </p:ext>
    </p:extLst>
  </p:cSld>
  <p:clrMap bg1="dk1" tx1="lt1" bg2="dk2" tx2="lt2" accent1="accent1" accent2="accent2" accent3="accent3" accent4="accent4" accent5="accent5" accent6="accent6" hlink="hlink" folHlink="folHlink"/>
  <p:sldLayoutIdLst>
    <p:sldLayoutId id="2147483711" r:id="rId1"/>
    <p:sldLayoutId id="2147483698" r:id="rId2"/>
    <p:sldLayoutId id="2147483710" r:id="rId3"/>
    <p:sldLayoutId id="2147483700" r:id="rId4"/>
    <p:sldLayoutId id="2147483701" r:id="rId5"/>
    <p:sldLayoutId id="2147483659" r:id="rId6"/>
    <p:sldLayoutId id="2147483709" r:id="rId7"/>
    <p:sldLayoutId id="2147483708" r:id="rId8"/>
    <p:sldLayoutId id="2147483707" r:id="rId9"/>
    <p:sldLayoutId id="2147483706" r:id="rId10"/>
    <p:sldLayoutId id="2147483705" r:id="rId11"/>
    <p:sldLayoutId id="2147483704" r:id="rId12"/>
    <p:sldLayoutId id="2147483703" r:id="rId13"/>
  </p:sldLayoutIdLst>
  <p:hf sldNum="0" hdr="0" ftr="0" dt="0"/>
  <p:txStyles>
    <p:titleStyle>
      <a:lvl1pPr algn="l" defTabSz="914400" rtl="0" eaLnBrk="1" latinLnBrk="0" hangingPunct="1">
        <a:lnSpc>
          <a:spcPct val="80000"/>
        </a:lnSpc>
        <a:spcBef>
          <a:spcPct val="0"/>
        </a:spcBef>
        <a:buNone/>
        <a:defRPr kumimoji="1" lang="ja-JP" sz="44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p:titleStyle>
    <p:bodyStyle>
      <a:lvl1pPr marL="228600" indent="-283464" algn="l" defTabSz="914400" rtl="0" eaLnBrk="1" latinLnBrk="0" hangingPunct="1">
        <a:lnSpc>
          <a:spcPct val="90000"/>
        </a:lnSpc>
        <a:spcBef>
          <a:spcPts val="1000"/>
        </a:spcBef>
        <a:buFont typeface="Arial" panose="020B0604020202020204" pitchFamily="34" charset="0"/>
        <a:buChar char="•"/>
        <a:defRPr kumimoji="1" lang="ja-JP" sz="2800" b="0" i="0" kern="1200">
          <a:solidFill>
            <a:schemeClr val="bg1"/>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500"/>
        </a:spcBef>
        <a:buFont typeface="Arial" panose="020B0604020202020204" pitchFamily="34" charset="0"/>
        <a:buChar char="•"/>
        <a:defRPr kumimoji="1" lang="ja-JP" sz="24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lang="ja-JP" sz="18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lang="ja-JP" sz="18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p:bodyStyle>
    <p:otherStyle>
      <a:defPPr>
        <a:defRPr lang="ja-JP"/>
      </a:defPPr>
      <a:lvl1pPr marL="0" algn="l" defTabSz="914400" rtl="0" eaLnBrk="1" latinLnBrk="0" hangingPunct="1">
        <a:defRPr kumimoji="1" lang="ja-JP" sz="1800" kern="1200">
          <a:solidFill>
            <a:schemeClr val="tx1"/>
          </a:solidFill>
          <a:latin typeface="+mn-ea"/>
          <a:ea typeface="+mn-ea"/>
          <a:cs typeface="+mn-cs"/>
        </a:defRPr>
      </a:lvl1pPr>
      <a:lvl2pPr marL="457200" algn="l" defTabSz="914400" rtl="0" eaLnBrk="1" latinLnBrk="0" hangingPunct="1">
        <a:defRPr kumimoji="1" lang="ja-JP" sz="1800" kern="1200">
          <a:solidFill>
            <a:schemeClr val="tx1"/>
          </a:solidFill>
          <a:latin typeface="+mn-ea"/>
          <a:ea typeface="+mn-ea"/>
          <a:cs typeface="+mn-cs"/>
        </a:defRPr>
      </a:lvl2pPr>
      <a:lvl3pPr marL="914400" algn="l" defTabSz="914400" rtl="0" eaLnBrk="1" latinLnBrk="0" hangingPunct="1">
        <a:defRPr kumimoji="1" lang="ja-JP" sz="1800" kern="1200">
          <a:solidFill>
            <a:schemeClr val="tx1"/>
          </a:solidFill>
          <a:latin typeface="+mn-ea"/>
          <a:ea typeface="+mn-ea"/>
          <a:cs typeface="+mn-cs"/>
        </a:defRPr>
      </a:lvl3pPr>
      <a:lvl4pPr marL="1371600" algn="l" defTabSz="914400" rtl="0" eaLnBrk="1" latinLnBrk="0" hangingPunct="1">
        <a:defRPr kumimoji="1" lang="ja-JP" sz="1800" kern="1200">
          <a:solidFill>
            <a:schemeClr val="tx1"/>
          </a:solidFill>
          <a:latin typeface="+mn-ea"/>
          <a:ea typeface="+mn-ea"/>
          <a:cs typeface="+mn-cs"/>
        </a:defRPr>
      </a:lvl4pPr>
      <a:lvl5pPr marL="1828800" algn="l" defTabSz="914400" rtl="0" eaLnBrk="1" latinLnBrk="0" hangingPunct="1">
        <a:defRPr kumimoji="1" lang="ja-JP" sz="1800" kern="1200">
          <a:solidFill>
            <a:schemeClr val="tx1"/>
          </a:solidFill>
          <a:latin typeface="+mn-ea"/>
          <a:ea typeface="+mn-ea"/>
          <a:cs typeface="+mn-cs"/>
        </a:defRPr>
      </a:lvl5pPr>
      <a:lvl6pPr marL="2286000" algn="l" defTabSz="914400" rtl="0" eaLnBrk="1" latinLnBrk="0" hangingPunct="1">
        <a:defRPr kumimoji="1" lang="ja-JP" sz="1800" kern="1200">
          <a:solidFill>
            <a:schemeClr val="tx1"/>
          </a:solidFill>
          <a:latin typeface="+mn-ea"/>
          <a:ea typeface="+mn-ea"/>
          <a:cs typeface="+mn-cs"/>
        </a:defRPr>
      </a:lvl6pPr>
      <a:lvl7pPr marL="2743200" algn="l" defTabSz="914400" rtl="0" eaLnBrk="1" latinLnBrk="0" hangingPunct="1">
        <a:defRPr kumimoji="1" lang="ja-JP" sz="1800" kern="1200">
          <a:solidFill>
            <a:schemeClr val="tx1"/>
          </a:solidFill>
          <a:latin typeface="+mn-ea"/>
          <a:ea typeface="+mn-ea"/>
          <a:cs typeface="+mn-cs"/>
        </a:defRPr>
      </a:lvl7pPr>
      <a:lvl8pPr marL="3200400" algn="l" defTabSz="914400" rtl="0" eaLnBrk="1" latinLnBrk="0" hangingPunct="1">
        <a:defRPr kumimoji="1" lang="ja-JP" sz="1800" kern="1200">
          <a:solidFill>
            <a:schemeClr val="tx1"/>
          </a:solidFill>
          <a:latin typeface="+mn-ea"/>
          <a:ea typeface="+mn-ea"/>
          <a:cs typeface="+mn-cs"/>
        </a:defRPr>
      </a:lvl8pPr>
      <a:lvl9pPr marL="3657600" algn="l" defTabSz="914400" rtl="0" eaLnBrk="1" latinLnBrk="0" hangingPunct="1">
        <a:defRPr kumimoji="1" lang="ja-JP" sz="1800" kern="1200">
          <a:solidFill>
            <a:schemeClr val="tx1"/>
          </a:solidFill>
          <a:latin typeface="+mn-ea"/>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600">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guide id="17" pos="39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0.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2.xml"/><Relationship Id="rId1" Type="http://schemas.openxmlformats.org/officeDocument/2006/relationships/slideLayout" Target="../slideLayouts/slideLayout10.xml"/><Relationship Id="rId5" Type="http://schemas.openxmlformats.org/officeDocument/2006/relationships/image" Target="../media/image22.png"/><Relationship Id="rId4" Type="http://schemas.openxmlformats.org/officeDocument/2006/relationships/image" Target="../media/image21.png"/></Relationships>
</file>

<file path=ppt/slides/_rels/slide43.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4.xml"/><Relationship Id="rId1" Type="http://schemas.openxmlformats.org/officeDocument/2006/relationships/slideLayout" Target="../slideLayouts/slideLayout10.xml"/><Relationship Id="rId4" Type="http://schemas.openxmlformats.org/officeDocument/2006/relationships/image" Target="../media/image25.png"/></Relationships>
</file>

<file path=ppt/slides/_rels/slide4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2.xml"/><Relationship Id="rId1" Type="http://schemas.openxmlformats.org/officeDocument/2006/relationships/slideLayout" Target="../slideLayouts/slideLayout10.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60.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10.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4.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68.xml"/><Relationship Id="rId1" Type="http://schemas.openxmlformats.org/officeDocument/2006/relationships/slideLayout" Target="../slideLayouts/slideLayout9.xml"/></Relationships>
</file>

<file path=ppt/slides/_rels/slide7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0.xml"/><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3.xml"/><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3" Type="http://schemas.openxmlformats.org/officeDocument/2006/relationships/hyperlink" Target="https://ping-t.com/modules/subnet/index.php?content_id=1" TargetMode="External"/><Relationship Id="rId2" Type="http://schemas.openxmlformats.org/officeDocument/2006/relationships/notesSlide" Target="../notesSlides/notesSlide75.xml"/><Relationship Id="rId1" Type="http://schemas.openxmlformats.org/officeDocument/2006/relationships/slideLayout" Target="../slideLayouts/slideLayout9.xml"/><Relationship Id="rId4" Type="http://schemas.openxmlformats.org/officeDocument/2006/relationships/image" Target="../media/image36.jpg"/></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0.xml"/></Relationships>
</file>

<file path=ppt/slides/_rels/slide8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8.xml"/><Relationship Id="rId1" Type="http://schemas.openxmlformats.org/officeDocument/2006/relationships/slideLayout" Target="../slideLayouts/slideLayout10.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3" Type="http://schemas.openxmlformats.org/officeDocument/2006/relationships/hyperlink" Target="http://www.google.com/" TargetMode="External"/><Relationship Id="rId2" Type="http://schemas.openxmlformats.org/officeDocument/2006/relationships/notesSlide" Target="../notesSlides/notesSlide80.xml"/><Relationship Id="rId1" Type="http://schemas.openxmlformats.org/officeDocument/2006/relationships/slideLayout" Target="../slideLayouts/slideLayout10.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0.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82.xml"/><Relationship Id="rId1" Type="http://schemas.openxmlformats.org/officeDocument/2006/relationships/slideLayout" Target="../slideLayouts/slideLayout10.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0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90.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94.xml"/><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97.xml"/><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98.xml"/><Relationship Id="rId1" Type="http://schemas.openxmlformats.org/officeDocument/2006/relationships/slideLayout" Target="../slideLayouts/slideLayout10.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0.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0.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0.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0.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0.xml"/></Relationships>
</file>

<file path=ppt/slides/_rels/slide118.xml.rels><?xml version="1.0" encoding="UTF-8" standalone="yes"?>
<Relationships xmlns="http://schemas.openxmlformats.org/package/2006/relationships"><Relationship Id="rId3" Type="http://schemas.openxmlformats.org/officeDocument/2006/relationships/image" Target="../media/image56.jpg"/><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2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09.xml"/><Relationship Id="rId1" Type="http://schemas.openxmlformats.org/officeDocument/2006/relationships/slideLayout" Target="../slideLayouts/slideLayout7.xml"/><Relationship Id="rId4" Type="http://schemas.openxmlformats.org/officeDocument/2006/relationships/image" Target="../media/image58.sv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114.xml"/><Relationship Id="rId1" Type="http://schemas.openxmlformats.org/officeDocument/2006/relationships/slideLayout" Target="../slideLayouts/slideLayout11.xml"/></Relationships>
</file>

<file path=ppt/slides/_rels/slide126.xml.rels><?xml version="1.0" encoding="UTF-8" standalone="yes"?>
<Relationships xmlns="http://schemas.openxmlformats.org/package/2006/relationships"><Relationship Id="rId3" Type="http://schemas.openxmlformats.org/officeDocument/2006/relationships/image" Target="../media/image61.jpg"/><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33.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122.xml"/><Relationship Id="rId1" Type="http://schemas.openxmlformats.org/officeDocument/2006/relationships/slideLayout" Target="../slideLayouts/slideLayout9.xml"/></Relationships>
</file>

<file path=ppt/slides/_rels/slide134.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123.xml"/><Relationship Id="rId1" Type="http://schemas.openxmlformats.org/officeDocument/2006/relationships/slideLayout" Target="../slideLayouts/slideLayout11.xml"/><Relationship Id="rId4" Type="http://schemas.openxmlformats.org/officeDocument/2006/relationships/image" Target="../media/image64.gif"/></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3.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notesSlide" Target="../notesSlides/notesSlide153.xml"/><Relationship Id="rId1" Type="http://schemas.openxmlformats.org/officeDocument/2006/relationships/slideLayout" Target="../slideLayouts/slideLayout5.xml"/><Relationship Id="rId4" Type="http://schemas.openxmlformats.org/officeDocument/2006/relationships/image" Target="../media/image67.jpeg"/></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5.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5.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5.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5.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5.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5.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81.xml"/><Relationship Id="rId1" Type="http://schemas.openxmlformats.org/officeDocument/2006/relationships/slideLayout" Target="../slideLayouts/slideLayout1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93.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82.xml"/><Relationship Id="rId1" Type="http://schemas.openxmlformats.org/officeDocument/2006/relationships/slideLayout" Target="../slideLayouts/slideLayout1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8.xml"/></Relationships>
</file>

<file path=ppt/slides/_rels/slide195.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84.xml"/><Relationship Id="rId1" Type="http://schemas.openxmlformats.org/officeDocument/2006/relationships/slideLayout" Target="../slideLayouts/slideLayout1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0.xml"/></Relationships>
</file>

<file path=ppt/slides/_rels/slide197.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86.xml"/><Relationship Id="rId1" Type="http://schemas.openxmlformats.org/officeDocument/2006/relationships/slideLayout" Target="../slideLayouts/slideLayout10.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98.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87.xml"/><Relationship Id="rId1" Type="http://schemas.openxmlformats.org/officeDocument/2006/relationships/slideLayout" Target="../slideLayouts/slideLayout1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199.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88.xml"/><Relationship Id="rId1" Type="http://schemas.openxmlformats.org/officeDocument/2006/relationships/slideLayout" Target="../slideLayouts/slideLayout5.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11.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B1D9D6-2977-ABCD-FDF8-51AFA5064E54}"/>
              </a:ext>
            </a:extLst>
          </p:cNvPr>
          <p:cNvSpPr>
            <a:spLocks noGrp="1"/>
          </p:cNvSpPr>
          <p:nvPr>
            <p:ph type="ctrTitle"/>
          </p:nvPr>
        </p:nvSpPr>
        <p:spPr>
          <a:xfrm>
            <a:off x="1943101" y="411479"/>
            <a:ext cx="9853204" cy="4587241"/>
          </a:xfrm>
        </p:spPr>
        <p:txBody>
          <a:bodyPr rtlCol="0"/>
          <a:lstStyle>
            <a:defPPr>
              <a:defRPr lang="ja-JP"/>
            </a:defPPr>
          </a:lstStyle>
          <a:p>
            <a:pPr algn="r" rtl="0">
              <a:lnSpc>
                <a:spcPct val="90000"/>
              </a:lnSpc>
            </a:pPr>
            <a:r>
              <a:rPr lang="ja-JP" altLang="en-US" sz="9600" dirty="0"/>
              <a:t>ネットワーク勉強会</a:t>
            </a:r>
            <a:br>
              <a:rPr lang="en-US" altLang="ja-JP" sz="9600" dirty="0"/>
            </a:br>
            <a:r>
              <a:rPr lang="ja-JP" altLang="en-US" sz="9600" dirty="0"/>
              <a:t>基礎編</a:t>
            </a:r>
            <a:br>
              <a:rPr lang="en-US" altLang="ja-JP" sz="9600" dirty="0"/>
            </a:br>
            <a:endParaRPr lang="ja-JP" sz="9600" dirty="0"/>
          </a:p>
        </p:txBody>
      </p:sp>
      <p:sp>
        <p:nvSpPr>
          <p:cNvPr id="3" name="タイトル 1">
            <a:extLst>
              <a:ext uri="{FF2B5EF4-FFF2-40B4-BE49-F238E27FC236}">
                <a16:creationId xmlns:a16="http://schemas.microsoft.com/office/drawing/2014/main" id="{C03EFF46-1134-0A30-8BB4-E4F3404DEA87}"/>
              </a:ext>
            </a:extLst>
          </p:cNvPr>
          <p:cNvSpPr txBox="1">
            <a:spLocks/>
          </p:cNvSpPr>
          <p:nvPr/>
        </p:nvSpPr>
        <p:spPr>
          <a:xfrm>
            <a:off x="10302239" y="6272350"/>
            <a:ext cx="2072641" cy="348341"/>
          </a:xfrm>
          <a:prstGeom prst="rect">
            <a:avLst/>
          </a:prstGeom>
        </p:spPr>
        <p:txBody>
          <a:bodyPr vert="horz" lIns="0" tIns="0" rIns="0" bIns="0" rtlCol="0" anchor="b">
            <a:noAutofit/>
          </a:bodyPr>
          <a:lstStyle>
            <a:defPPr>
              <a:defRPr lang="ja-JP"/>
            </a:defPPr>
            <a:lvl1pPr algn="l" defTabSz="914400" rtl="0" eaLnBrk="1" latinLnBrk="0" hangingPunct="1">
              <a:lnSpc>
                <a:spcPct val="80000"/>
              </a:lnSpc>
              <a:spcBef>
                <a:spcPct val="0"/>
              </a:spcBef>
              <a:buNone/>
              <a:defRPr kumimoji="1" lang="ja-JP" sz="60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a:lstStyle>
          <a:p>
            <a:pPr>
              <a:lnSpc>
                <a:spcPct val="90000"/>
              </a:lnSpc>
            </a:pPr>
            <a:r>
              <a:rPr lang="ja-JP" altLang="en-US" sz="1100" dirty="0"/>
              <a:t>作成日</a:t>
            </a:r>
            <a:r>
              <a:rPr lang="en-US" altLang="ja-JP" sz="1100" dirty="0"/>
              <a:t>:2026/1/27</a:t>
            </a:r>
          </a:p>
          <a:p>
            <a:pPr>
              <a:lnSpc>
                <a:spcPct val="90000"/>
              </a:lnSpc>
            </a:pPr>
            <a:r>
              <a:rPr lang="ja-JP" altLang="en-US" sz="1100" dirty="0"/>
              <a:t>作成者</a:t>
            </a:r>
            <a:r>
              <a:rPr lang="en-US" altLang="ja-JP" sz="1100" dirty="0"/>
              <a:t>:</a:t>
            </a:r>
            <a:r>
              <a:rPr lang="ja-JP" altLang="en-US" sz="1100" dirty="0"/>
              <a:t>榑林</a:t>
            </a:r>
          </a:p>
        </p:txBody>
      </p:sp>
    </p:spTree>
    <p:extLst>
      <p:ext uri="{BB962C8B-B14F-4D97-AF65-F5344CB8AC3E}">
        <p14:creationId xmlns:p14="http://schemas.microsoft.com/office/powerpoint/2010/main" val="3390304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2A871D-B15E-C971-7C85-0AF173E38781}"/>
              </a:ext>
            </a:extLst>
          </p:cNvPr>
          <p:cNvSpPr>
            <a:spLocks noGrp="1"/>
          </p:cNvSpPr>
          <p:nvPr>
            <p:ph type="title"/>
          </p:nvPr>
        </p:nvSpPr>
        <p:spPr>
          <a:xfrm>
            <a:off x="575310" y="278129"/>
            <a:ext cx="5063490" cy="2354026"/>
          </a:xfrm>
        </p:spPr>
        <p:txBody>
          <a:bodyPr rtlCol="0"/>
          <a:lstStyle>
            <a:defPPr>
              <a:defRPr lang="ja-JP"/>
            </a:defPPr>
          </a:lstStyle>
          <a:p>
            <a:pPr rtl="0"/>
            <a:r>
              <a:rPr lang="ja-JP" altLang="en-US" dirty="0"/>
              <a:t>はじめに</a:t>
            </a:r>
            <a:endParaRPr lang="ja-JP" dirty="0"/>
          </a:p>
        </p:txBody>
      </p:sp>
      <p:sp>
        <p:nvSpPr>
          <p:cNvPr id="3" name="コンテンツ プレースホルダー 2">
            <a:extLst>
              <a:ext uri="{FF2B5EF4-FFF2-40B4-BE49-F238E27FC236}">
                <a16:creationId xmlns:a16="http://schemas.microsoft.com/office/drawing/2014/main" id="{34F2E863-4A4C-76FE-444A-083F93043389}"/>
              </a:ext>
            </a:extLst>
          </p:cNvPr>
          <p:cNvSpPr>
            <a:spLocks noGrp="1"/>
          </p:cNvSpPr>
          <p:nvPr>
            <p:ph sz="quarter" idx="16"/>
          </p:nvPr>
        </p:nvSpPr>
        <p:spPr>
          <a:xfrm>
            <a:off x="593725" y="3279775"/>
            <a:ext cx="5045075" cy="2994025"/>
          </a:xfrm>
        </p:spPr>
        <p:txBody>
          <a:bodyPr rtlCol="0">
            <a:normAutofit fontScale="92500" lnSpcReduction="20000"/>
          </a:bodyPr>
          <a:lstStyle>
            <a:defPPr>
              <a:defRPr lang="ja-JP"/>
            </a:defPPr>
          </a:lstStyle>
          <a:p>
            <a:pPr rtl="0"/>
            <a:r>
              <a:rPr lang="ja-JP" altLang="en-US" dirty="0"/>
              <a:t>ネットワーク基礎勉強会にご参加いただきありがとうございます。</a:t>
            </a:r>
            <a:endParaRPr lang="en-US" altLang="ja-JP" dirty="0"/>
          </a:p>
          <a:p>
            <a:pPr rtl="0"/>
            <a:r>
              <a:rPr lang="ja-JP" altLang="en-US" dirty="0"/>
              <a:t>デザインは勉強中の身ですので見にくいもしくはダサいのはご了承ください。</a:t>
            </a:r>
            <a:endParaRPr lang="en-US" altLang="ja-JP" dirty="0"/>
          </a:p>
          <a:p>
            <a:pPr rtl="0"/>
            <a:r>
              <a:rPr lang="ja-JP" altLang="en-US" dirty="0"/>
              <a:t>後述しますが、ネットワークは</a:t>
            </a:r>
            <a:r>
              <a:rPr lang="en-US" altLang="ja-JP" dirty="0"/>
              <a:t>IT</a:t>
            </a:r>
            <a:r>
              <a:rPr lang="ja-JP" altLang="en-US" dirty="0"/>
              <a:t>インフラと呼ばれる分野で</a:t>
            </a:r>
            <a:r>
              <a:rPr lang="en-US" altLang="ja-JP" dirty="0"/>
              <a:t>IT</a:t>
            </a:r>
            <a:r>
              <a:rPr lang="ja-JP" altLang="en-US" dirty="0"/>
              <a:t>技術の基盤</a:t>
            </a:r>
            <a:r>
              <a:rPr lang="en-US" altLang="ja-JP" dirty="0"/>
              <a:t>(</a:t>
            </a:r>
            <a:r>
              <a:rPr lang="ja-JP" altLang="en-US" dirty="0"/>
              <a:t>基礎</a:t>
            </a:r>
            <a:r>
              <a:rPr lang="en-US" altLang="ja-JP" dirty="0"/>
              <a:t>)</a:t>
            </a:r>
            <a:r>
              <a:rPr lang="ja-JP" altLang="en-US" dirty="0"/>
              <a:t>になるのでどの分野の仕事をする上でとても重要な知識です。</a:t>
            </a:r>
            <a:endParaRPr lang="en-US" altLang="ja-JP" dirty="0"/>
          </a:p>
          <a:p>
            <a:pPr rtl="0"/>
            <a:r>
              <a:rPr lang="ja-JP" altLang="en-US" dirty="0"/>
              <a:t>記憶や理解しないといけない事が非常に多いので勉強会で疑問に感じた事はもちろんですが、実務を絡めた質問も受付ますので是非お願いします。</a:t>
            </a:r>
            <a:endParaRPr lang="en-US" altLang="ja-JP" dirty="0"/>
          </a:p>
        </p:txBody>
      </p:sp>
      <p:pic>
        <p:nvPicPr>
          <p:cNvPr id="5" name="図プレースホルダー 52" descr="ぶら下がっている電球">
            <a:extLst>
              <a:ext uri="{FF2B5EF4-FFF2-40B4-BE49-F238E27FC236}">
                <a16:creationId xmlns:a16="http://schemas.microsoft.com/office/drawing/2014/main" id="{F2B2501C-600C-11B3-1ECD-912D988906A5}"/>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l="16" r="16"/>
          <a:stretch/>
        </p:blipFill>
        <p:spPr>
          <a:xfrm>
            <a:off x="6096000" y="0"/>
            <a:ext cx="6118225" cy="6858000"/>
          </a:xfrm>
        </p:spPr>
      </p:pic>
    </p:spTree>
    <p:extLst>
      <p:ext uri="{BB962C8B-B14F-4D97-AF65-F5344CB8AC3E}">
        <p14:creationId xmlns:p14="http://schemas.microsoft.com/office/powerpoint/2010/main" val="2983645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A55DF-D209-295B-56E2-5FD8886815C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3546B5-7651-B537-2160-0593897C0D7C}"/>
              </a:ext>
            </a:extLst>
          </p:cNvPr>
          <p:cNvSpPr>
            <a:spLocks noGrp="1"/>
          </p:cNvSpPr>
          <p:nvPr>
            <p:ph type="title"/>
          </p:nvPr>
        </p:nvSpPr>
        <p:spPr>
          <a:xfrm>
            <a:off x="6318885" y="3499667"/>
            <a:ext cx="4939666" cy="2542810"/>
          </a:xfrm>
        </p:spPr>
        <p:txBody>
          <a:bodyPr rtlCol="0" anchor="b">
            <a:normAutofit/>
          </a:bodyPr>
          <a:lstStyle>
            <a:defPPr>
              <a:defRPr lang="ja-JP"/>
            </a:defPPr>
          </a:lstStyle>
          <a:p>
            <a:pPr rtl="0"/>
            <a:r>
              <a:rPr lang="ja-JP" altLang="en-US" dirty="0"/>
              <a:t>注意点</a:t>
            </a:r>
            <a:endParaRPr lang="ja-JP" dirty="0"/>
          </a:p>
        </p:txBody>
      </p:sp>
      <p:pic>
        <p:nvPicPr>
          <p:cNvPr id="5" name="図プレースホルダー 52" descr="シェルターの中に立ち、耳にタグを付け、木製のフェンス越しに見るヤギの顔のクローズアップ">
            <a:extLst>
              <a:ext uri="{FF2B5EF4-FFF2-40B4-BE49-F238E27FC236}">
                <a16:creationId xmlns:a16="http://schemas.microsoft.com/office/drawing/2014/main" id="{3AFB3DC8-EFA9-CABA-5E7B-86CF0406D2DB}"/>
              </a:ext>
            </a:extLst>
          </p:cNvPr>
          <p:cNvPicPr>
            <a:picLocks noGrp="1" noChangeAspect="1"/>
          </p:cNvPicPr>
          <p:nvPr>
            <p:ph sz="quarter" idx="14"/>
          </p:nvPr>
        </p:nvPicPr>
        <p:blipFill>
          <a:blip r:embed="rId3">
            <a:extLst>
              <a:ext uri="{28A0092B-C50C-407E-A947-70E740481C1C}">
                <a14:useLocalDpi xmlns:a14="http://schemas.microsoft.com/office/drawing/2010/main" val="0"/>
              </a:ext>
            </a:extLst>
          </a:blip>
          <a:srcRect t="15689" r="3" b="17882"/>
          <a:stretch>
            <a:fillRect/>
          </a:stretch>
        </p:blipFill>
        <p:spPr>
          <a:xfrm>
            <a:off x="603885" y="457201"/>
            <a:ext cx="5198269" cy="2305050"/>
          </a:xfrm>
          <a:noFill/>
        </p:spPr>
      </p:pic>
      <p:sp>
        <p:nvSpPr>
          <p:cNvPr id="3" name="コンテンツ プレースホルダー 2">
            <a:extLst>
              <a:ext uri="{FF2B5EF4-FFF2-40B4-BE49-F238E27FC236}">
                <a16:creationId xmlns:a16="http://schemas.microsoft.com/office/drawing/2014/main" id="{5DC65CC6-1132-6882-DB71-E97768B4AE18}"/>
              </a:ext>
            </a:extLst>
          </p:cNvPr>
          <p:cNvSpPr>
            <a:spLocks noGrp="1"/>
          </p:cNvSpPr>
          <p:nvPr>
            <p:ph sz="quarter" idx="15"/>
          </p:nvPr>
        </p:nvSpPr>
        <p:spPr>
          <a:xfrm>
            <a:off x="594360" y="2810595"/>
            <a:ext cx="7465119" cy="3319513"/>
          </a:xfrm>
        </p:spPr>
        <p:txBody>
          <a:bodyPr rtlCol="0">
            <a:normAutofit/>
          </a:bodyPr>
          <a:lstStyle>
            <a:defPPr>
              <a:defRPr lang="ja-JP"/>
            </a:defPPr>
          </a:lstStyle>
          <a:p>
            <a:pPr rtl="0"/>
            <a:r>
              <a:rPr lang="ja-JP" altLang="en-US" dirty="0"/>
              <a:t>本勉強会の対象はネットワーク初学者方でわかりやすさを重視して資料を作成しました。</a:t>
            </a:r>
            <a:endParaRPr lang="en-US" altLang="ja-JP" dirty="0"/>
          </a:p>
          <a:p>
            <a:pPr rtl="0"/>
            <a:r>
              <a:rPr lang="ja-JP" altLang="en-US" dirty="0"/>
              <a:t>構成や内容に関してはなるべく調べた事をベースに作成していて完全に間違っているという訳ではありませんが、作者の主観が含まれていてニュアンス等が事実と異なる可能性があります。</a:t>
            </a:r>
            <a:endParaRPr lang="en-US" altLang="ja-JP" dirty="0"/>
          </a:p>
          <a:p>
            <a:pPr rtl="0"/>
            <a:r>
              <a:rPr lang="ja-JP" altLang="en-US" dirty="0"/>
              <a:t>雰囲気が掴めればいいという程度に留めておいてください。</a:t>
            </a:r>
            <a:endParaRPr lang="en-US" altLang="ja-JP" dirty="0"/>
          </a:p>
          <a:p>
            <a:pPr rtl="0"/>
            <a:r>
              <a:rPr lang="ja-JP" altLang="en-US" dirty="0"/>
              <a:t>また使用している画像はネットから勝手に</a:t>
            </a:r>
            <a:br>
              <a:rPr lang="en-US" altLang="ja-JP" dirty="0"/>
            </a:br>
            <a:r>
              <a:rPr lang="ja-JP" altLang="en-US" dirty="0"/>
              <a:t>拾ってきてフリー素材ではないものも含まれ</a:t>
            </a:r>
            <a:br>
              <a:rPr lang="en-US" altLang="ja-JP" dirty="0"/>
            </a:br>
            <a:r>
              <a:rPr lang="ja-JP" altLang="en-US" dirty="0"/>
              <a:t>ているので内緒でお願いします。</a:t>
            </a:r>
            <a:endParaRPr lang="en-US" altLang="ja-JP" dirty="0"/>
          </a:p>
        </p:txBody>
      </p:sp>
    </p:spTree>
    <p:extLst>
      <p:ext uri="{BB962C8B-B14F-4D97-AF65-F5344CB8AC3E}">
        <p14:creationId xmlns:p14="http://schemas.microsoft.com/office/powerpoint/2010/main" val="2991875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580B5-CB9A-5E69-491E-B7A48209E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B3DED9B-D204-833C-F79C-DCE0223566BD}"/>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ja-JP" altLang="en-US" dirty="0"/>
              <a:t>参加にあたって</a:t>
            </a:r>
            <a:endParaRPr lang="ja-JP" dirty="0"/>
          </a:p>
        </p:txBody>
      </p:sp>
      <p:pic>
        <p:nvPicPr>
          <p:cNvPr id="5" name="図プレースホルダー 52" descr="黒いクッションの上に置かれた、ダイヤモンドをちりばめられたシルバーの王冠">
            <a:extLst>
              <a:ext uri="{FF2B5EF4-FFF2-40B4-BE49-F238E27FC236}">
                <a16:creationId xmlns:a16="http://schemas.microsoft.com/office/drawing/2014/main" id="{462C4740-56A7-0905-52C8-FE2D5B6E6D23}"/>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l="43405" r="12195" b="1"/>
          <a:stretch>
            <a:fillRect/>
          </a:stretch>
        </p:blipFill>
        <p:spPr>
          <a:xfrm>
            <a:off x="20" y="-11113"/>
            <a:ext cx="5791180" cy="6880226"/>
          </a:xfrm>
          <a:noFill/>
        </p:spPr>
      </p:pic>
      <p:sp>
        <p:nvSpPr>
          <p:cNvPr id="3" name="コンテンツ プレースホルダー 2">
            <a:extLst>
              <a:ext uri="{FF2B5EF4-FFF2-40B4-BE49-F238E27FC236}">
                <a16:creationId xmlns:a16="http://schemas.microsoft.com/office/drawing/2014/main" id="{F1B2C1A6-D164-524C-7FFD-D850C2E0D0D6}"/>
              </a:ext>
            </a:extLst>
          </p:cNvPr>
          <p:cNvSpPr>
            <a:spLocks noGrp="1"/>
          </p:cNvSpPr>
          <p:nvPr>
            <p:ph type="body" sz="quarter" idx="11"/>
          </p:nvPr>
        </p:nvSpPr>
        <p:spPr>
          <a:xfrm>
            <a:off x="6299835" y="4568602"/>
            <a:ext cx="5486400" cy="1645920"/>
          </a:xfrm>
        </p:spPr>
        <p:txBody>
          <a:bodyPr rtlCol="0">
            <a:normAutofit/>
          </a:bodyPr>
          <a:lstStyle>
            <a:defPPr>
              <a:defRPr lang="ja-JP"/>
            </a:defPPr>
          </a:lstStyle>
          <a:p>
            <a:pPr rtl="0"/>
            <a:r>
              <a:rPr lang="ja-JP" altLang="en-US" sz="1500" dirty="0"/>
              <a:t>公式勉強会のポイント付与条件は下記の通りです。</a:t>
            </a:r>
            <a:endParaRPr lang="en-US" altLang="ja-JP" sz="1500" dirty="0"/>
          </a:p>
          <a:p>
            <a:pPr marL="285750" indent="-285750" rtl="0">
              <a:buFont typeface="Arial" panose="020B0604020202020204" pitchFamily="34" charset="0"/>
              <a:buChar char="•"/>
            </a:pPr>
            <a:r>
              <a:rPr lang="ja-JP" altLang="en-US" sz="1500" dirty="0"/>
              <a:t>全体の</a:t>
            </a:r>
            <a:r>
              <a:rPr lang="en-US" altLang="ja-JP" sz="1500" dirty="0"/>
              <a:t>8</a:t>
            </a:r>
            <a:r>
              <a:rPr lang="ja-JP" altLang="en-US" sz="1500" dirty="0"/>
              <a:t>割参加</a:t>
            </a:r>
            <a:endParaRPr lang="en-US" altLang="ja-JP" sz="1500" dirty="0"/>
          </a:p>
          <a:p>
            <a:pPr marL="285750" indent="-285750" rtl="0">
              <a:buFont typeface="Arial" panose="020B0604020202020204" pitchFamily="34" charset="0"/>
              <a:buChar char="•"/>
            </a:pPr>
            <a:r>
              <a:rPr lang="ja-JP" altLang="en-US" sz="1500" dirty="0"/>
              <a:t>最終成果物の提出</a:t>
            </a:r>
            <a:endParaRPr lang="en-US" altLang="ja-JP" sz="1500" dirty="0"/>
          </a:p>
        </p:txBody>
      </p:sp>
    </p:spTree>
    <p:extLst>
      <p:ext uri="{BB962C8B-B14F-4D97-AF65-F5344CB8AC3E}">
        <p14:creationId xmlns:p14="http://schemas.microsoft.com/office/powerpoint/2010/main" val="46009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A295A-9A9E-5CC9-12EE-08C299E6C86F}"/>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E8336AFE-46A3-0090-009F-A1A7ECBC7064}"/>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第</a:t>
            </a:r>
            <a:r>
              <a:rPr lang="en-US" altLang="ja-JP" dirty="0"/>
              <a:t>1</a:t>
            </a:r>
            <a:r>
              <a:rPr lang="ja-JP" altLang="en-US" dirty="0"/>
              <a:t>章</a:t>
            </a:r>
            <a:endParaRPr lang="ja-JP" dirty="0"/>
          </a:p>
        </p:txBody>
      </p:sp>
      <p:sp>
        <p:nvSpPr>
          <p:cNvPr id="3" name="テキスト プレースホルダー 2">
            <a:extLst>
              <a:ext uri="{FF2B5EF4-FFF2-40B4-BE49-F238E27FC236}">
                <a16:creationId xmlns:a16="http://schemas.microsoft.com/office/drawing/2014/main" id="{AA17D3AD-539C-39DA-D912-18F5A3F6A3BA}"/>
              </a:ext>
            </a:extLst>
          </p:cNvPr>
          <p:cNvSpPr>
            <a:spLocks noGrp="1"/>
          </p:cNvSpPr>
          <p:nvPr>
            <p:ph type="body" sz="quarter" idx="11"/>
          </p:nvPr>
        </p:nvSpPr>
        <p:spPr>
          <a:xfrm flipV="1">
            <a:off x="11504023" y="6195471"/>
            <a:ext cx="292282" cy="100825"/>
          </a:xfrm>
        </p:spPr>
        <p:txBody>
          <a:bodyPr rtlCol="0">
            <a:normAutofit fontScale="32500" lnSpcReduction="20000"/>
          </a:bodyPr>
          <a:lstStyle>
            <a:defPPr>
              <a:defRPr lang="ja-JP"/>
            </a:defPPr>
          </a:lstStyle>
          <a:p>
            <a:pPr rtl="0"/>
            <a:endParaRPr lang="ja-JP" dirty="0"/>
          </a:p>
        </p:txBody>
      </p:sp>
    </p:spTree>
    <p:extLst>
      <p:ext uri="{BB962C8B-B14F-4D97-AF65-F5344CB8AC3E}">
        <p14:creationId xmlns:p14="http://schemas.microsoft.com/office/powerpoint/2010/main" val="5930273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30BF65-C84B-45C3-72CA-AFDA68851174}"/>
              </a:ext>
            </a:extLst>
          </p:cNvPr>
          <p:cNvSpPr>
            <a:spLocks noGrp="1"/>
          </p:cNvSpPr>
          <p:nvPr>
            <p:ph type="title"/>
          </p:nvPr>
        </p:nvSpPr>
        <p:spPr>
          <a:xfrm>
            <a:off x="594360" y="189572"/>
            <a:ext cx="6787747" cy="1593507"/>
          </a:xfrm>
        </p:spPr>
        <p:txBody>
          <a:bodyPr rtlCol="0"/>
          <a:lstStyle>
            <a:defPPr>
              <a:defRPr lang="ja-JP"/>
            </a:defPPr>
          </a:lstStyle>
          <a:p>
            <a:pPr rtl="0"/>
            <a:r>
              <a:rPr lang="ja-JP" altLang="en-US" dirty="0"/>
              <a:t>第</a:t>
            </a:r>
            <a:r>
              <a:rPr lang="en-US" altLang="ja-JP" dirty="0"/>
              <a:t>1</a:t>
            </a:r>
            <a:r>
              <a:rPr lang="ja-JP" altLang="en-US" dirty="0"/>
              <a:t>章の目次</a:t>
            </a:r>
            <a:endParaRPr lang="ja-JP" dirty="0"/>
          </a:p>
        </p:txBody>
      </p:sp>
      <p:sp>
        <p:nvSpPr>
          <p:cNvPr id="3" name="テキスト プレースホルダー 2">
            <a:extLst>
              <a:ext uri="{FF2B5EF4-FFF2-40B4-BE49-F238E27FC236}">
                <a16:creationId xmlns:a16="http://schemas.microsoft.com/office/drawing/2014/main" id="{3B8EBC2C-6DD7-5003-38EB-40753046FE8C}"/>
              </a:ext>
            </a:extLst>
          </p:cNvPr>
          <p:cNvSpPr>
            <a:spLocks noGrp="1"/>
          </p:cNvSpPr>
          <p:nvPr>
            <p:ph sz="quarter" idx="13"/>
          </p:nvPr>
        </p:nvSpPr>
        <p:spPr>
          <a:xfrm>
            <a:off x="593725" y="2281238"/>
            <a:ext cx="6788150" cy="3709987"/>
          </a:xfrm>
        </p:spPr>
        <p:txBody>
          <a:bodyPr tIns="457200" rtlCol="0"/>
          <a:lstStyle>
            <a:defPPr>
              <a:defRPr lang="ja-JP"/>
            </a:defPPr>
          </a:lstStyle>
          <a:p>
            <a:pPr rtl="0"/>
            <a:r>
              <a:rPr lang="ja-JP" altLang="en-US" dirty="0"/>
              <a:t>ネットワークとは</a:t>
            </a:r>
            <a:endParaRPr lang="ja-JP" dirty="0"/>
          </a:p>
          <a:p>
            <a:pPr rtl="0"/>
            <a:r>
              <a:rPr lang="ja-JP" altLang="en-US" dirty="0"/>
              <a:t>ネットワークの基礎用語</a:t>
            </a:r>
            <a:endParaRPr lang="ja-JP" dirty="0"/>
          </a:p>
          <a:p>
            <a:pPr rtl="0"/>
            <a:r>
              <a:rPr lang="ja-JP" altLang="en-US" dirty="0"/>
              <a:t>データの流れ</a:t>
            </a:r>
            <a:endParaRPr lang="ja-JP" dirty="0"/>
          </a:p>
          <a:p>
            <a:pPr rtl="0"/>
            <a:r>
              <a:rPr lang="ja-JP" altLang="en-US" dirty="0"/>
              <a:t>ヘッダー情報とプロトコル</a:t>
            </a:r>
            <a:endParaRPr lang="ja-JP" dirty="0"/>
          </a:p>
          <a:p>
            <a:pPr rtl="0"/>
            <a:r>
              <a:rPr lang="ja-JP" altLang="en-US" dirty="0"/>
              <a:t>各レイヤーの説明</a:t>
            </a:r>
            <a:endParaRPr lang="ja-JP" dirty="0"/>
          </a:p>
        </p:txBody>
      </p:sp>
    </p:spTree>
    <p:extLst>
      <p:ext uri="{BB962C8B-B14F-4D97-AF65-F5344CB8AC3E}">
        <p14:creationId xmlns:p14="http://schemas.microsoft.com/office/powerpoint/2010/main" val="33466857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図プレースホルダー 10">
            <a:extLst>
              <a:ext uri="{FF2B5EF4-FFF2-40B4-BE49-F238E27FC236}">
                <a16:creationId xmlns:a16="http://schemas.microsoft.com/office/drawing/2014/main" id="{8DB431A1-9806-9CFE-0E5F-1A5611C2A666}"/>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162" r="162"/>
          <a:stretch/>
        </p:blipFill>
        <p:spPr>
          <a:xfrm>
            <a:off x="0" y="0"/>
            <a:ext cx="12192000" cy="6880225"/>
          </a:xfrm>
        </p:spPr>
      </p:pic>
      <p:sp>
        <p:nvSpPr>
          <p:cNvPr id="3" name="タイトル 2">
            <a:extLst>
              <a:ext uri="{FF2B5EF4-FFF2-40B4-BE49-F238E27FC236}">
                <a16:creationId xmlns:a16="http://schemas.microsoft.com/office/drawing/2014/main" id="{9C37279A-330D-886F-340D-494A5005E5FC}"/>
              </a:ext>
            </a:extLst>
          </p:cNvPr>
          <p:cNvSpPr>
            <a:spLocks noGrp="1"/>
          </p:cNvSpPr>
          <p:nvPr>
            <p:ph type="title"/>
          </p:nvPr>
        </p:nvSpPr>
        <p:spPr>
          <a:xfrm>
            <a:off x="6309359" y="444933"/>
            <a:ext cx="5477479" cy="3291840"/>
          </a:xfrm>
        </p:spPr>
        <p:txBody>
          <a:bodyPr rtlCol="0"/>
          <a:lstStyle>
            <a:defPPr>
              <a:defRPr lang="ja-JP"/>
            </a:defPPr>
          </a:lstStyle>
          <a:p>
            <a:pPr rtl="0">
              <a:lnSpc>
                <a:spcPct val="90000"/>
              </a:lnSpc>
            </a:pPr>
            <a:r>
              <a:rPr lang="ja-JP" altLang="en-US" dirty="0"/>
              <a:t>ネットワークとは</a:t>
            </a:r>
            <a:r>
              <a:rPr lang="en-US" altLang="ja-JP" dirty="0"/>
              <a:t>?</a:t>
            </a:r>
            <a:endParaRPr lang="ja-JP" dirty="0"/>
          </a:p>
        </p:txBody>
      </p:sp>
    </p:spTree>
    <p:extLst>
      <p:ext uri="{BB962C8B-B14F-4D97-AF65-F5344CB8AC3E}">
        <p14:creationId xmlns:p14="http://schemas.microsoft.com/office/powerpoint/2010/main" val="22493726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B8CE60-587E-1D5C-8B50-ED3441BA49CE}"/>
              </a:ext>
            </a:extLst>
          </p:cNvPr>
          <p:cNvSpPr>
            <a:spLocks noGrp="1"/>
          </p:cNvSpPr>
          <p:nvPr>
            <p:ph type="ctrTitle"/>
          </p:nvPr>
        </p:nvSpPr>
        <p:spPr>
          <a:xfrm>
            <a:off x="6299835" y="430529"/>
            <a:ext cx="5486400" cy="3291840"/>
          </a:xfrm>
        </p:spPr>
        <p:txBody>
          <a:bodyPr rtlCol="0"/>
          <a:lstStyle>
            <a:defPPr>
              <a:defRPr lang="ja-JP"/>
            </a:defPPr>
          </a:lstStyle>
          <a:p>
            <a:pPr algn="r" rtl="0"/>
            <a:r>
              <a:rPr lang="ja-JP" altLang="en-US" sz="4400" dirty="0"/>
              <a:t>人・物・情報が網目状につながった仕組み</a:t>
            </a:r>
            <a:endParaRPr lang="ja-JP" altLang="ja-JP" sz="4400" dirty="0"/>
          </a:p>
        </p:txBody>
      </p:sp>
      <p:pic>
        <p:nvPicPr>
          <p:cNvPr id="12" name="図プレースホルダー 4">
            <a:extLst>
              <a:ext uri="{FF2B5EF4-FFF2-40B4-BE49-F238E27FC236}">
                <a16:creationId xmlns:a16="http://schemas.microsoft.com/office/drawing/2014/main" id="{7D5BDB53-9169-3BBC-9362-0539514AC7DD}"/>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a:stretch/>
        </p:blipFill>
        <p:spPr>
          <a:xfrm>
            <a:off x="0" y="-11113"/>
            <a:ext cx="5791200" cy="6880226"/>
          </a:xfrm>
        </p:spPr>
      </p:pic>
      <p:sp>
        <p:nvSpPr>
          <p:cNvPr id="3" name="テキスト プレースホルダー 2">
            <a:extLst>
              <a:ext uri="{FF2B5EF4-FFF2-40B4-BE49-F238E27FC236}">
                <a16:creationId xmlns:a16="http://schemas.microsoft.com/office/drawing/2014/main" id="{0E02AE9C-BA1D-195E-3B93-A5A0CC03D8F3}"/>
              </a:ext>
            </a:extLst>
          </p:cNvPr>
          <p:cNvSpPr>
            <a:spLocks noGrp="1"/>
          </p:cNvSpPr>
          <p:nvPr>
            <p:ph type="body" sz="quarter" idx="11"/>
          </p:nvPr>
        </p:nvSpPr>
        <p:spPr>
          <a:xfrm>
            <a:off x="6299835" y="4568602"/>
            <a:ext cx="5486400" cy="1645920"/>
          </a:xfrm>
        </p:spPr>
        <p:txBody>
          <a:bodyPr rtlCol="0"/>
          <a:lstStyle>
            <a:defPPr>
              <a:defRPr lang="ja-JP"/>
            </a:defPPr>
          </a:lstStyle>
          <a:p>
            <a:r>
              <a:rPr lang="ja-JP" altLang="en-US" b="1" dirty="0"/>
              <a:t>情報や資源を共有・伝達できる仕組み</a:t>
            </a:r>
            <a:r>
              <a:rPr lang="ja-JP" altLang="en-US" dirty="0"/>
              <a:t>のことで</a:t>
            </a:r>
            <a:r>
              <a:rPr lang="ja-JP" altLang="en-US" b="1" dirty="0"/>
              <a:t>複数の経路が張り巡らされる事に</a:t>
            </a:r>
            <a:r>
              <a:rPr lang="ja-JP" altLang="en-US" dirty="0"/>
              <a:t>より</a:t>
            </a:r>
          </a:p>
          <a:p>
            <a:pPr>
              <a:buFont typeface="Arial" panose="020B0604020202020204" pitchFamily="34" charset="0"/>
              <a:buChar char="•"/>
            </a:pPr>
            <a:r>
              <a:rPr lang="ja-JP" altLang="en-US" sz="2000" dirty="0">
                <a:solidFill>
                  <a:schemeClr val="bg1">
                    <a:lumMod val="65000"/>
                    <a:lumOff val="35000"/>
                  </a:schemeClr>
                </a:solidFill>
              </a:rPr>
              <a:t>情報を効率よくやり取りできる</a:t>
            </a:r>
          </a:p>
          <a:p>
            <a:pPr>
              <a:buFont typeface="Arial" panose="020B0604020202020204" pitchFamily="34" charset="0"/>
              <a:buChar char="•"/>
            </a:pPr>
            <a:r>
              <a:rPr lang="ja-JP" altLang="en-US" sz="2000" dirty="0">
                <a:solidFill>
                  <a:schemeClr val="bg1">
                    <a:lumMod val="65000"/>
                    <a:lumOff val="35000"/>
                  </a:schemeClr>
                </a:solidFill>
              </a:rPr>
              <a:t>多数の要素が同時に関係し合える</a:t>
            </a:r>
          </a:p>
          <a:p>
            <a:pPr rtl="0"/>
            <a:endParaRPr lang="ja-JP" dirty="0"/>
          </a:p>
        </p:txBody>
      </p:sp>
    </p:spTree>
    <p:extLst>
      <p:ext uri="{BB962C8B-B14F-4D97-AF65-F5344CB8AC3E}">
        <p14:creationId xmlns:p14="http://schemas.microsoft.com/office/powerpoint/2010/main" val="14408719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545D3755-C3E2-975E-DE68-CDECC4B526EC}"/>
              </a:ext>
            </a:extLst>
          </p:cNvPr>
          <p:cNvSpPr>
            <a:spLocks noGrp="1"/>
          </p:cNvSpPr>
          <p:nvPr>
            <p:ph type="title"/>
          </p:nvPr>
        </p:nvSpPr>
        <p:spPr>
          <a:xfrm>
            <a:off x="594360" y="102875"/>
            <a:ext cx="10873740" cy="1680205"/>
          </a:xfrm>
        </p:spPr>
        <p:txBody>
          <a:bodyPr rtlCol="0"/>
          <a:lstStyle>
            <a:defPPr>
              <a:defRPr lang="ja-JP"/>
            </a:defPPr>
          </a:lstStyle>
          <a:p>
            <a:pPr rtl="0"/>
            <a:r>
              <a:rPr lang="ja-JP" altLang="en-US" sz="8000" dirty="0"/>
              <a:t>身近なネットワーク</a:t>
            </a:r>
            <a:endParaRPr lang="ja-JP" sz="8000" dirty="0"/>
          </a:p>
        </p:txBody>
      </p:sp>
      <p:sp>
        <p:nvSpPr>
          <p:cNvPr id="7" name="テキスト プレースホルダー 6">
            <a:extLst>
              <a:ext uri="{FF2B5EF4-FFF2-40B4-BE49-F238E27FC236}">
                <a16:creationId xmlns:a16="http://schemas.microsoft.com/office/drawing/2014/main" id="{F70BD87D-F7DA-961B-4024-A354DC87D168}"/>
              </a:ext>
            </a:extLst>
          </p:cNvPr>
          <p:cNvSpPr>
            <a:spLocks noGrp="1"/>
          </p:cNvSpPr>
          <p:nvPr>
            <p:ph sz="quarter" idx="13"/>
          </p:nvPr>
        </p:nvSpPr>
        <p:spPr>
          <a:xfrm>
            <a:off x="3657600" y="2281238"/>
            <a:ext cx="7810500" cy="3700462"/>
          </a:xfrm>
        </p:spPr>
        <p:txBody>
          <a:bodyPr rtlCol="0">
            <a:normAutofit fontScale="92500" lnSpcReduction="10000"/>
          </a:bodyPr>
          <a:lstStyle>
            <a:defPPr>
              <a:defRPr lang="ja-JP"/>
            </a:defPPr>
          </a:lstStyle>
          <a:p>
            <a:pPr rtl="0"/>
            <a:r>
              <a:rPr lang="ja-JP" altLang="en-US" dirty="0"/>
              <a:t>クラウドサービス</a:t>
            </a:r>
            <a:r>
              <a:rPr lang="en-US" altLang="ja-JP" dirty="0"/>
              <a:t>(</a:t>
            </a:r>
            <a:r>
              <a:rPr lang="en-US" altLang="ja-JP" dirty="0" err="1"/>
              <a:t>Saas,Paas,Iaas,etc</a:t>
            </a:r>
            <a:r>
              <a:rPr lang="en-US" altLang="ja-JP" dirty="0"/>
              <a:t>…)</a:t>
            </a:r>
          </a:p>
          <a:p>
            <a:pPr rtl="0"/>
            <a:r>
              <a:rPr lang="ja-JP" altLang="en-US" dirty="0"/>
              <a:t>共有フォルダでデータのやりとり</a:t>
            </a:r>
            <a:endParaRPr lang="ja-JP" dirty="0"/>
          </a:p>
          <a:p>
            <a:pPr rtl="0"/>
            <a:r>
              <a:rPr lang="ja-JP" altLang="en-US" dirty="0"/>
              <a:t>クライアントサーバーシステム</a:t>
            </a:r>
            <a:endParaRPr lang="en-US" altLang="ja-JP" dirty="0"/>
          </a:p>
          <a:p>
            <a:pPr rtl="0"/>
            <a:r>
              <a:rPr lang="en-US" altLang="ja-JP" dirty="0"/>
              <a:t>Web</a:t>
            </a:r>
            <a:r>
              <a:rPr lang="ja-JP" altLang="en-US" dirty="0"/>
              <a:t>サービス</a:t>
            </a:r>
            <a:endParaRPr lang="en-US" altLang="ja-JP" dirty="0"/>
          </a:p>
          <a:p>
            <a:r>
              <a:rPr lang="ja-JP" altLang="en-US" dirty="0"/>
              <a:t>アカウント情報の共有</a:t>
            </a:r>
            <a:endParaRPr lang="en-US" altLang="ja-JP" dirty="0"/>
          </a:p>
          <a:p>
            <a:r>
              <a:rPr lang="ja-JP" altLang="en-US" dirty="0"/>
              <a:t>メールの送受信</a:t>
            </a:r>
            <a:endParaRPr lang="en-US" altLang="ja-JP" dirty="0"/>
          </a:p>
          <a:p>
            <a:r>
              <a:rPr lang="en-US" altLang="ja-JP" dirty="0" err="1"/>
              <a:t>BlueTooth</a:t>
            </a:r>
            <a:endParaRPr lang="en-US" altLang="ja-JP" dirty="0"/>
          </a:p>
          <a:p>
            <a:r>
              <a:rPr lang="en-US" altLang="ja-JP" dirty="0" err="1"/>
              <a:t>etc</a:t>
            </a:r>
            <a:r>
              <a:rPr lang="en-US" altLang="ja-JP" dirty="0"/>
              <a:t>…	</a:t>
            </a:r>
          </a:p>
          <a:p>
            <a:endParaRPr lang="en-US" altLang="ja-JP" dirty="0"/>
          </a:p>
          <a:p>
            <a:pPr rtl="0"/>
            <a:endParaRPr lang="en-US" altLang="ja-JP" dirty="0"/>
          </a:p>
          <a:p>
            <a:pPr marL="0" indent="0" rtl="0">
              <a:buNone/>
            </a:pPr>
            <a:endParaRPr lang="ja-JP" dirty="0"/>
          </a:p>
          <a:p>
            <a:pPr rtl="0"/>
            <a:endParaRPr lang="ja-JP" dirty="0"/>
          </a:p>
        </p:txBody>
      </p:sp>
      <p:grpSp>
        <p:nvGrpSpPr>
          <p:cNvPr id="19" name="グループ 18">
            <a:extLst>
              <a:ext uri="{FF2B5EF4-FFF2-40B4-BE49-F238E27FC236}">
                <a16:creationId xmlns:a16="http://schemas.microsoft.com/office/drawing/2014/main" id="{C78CEA4F-D72A-C069-6A51-328B103CA0CA}"/>
              </a:ext>
              <a:ext uri="{C183D7F6-B498-43B3-948B-1728B52AA6E4}">
                <adec:decorative xmlns:adec="http://schemas.microsoft.com/office/drawing/2017/decorative" val="1"/>
              </a:ext>
            </a:extLst>
          </p:cNvPr>
          <p:cNvGrpSpPr>
            <a:grpSpLocks/>
          </p:cNvGrpSpPr>
          <p:nvPr/>
        </p:nvGrpSpPr>
        <p:grpSpPr bwMode="auto">
          <a:xfrm rot="16200000" flipV="1">
            <a:off x="0" y="3900132"/>
            <a:ext cx="2959226" cy="2959226"/>
            <a:chOff x="0" y="12289"/>
            <a:chExt cx="3550" cy="3551"/>
          </a:xfrm>
        </p:grpSpPr>
        <p:sp>
          <p:nvSpPr>
            <p:cNvPr id="20" name="フリーフォーム(F) 19">
              <a:extLst>
                <a:ext uri="{FF2B5EF4-FFF2-40B4-BE49-F238E27FC236}">
                  <a16:creationId xmlns:a16="http://schemas.microsoft.com/office/drawing/2014/main" id="{7E473402-19FD-A5B0-5CB6-E5F3926D3828}"/>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21" name="フリーフォーム(F) 20">
              <a:extLst>
                <a:ext uri="{FF2B5EF4-FFF2-40B4-BE49-F238E27FC236}">
                  <a16:creationId xmlns:a16="http://schemas.microsoft.com/office/drawing/2014/main" id="{879D1CAD-2EA2-9376-7B64-0C3AC590F651}"/>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dirty="0">
                <a:latin typeface="Meiryo UI" panose="020B0604030504040204" pitchFamily="50" charset="-128"/>
                <a:ea typeface="Meiryo UI" panose="020B0604030504040204" pitchFamily="50" charset="-128"/>
              </a:endParaRPr>
            </a:p>
          </p:txBody>
        </p:sp>
        <p:sp>
          <p:nvSpPr>
            <p:cNvPr id="22" name="フリーフォーム(F) 21">
              <a:extLst>
                <a:ext uri="{FF2B5EF4-FFF2-40B4-BE49-F238E27FC236}">
                  <a16:creationId xmlns:a16="http://schemas.microsoft.com/office/drawing/2014/main" id="{B16F8906-918C-BE0B-A4AB-6A1D48150AC7}"/>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rtlCol="0" anchor="t" anchorCtr="0" upright="1">
              <a:noAutofit/>
            </a:bodyPr>
            <a:lstStyle>
              <a:defPPr>
                <a:defRPr lang="ja-JP"/>
              </a:defPPr>
            </a:lstStyle>
            <a:p>
              <a:pPr rtl="0"/>
              <a:endParaRPr lang="ja-JP" dirty="0">
                <a:latin typeface="Meiryo UI" panose="020B0604030504040204" pitchFamily="50" charset="-128"/>
                <a:ea typeface="Meiryo UI" panose="020B0604030504040204" pitchFamily="50" charset="-128"/>
              </a:endParaRPr>
            </a:p>
          </p:txBody>
        </p:sp>
      </p:grpSp>
    </p:spTree>
    <p:extLst>
      <p:ext uri="{BB962C8B-B14F-4D97-AF65-F5344CB8AC3E}">
        <p14:creationId xmlns:p14="http://schemas.microsoft.com/office/powerpoint/2010/main" val="32003120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633A5-8BE3-D44D-57F3-2EF161376844}"/>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5AB6D40A-2A0A-AF3D-8CF7-3ECD37765637}"/>
              </a:ext>
            </a:extLst>
          </p:cNvPr>
          <p:cNvSpPr>
            <a:spLocks noGrp="1"/>
          </p:cNvSpPr>
          <p:nvPr>
            <p:ph type="ctrTitle"/>
          </p:nvPr>
        </p:nvSpPr>
        <p:spPr>
          <a:xfrm>
            <a:off x="6309904" y="411479"/>
            <a:ext cx="5486400" cy="3291840"/>
          </a:xfrm>
        </p:spPr>
        <p:txBody>
          <a:bodyPr rtlCol="0"/>
          <a:lstStyle>
            <a:defPPr>
              <a:defRPr lang="ja-JP"/>
            </a:defPPr>
          </a:lstStyle>
          <a:p>
            <a:pPr algn="ctr" rtl="0"/>
            <a:br>
              <a:rPr lang="en-US" altLang="ja-JP" dirty="0"/>
            </a:br>
            <a:r>
              <a:rPr lang="ja-JP" altLang="en-US" dirty="0"/>
              <a:t>ネットワークの</a:t>
            </a:r>
            <a:br>
              <a:rPr lang="en-US" altLang="ja-JP" dirty="0"/>
            </a:br>
            <a:r>
              <a:rPr lang="ja-JP" altLang="en-US" dirty="0"/>
              <a:t>基礎用語</a:t>
            </a:r>
            <a:endParaRPr lang="ja-JP" dirty="0"/>
          </a:p>
        </p:txBody>
      </p:sp>
      <p:sp>
        <p:nvSpPr>
          <p:cNvPr id="3" name="テキスト プレースホルダー 2">
            <a:extLst>
              <a:ext uri="{FF2B5EF4-FFF2-40B4-BE49-F238E27FC236}">
                <a16:creationId xmlns:a16="http://schemas.microsoft.com/office/drawing/2014/main" id="{591442CD-A26D-1761-8CE7-8BC3075BB4ED}"/>
              </a:ext>
            </a:extLst>
          </p:cNvPr>
          <p:cNvSpPr>
            <a:spLocks noGrp="1"/>
          </p:cNvSpPr>
          <p:nvPr>
            <p:ph type="body" sz="quarter" idx="11"/>
          </p:nvPr>
        </p:nvSpPr>
        <p:spPr>
          <a:xfrm flipV="1">
            <a:off x="11504023" y="6195471"/>
            <a:ext cx="292282" cy="100825"/>
          </a:xfrm>
        </p:spPr>
        <p:txBody>
          <a:bodyPr rtlCol="0">
            <a:normAutofit fontScale="32500" lnSpcReduction="20000"/>
          </a:bodyPr>
          <a:lstStyle>
            <a:defPPr>
              <a:defRPr lang="ja-JP"/>
            </a:defPPr>
          </a:lstStyle>
          <a:p>
            <a:pPr rtl="0"/>
            <a:endParaRPr lang="ja-JP" dirty="0"/>
          </a:p>
        </p:txBody>
      </p:sp>
    </p:spTree>
    <p:extLst>
      <p:ext uri="{BB962C8B-B14F-4D97-AF65-F5344CB8AC3E}">
        <p14:creationId xmlns:p14="http://schemas.microsoft.com/office/powerpoint/2010/main" val="20390597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5346ED-721D-85EE-2F1B-A31D0912DE29}"/>
              </a:ext>
            </a:extLst>
          </p:cNvPr>
          <p:cNvSpPr>
            <a:spLocks noGrp="1"/>
          </p:cNvSpPr>
          <p:nvPr>
            <p:ph type="title"/>
          </p:nvPr>
        </p:nvSpPr>
        <p:spPr>
          <a:xfrm>
            <a:off x="594361" y="278129"/>
            <a:ext cx="8909858" cy="1494596"/>
          </a:xfrm>
        </p:spPr>
        <p:txBody>
          <a:bodyPr rtlCol="0"/>
          <a:lstStyle>
            <a:defPPr>
              <a:defRPr lang="ja-JP"/>
            </a:defPPr>
          </a:lstStyle>
          <a:p>
            <a:pPr rtl="0">
              <a:lnSpc>
                <a:spcPct val="90000"/>
              </a:lnSpc>
            </a:pPr>
            <a:r>
              <a:rPr lang="ja-JP" altLang="en-US" dirty="0"/>
              <a:t>基礎用語</a:t>
            </a:r>
            <a:endParaRPr lang="ja-JP" dirty="0"/>
          </a:p>
        </p:txBody>
      </p:sp>
      <p:sp>
        <p:nvSpPr>
          <p:cNvPr id="3" name="コンテンツ プレースホルダー 2">
            <a:extLst>
              <a:ext uri="{FF2B5EF4-FFF2-40B4-BE49-F238E27FC236}">
                <a16:creationId xmlns:a16="http://schemas.microsoft.com/office/drawing/2014/main" id="{DB097449-5B72-ADA0-3B2D-1CBC160D6B90}"/>
              </a:ext>
            </a:extLst>
          </p:cNvPr>
          <p:cNvSpPr>
            <a:spLocks noGrp="1"/>
          </p:cNvSpPr>
          <p:nvPr>
            <p:ph sz="quarter" idx="15"/>
          </p:nvPr>
        </p:nvSpPr>
        <p:spPr>
          <a:xfrm>
            <a:off x="594360" y="2676525"/>
            <a:ext cx="4490827" cy="3597470"/>
          </a:xfrm>
        </p:spPr>
        <p:txBody>
          <a:bodyPr rtlCol="0"/>
          <a:lstStyle>
            <a:defPPr>
              <a:defRPr lang="ja-JP"/>
            </a:defPPr>
          </a:lstStyle>
          <a:p>
            <a:pPr marL="0" lvl="1" indent="0" rtl="0">
              <a:buNone/>
            </a:pPr>
            <a:r>
              <a:rPr lang="ja-JP" altLang="en-US" dirty="0"/>
              <a:t>まずはネットワークを知るために、基礎的な用語を覚えましょう。</a:t>
            </a:r>
            <a:endParaRPr lang="en-US" altLang="ja-JP" dirty="0"/>
          </a:p>
          <a:p>
            <a:pPr marL="0" lvl="1" indent="0" rtl="0">
              <a:buNone/>
            </a:pPr>
            <a:r>
              <a:rPr lang="ja-JP" altLang="en-US" dirty="0"/>
              <a:t>今回は大枠のみ説明します。</a:t>
            </a:r>
            <a:endParaRPr lang="en-US" altLang="ja-JP" dirty="0"/>
          </a:p>
        </p:txBody>
      </p:sp>
      <p:sp>
        <p:nvSpPr>
          <p:cNvPr id="4" name="コンテンツ プレースホルダー 3">
            <a:extLst>
              <a:ext uri="{FF2B5EF4-FFF2-40B4-BE49-F238E27FC236}">
                <a16:creationId xmlns:a16="http://schemas.microsoft.com/office/drawing/2014/main" id="{41FC7B50-71A6-D8BE-C032-5EB4CF5706D5}"/>
              </a:ext>
            </a:extLst>
          </p:cNvPr>
          <p:cNvSpPr>
            <a:spLocks noGrp="1"/>
          </p:cNvSpPr>
          <p:nvPr>
            <p:ph sz="quarter" idx="16"/>
          </p:nvPr>
        </p:nvSpPr>
        <p:spPr>
          <a:xfrm>
            <a:off x="5881898" y="2676525"/>
            <a:ext cx="4490827" cy="3597470"/>
          </a:xfrm>
        </p:spPr>
        <p:txBody>
          <a:bodyPr rtlCol="0"/>
          <a:lstStyle>
            <a:defPPr>
              <a:defRPr lang="ja-JP"/>
            </a:defPPr>
          </a:lstStyle>
          <a:p>
            <a:pPr marL="0" lvl="1" indent="0" rtl="0">
              <a:buNone/>
            </a:pPr>
            <a:r>
              <a:rPr lang="ja-JP" altLang="en-US" dirty="0"/>
              <a:t>今回扱う用語</a:t>
            </a:r>
            <a:endParaRPr lang="en-US" altLang="ja-JP" dirty="0"/>
          </a:p>
          <a:p>
            <a:pPr lvl="1" rtl="0"/>
            <a:r>
              <a:rPr lang="ja-JP" altLang="en-US" dirty="0"/>
              <a:t>ノードとリンク</a:t>
            </a:r>
            <a:endParaRPr lang="ja-JP" altLang="ja-JP" dirty="0"/>
          </a:p>
          <a:p>
            <a:pPr lvl="1" rtl="0"/>
            <a:r>
              <a:rPr lang="en-US" altLang="ja-JP" dirty="0"/>
              <a:t>WAN</a:t>
            </a:r>
            <a:r>
              <a:rPr lang="ja-JP" altLang="en-US" dirty="0"/>
              <a:t>と</a:t>
            </a:r>
            <a:r>
              <a:rPr lang="en-US" altLang="ja-JP" dirty="0"/>
              <a:t>LAN</a:t>
            </a:r>
          </a:p>
          <a:p>
            <a:pPr lvl="1" rtl="0"/>
            <a:r>
              <a:rPr lang="en-US" altLang="ja-JP" dirty="0"/>
              <a:t>IP</a:t>
            </a:r>
            <a:r>
              <a:rPr lang="ja-JP" altLang="en-US" dirty="0"/>
              <a:t>アドレスと</a:t>
            </a:r>
            <a:r>
              <a:rPr lang="en-US" altLang="ja-JP" dirty="0"/>
              <a:t>MAC</a:t>
            </a:r>
            <a:r>
              <a:rPr lang="ja-JP" altLang="en-US" dirty="0"/>
              <a:t>アドレス</a:t>
            </a:r>
            <a:endParaRPr lang="ja-JP" altLang="ja-JP" dirty="0"/>
          </a:p>
          <a:p>
            <a:pPr lvl="1" rtl="0"/>
            <a:r>
              <a:rPr lang="ja-JP" altLang="en-US" dirty="0"/>
              <a:t>ローカルとグローバル</a:t>
            </a:r>
            <a:endParaRPr lang="en-US" altLang="ja-JP" dirty="0"/>
          </a:p>
          <a:p>
            <a:pPr lvl="1" rtl="0"/>
            <a:r>
              <a:rPr lang="en-US" altLang="ja-JP" dirty="0"/>
              <a:t>DHCP</a:t>
            </a:r>
            <a:r>
              <a:rPr lang="ja-JP" altLang="en-US" dirty="0"/>
              <a:t>と</a:t>
            </a:r>
            <a:r>
              <a:rPr lang="en-US" altLang="ja-JP" dirty="0"/>
              <a:t>DNS</a:t>
            </a:r>
            <a:endParaRPr lang="ja-JP" altLang="ja-JP" dirty="0"/>
          </a:p>
        </p:txBody>
      </p:sp>
    </p:spTree>
    <p:extLst>
      <p:ext uri="{BB962C8B-B14F-4D97-AF65-F5344CB8AC3E}">
        <p14:creationId xmlns:p14="http://schemas.microsoft.com/office/powerpoint/2010/main" val="8884842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57C12-C68A-7F6E-2A64-B3C7CD9252A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E2BA67E-03B2-DA86-877F-22B1739C4F87}"/>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ja-JP" altLang="en-US" dirty="0"/>
              <a:t>ノードとリンク</a:t>
            </a:r>
            <a:endParaRPr lang="ja-JP" dirty="0"/>
          </a:p>
        </p:txBody>
      </p:sp>
      <p:sp>
        <p:nvSpPr>
          <p:cNvPr id="3" name="コンテンツ プレースホルダー 2">
            <a:extLst>
              <a:ext uri="{FF2B5EF4-FFF2-40B4-BE49-F238E27FC236}">
                <a16:creationId xmlns:a16="http://schemas.microsoft.com/office/drawing/2014/main" id="{094A911D-F6F6-F30E-873C-BA4CE398DE83}"/>
              </a:ext>
            </a:extLst>
          </p:cNvPr>
          <p:cNvSpPr>
            <a:spLocks noGrp="1"/>
          </p:cNvSpPr>
          <p:nvPr>
            <p:ph sz="quarter" idx="14"/>
          </p:nvPr>
        </p:nvSpPr>
        <p:spPr>
          <a:xfrm>
            <a:off x="603885" y="584005"/>
            <a:ext cx="2825115" cy="3544650"/>
          </a:xfrm>
        </p:spPr>
        <p:txBody>
          <a:bodyPr rtlCol="0">
            <a:normAutofit fontScale="92500" lnSpcReduction="10000"/>
          </a:bodyPr>
          <a:lstStyle>
            <a:defPPr>
              <a:defRPr lang="ja-JP"/>
            </a:defPPr>
          </a:lstStyle>
          <a:p>
            <a:pPr rtl="0"/>
            <a:r>
              <a:rPr lang="ja-JP" altLang="en-US" sz="2400" b="1" dirty="0"/>
              <a:t>ノード</a:t>
            </a:r>
            <a:endParaRPr lang="en-US" altLang="ja-JP" sz="2400" b="1" dirty="0"/>
          </a:p>
          <a:p>
            <a:pPr rtl="0"/>
            <a:r>
              <a:rPr lang="ja-JP" altLang="en-US" dirty="0"/>
              <a:t>ネットワーク上に存在する</a:t>
            </a:r>
            <a:r>
              <a:rPr lang="en-US" altLang="ja-JP" dirty="0"/>
              <a:t>PC</a:t>
            </a:r>
            <a:r>
              <a:rPr lang="ja-JP" altLang="en-US" dirty="0"/>
              <a:t>であったりネットワーク機器、プリンター、記憶媒体等を指す言葉で身近な単語ではないですが様々な種類があるのでこう表現されます。</a:t>
            </a:r>
            <a:endParaRPr lang="en-US" altLang="ja-JP" dirty="0"/>
          </a:p>
          <a:p>
            <a:pPr rtl="0"/>
            <a:r>
              <a:rPr lang="ja-JP" altLang="en-US" dirty="0"/>
              <a:t>現実に例えるとお店や商業施設のみならず駅や高速のインターチェンジ等もこれに当たります。</a:t>
            </a:r>
            <a:endParaRPr lang="ja-JP" dirty="0"/>
          </a:p>
        </p:txBody>
      </p:sp>
      <p:pic>
        <p:nvPicPr>
          <p:cNvPr id="5" name="図プレースホルダー 52">
            <a:extLst>
              <a:ext uri="{FF2B5EF4-FFF2-40B4-BE49-F238E27FC236}">
                <a16:creationId xmlns:a16="http://schemas.microsoft.com/office/drawing/2014/main" id="{389ED286-D4B9-67A4-D5EC-9094AB8CFDFE}"/>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p:blipFill>
        <p:spPr>
          <a:xfrm>
            <a:off x="4729400" y="584005"/>
            <a:ext cx="4133164" cy="2844995"/>
          </a:xfrm>
          <a:noFill/>
        </p:spPr>
      </p:pic>
      <p:pic>
        <p:nvPicPr>
          <p:cNvPr id="8" name="図 7" descr="ダイアグラム, 設計図&#10;&#10;自動的に生成された説明">
            <a:extLst>
              <a:ext uri="{FF2B5EF4-FFF2-40B4-BE49-F238E27FC236}">
                <a16:creationId xmlns:a16="http://schemas.microsoft.com/office/drawing/2014/main" id="{62BDF03A-47D6-015C-8AE6-3DF2FC7A65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19357" y="2848032"/>
            <a:ext cx="4272643" cy="3204482"/>
          </a:xfrm>
          <a:prstGeom prst="rect">
            <a:avLst/>
          </a:prstGeom>
        </p:spPr>
      </p:pic>
    </p:spTree>
    <p:extLst>
      <p:ext uri="{BB962C8B-B14F-4D97-AF65-F5344CB8AC3E}">
        <p14:creationId xmlns:p14="http://schemas.microsoft.com/office/powerpoint/2010/main" val="6768853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2FE-0A7F-2477-ADA6-519DCB62A26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3417C72-4B8E-9CC7-7915-6DA6B802ED81}"/>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ja-JP" altLang="en-US" dirty="0"/>
              <a:t>ノードとリンク</a:t>
            </a:r>
            <a:endParaRPr lang="ja-JP" dirty="0"/>
          </a:p>
        </p:txBody>
      </p:sp>
      <p:sp>
        <p:nvSpPr>
          <p:cNvPr id="3" name="コンテンツ プレースホルダー 2">
            <a:extLst>
              <a:ext uri="{FF2B5EF4-FFF2-40B4-BE49-F238E27FC236}">
                <a16:creationId xmlns:a16="http://schemas.microsoft.com/office/drawing/2014/main" id="{2F011A0F-9EB9-13DB-ADBC-E7048A758063}"/>
              </a:ext>
            </a:extLst>
          </p:cNvPr>
          <p:cNvSpPr>
            <a:spLocks noGrp="1"/>
          </p:cNvSpPr>
          <p:nvPr>
            <p:ph sz="quarter" idx="14"/>
          </p:nvPr>
        </p:nvSpPr>
        <p:spPr>
          <a:xfrm>
            <a:off x="603885" y="584005"/>
            <a:ext cx="2825115" cy="3544650"/>
          </a:xfrm>
        </p:spPr>
        <p:txBody>
          <a:bodyPr rtlCol="0">
            <a:normAutofit lnSpcReduction="10000"/>
          </a:bodyPr>
          <a:lstStyle>
            <a:defPPr>
              <a:defRPr lang="ja-JP"/>
            </a:defPPr>
          </a:lstStyle>
          <a:p>
            <a:pPr rtl="0"/>
            <a:r>
              <a:rPr lang="ja-JP" altLang="en-US" sz="2400" b="1" dirty="0"/>
              <a:t>リンク</a:t>
            </a:r>
          </a:p>
          <a:p>
            <a:pPr rtl="0"/>
            <a:r>
              <a:rPr lang="ja-JP" altLang="en-US" dirty="0"/>
              <a:t>ノード間を接続する経路で実際には</a:t>
            </a:r>
            <a:r>
              <a:rPr lang="en-US" altLang="ja-JP" dirty="0"/>
              <a:t>LAN</a:t>
            </a:r>
            <a:r>
              <a:rPr lang="ja-JP" altLang="en-US" dirty="0"/>
              <a:t>ケーブルや光ファイバーケーブルのような物理だけではなく</a:t>
            </a:r>
            <a:r>
              <a:rPr lang="en-US" altLang="ja-JP" dirty="0" err="1"/>
              <a:t>BlueTooth</a:t>
            </a:r>
            <a:r>
              <a:rPr lang="ja-JP" altLang="en-US" dirty="0"/>
              <a:t>や無線</a:t>
            </a:r>
            <a:r>
              <a:rPr lang="en-US" altLang="ja-JP" dirty="0"/>
              <a:t>LAN</a:t>
            </a:r>
            <a:r>
              <a:rPr lang="ja-JP" altLang="en-US" dirty="0"/>
              <a:t>も含まれます。</a:t>
            </a:r>
            <a:endParaRPr lang="en-US" altLang="ja-JP" dirty="0"/>
          </a:p>
          <a:p>
            <a:pPr rtl="0"/>
            <a:r>
              <a:rPr lang="ja-JP" altLang="en-US" dirty="0"/>
              <a:t>現実に例えると、道路や線路、空路、海路等目的地に向かうものを指します。</a:t>
            </a:r>
            <a:endParaRPr lang="en-US" altLang="ja-JP" dirty="0"/>
          </a:p>
          <a:p>
            <a:pPr rtl="0"/>
            <a:endParaRPr lang="ja-JP" altLang="en-US" dirty="0"/>
          </a:p>
        </p:txBody>
      </p:sp>
      <p:pic>
        <p:nvPicPr>
          <p:cNvPr id="5" name="図プレースホルダー 52">
            <a:extLst>
              <a:ext uri="{FF2B5EF4-FFF2-40B4-BE49-F238E27FC236}">
                <a16:creationId xmlns:a16="http://schemas.microsoft.com/office/drawing/2014/main" id="{8B1B5CCD-201F-9BD5-44BB-5B3A1CFFB36B}"/>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p:blipFill>
        <p:spPr>
          <a:xfrm>
            <a:off x="4729400" y="584005"/>
            <a:ext cx="5809772" cy="3999060"/>
          </a:xfrm>
          <a:noFill/>
        </p:spPr>
      </p:pic>
    </p:spTree>
    <p:extLst>
      <p:ext uri="{BB962C8B-B14F-4D97-AF65-F5344CB8AC3E}">
        <p14:creationId xmlns:p14="http://schemas.microsoft.com/office/powerpoint/2010/main" val="3625510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8D43C2-5A1D-0563-A60B-C1E8B6FB7E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880A6A6-60FC-2039-DA55-86C904605183}"/>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en-US" altLang="ja-JP" dirty="0"/>
              <a:t>WAN</a:t>
            </a:r>
            <a:r>
              <a:rPr lang="ja-JP" altLang="en-US" dirty="0"/>
              <a:t>と</a:t>
            </a:r>
            <a:r>
              <a:rPr lang="en-US" altLang="ja-JP" dirty="0"/>
              <a:t>LAN</a:t>
            </a:r>
            <a:endParaRPr lang="ja-JP" dirty="0"/>
          </a:p>
        </p:txBody>
      </p:sp>
      <p:pic>
        <p:nvPicPr>
          <p:cNvPr id="5" name="図プレースホルダー 52">
            <a:extLst>
              <a:ext uri="{FF2B5EF4-FFF2-40B4-BE49-F238E27FC236}">
                <a16:creationId xmlns:a16="http://schemas.microsoft.com/office/drawing/2014/main" id="{4C1965FD-C52F-BF62-4C7F-83E4B0935BCE}"/>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tretch/>
        </p:blipFill>
        <p:spPr>
          <a:xfrm>
            <a:off x="0" y="1800225"/>
            <a:ext cx="5791200" cy="3257550"/>
          </a:xfrm>
          <a:noFill/>
        </p:spPr>
      </p:pic>
      <p:sp>
        <p:nvSpPr>
          <p:cNvPr id="3" name="コンテンツ プレースホルダー 2">
            <a:extLst>
              <a:ext uri="{FF2B5EF4-FFF2-40B4-BE49-F238E27FC236}">
                <a16:creationId xmlns:a16="http://schemas.microsoft.com/office/drawing/2014/main" id="{651A71EC-7536-7AAF-FAD9-64237C14E5D6}"/>
              </a:ext>
            </a:extLst>
          </p:cNvPr>
          <p:cNvSpPr>
            <a:spLocks noGrp="1"/>
          </p:cNvSpPr>
          <p:nvPr>
            <p:ph type="body" sz="quarter" idx="11"/>
          </p:nvPr>
        </p:nvSpPr>
        <p:spPr>
          <a:xfrm>
            <a:off x="6299835" y="4568602"/>
            <a:ext cx="5486400" cy="1645920"/>
          </a:xfrm>
        </p:spPr>
        <p:txBody>
          <a:bodyPr rtlCol="0">
            <a:normAutofit/>
          </a:bodyPr>
          <a:lstStyle>
            <a:defPPr>
              <a:defRPr lang="ja-JP"/>
            </a:defPPr>
          </a:lstStyle>
          <a:p>
            <a:pPr rtl="0"/>
            <a:r>
              <a:rPr lang="en-US" altLang="ja-JP" sz="2000" dirty="0"/>
              <a:t>LAN</a:t>
            </a:r>
          </a:p>
          <a:p>
            <a:pPr rtl="0"/>
            <a:r>
              <a:rPr lang="en-US" altLang="ja-JP" sz="1500" dirty="0"/>
              <a:t>LAN</a:t>
            </a:r>
            <a:r>
              <a:rPr lang="ja-JP" altLang="en-US" sz="1500" dirty="0"/>
              <a:t>はローカルと呼ばれる範囲で現実なら家の中の範囲です。</a:t>
            </a:r>
            <a:endParaRPr lang="en-US" altLang="ja-JP" sz="1500" dirty="0"/>
          </a:p>
          <a:p>
            <a:pPr rtl="0"/>
            <a:r>
              <a:rPr lang="ja-JP" altLang="en-US" sz="1500" dirty="0"/>
              <a:t>家の中の人は誰がどこの部屋を使っているか、寝室がどこでお風呂がどこ等詳細が分かると思います。</a:t>
            </a:r>
            <a:endParaRPr lang="en-US" altLang="ja-JP" sz="1500" dirty="0"/>
          </a:p>
        </p:txBody>
      </p:sp>
    </p:spTree>
    <p:extLst>
      <p:ext uri="{BB962C8B-B14F-4D97-AF65-F5344CB8AC3E}">
        <p14:creationId xmlns:p14="http://schemas.microsoft.com/office/powerpoint/2010/main" val="3000088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DC6F8-461C-5AAD-1962-E1037040EC3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3B01FD-4B04-6115-2F61-1BF3DA34B78B}"/>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en-US" altLang="ja-JP" dirty="0"/>
              <a:t>WAN</a:t>
            </a:r>
            <a:r>
              <a:rPr lang="ja-JP" altLang="en-US" dirty="0"/>
              <a:t>と</a:t>
            </a:r>
            <a:r>
              <a:rPr lang="en-US" altLang="ja-JP" dirty="0"/>
              <a:t>LAN</a:t>
            </a:r>
            <a:endParaRPr lang="ja-JP" dirty="0"/>
          </a:p>
        </p:txBody>
      </p:sp>
      <p:pic>
        <p:nvPicPr>
          <p:cNvPr id="5" name="図プレースホルダー 52">
            <a:extLst>
              <a:ext uri="{FF2B5EF4-FFF2-40B4-BE49-F238E27FC236}">
                <a16:creationId xmlns:a16="http://schemas.microsoft.com/office/drawing/2014/main" id="{42199656-FD11-68EB-5DD1-7BBBF236AE28}"/>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tretch/>
        </p:blipFill>
        <p:spPr>
          <a:xfrm>
            <a:off x="0" y="1800225"/>
            <a:ext cx="5791200" cy="3257550"/>
          </a:xfrm>
          <a:noFill/>
        </p:spPr>
      </p:pic>
      <p:sp>
        <p:nvSpPr>
          <p:cNvPr id="3" name="コンテンツ プレースホルダー 2">
            <a:extLst>
              <a:ext uri="{FF2B5EF4-FFF2-40B4-BE49-F238E27FC236}">
                <a16:creationId xmlns:a16="http://schemas.microsoft.com/office/drawing/2014/main" id="{FBEC7E73-65CB-2FB4-8784-7B6732AD0990}"/>
              </a:ext>
            </a:extLst>
          </p:cNvPr>
          <p:cNvSpPr>
            <a:spLocks noGrp="1"/>
          </p:cNvSpPr>
          <p:nvPr>
            <p:ph type="body" sz="quarter" idx="11"/>
          </p:nvPr>
        </p:nvSpPr>
        <p:spPr>
          <a:xfrm>
            <a:off x="6299835" y="4568601"/>
            <a:ext cx="5486400" cy="2077128"/>
          </a:xfrm>
        </p:spPr>
        <p:txBody>
          <a:bodyPr rtlCol="0">
            <a:normAutofit/>
          </a:bodyPr>
          <a:lstStyle>
            <a:defPPr>
              <a:defRPr lang="ja-JP"/>
            </a:defPPr>
          </a:lstStyle>
          <a:p>
            <a:pPr rtl="0"/>
            <a:r>
              <a:rPr lang="en-US" altLang="ja-JP" sz="2000" dirty="0"/>
              <a:t>WAN</a:t>
            </a:r>
          </a:p>
          <a:p>
            <a:pPr rtl="0"/>
            <a:r>
              <a:rPr lang="en-US" altLang="ja-JP" sz="1500" dirty="0"/>
              <a:t>WAN</a:t>
            </a:r>
            <a:r>
              <a:rPr lang="ja-JP" altLang="en-US" sz="1500" dirty="0"/>
              <a:t>は</a:t>
            </a:r>
            <a:r>
              <a:rPr lang="en-US" altLang="ja-JP" sz="1500" dirty="0"/>
              <a:t>LAN</a:t>
            </a:r>
            <a:r>
              <a:rPr lang="ja-JP" altLang="en-US" sz="1500" dirty="0"/>
              <a:t>と</a:t>
            </a:r>
            <a:r>
              <a:rPr lang="en-US" altLang="ja-JP" sz="1500" dirty="0"/>
              <a:t>LAN</a:t>
            </a:r>
            <a:r>
              <a:rPr lang="ja-JP" altLang="en-US" sz="1500" dirty="0"/>
              <a:t>を繋ぐものです。</a:t>
            </a:r>
            <a:endParaRPr lang="en-US" altLang="ja-JP" sz="1500" dirty="0"/>
          </a:p>
          <a:p>
            <a:pPr rtl="0"/>
            <a:r>
              <a:rPr lang="en-US" altLang="ja-JP" sz="1500" dirty="0"/>
              <a:t>WAN</a:t>
            </a:r>
            <a:r>
              <a:rPr lang="ja-JP" altLang="en-US" sz="1500" dirty="0"/>
              <a:t>からみると各</a:t>
            </a:r>
            <a:r>
              <a:rPr lang="en-US" altLang="ja-JP" sz="1500" dirty="0"/>
              <a:t>LAN</a:t>
            </a:r>
            <a:r>
              <a:rPr lang="ja-JP" altLang="en-US" sz="1500" dirty="0"/>
              <a:t>内の様子が分かりません。</a:t>
            </a:r>
            <a:endParaRPr lang="en-US" altLang="ja-JP" sz="1500" dirty="0"/>
          </a:p>
          <a:p>
            <a:pPr rtl="0"/>
            <a:r>
              <a:rPr lang="ja-JP" altLang="en-US" sz="1500" dirty="0"/>
              <a:t>知らない他人の家がどのような家族構成で、各部屋をどのように使用しているか分からないと思います。</a:t>
            </a:r>
            <a:endParaRPr lang="en-US" altLang="ja-JP" sz="1500" dirty="0">
              <a:solidFill>
                <a:srgbClr val="FF0000"/>
              </a:solidFill>
            </a:endParaRPr>
          </a:p>
        </p:txBody>
      </p:sp>
    </p:spTree>
    <p:extLst>
      <p:ext uri="{BB962C8B-B14F-4D97-AF65-F5344CB8AC3E}">
        <p14:creationId xmlns:p14="http://schemas.microsoft.com/office/powerpoint/2010/main" val="22719053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9FD07-E69C-E4C1-0302-C3ED20412037}"/>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08FD92B7-2AD0-AB9A-DDDB-173E77471E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40963" y="3358333"/>
            <a:ext cx="3726610" cy="1928812"/>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7143EABD-03A1-E5E5-684A-E9B5910ACF9D}"/>
              </a:ext>
            </a:extLst>
          </p:cNvPr>
          <p:cNvSpPr>
            <a:spLocks noGrp="1"/>
          </p:cNvSpPr>
          <p:nvPr>
            <p:ph type="title"/>
          </p:nvPr>
        </p:nvSpPr>
        <p:spPr>
          <a:xfrm>
            <a:off x="6318885" y="3499667"/>
            <a:ext cx="4626206" cy="2542810"/>
          </a:xfrm>
        </p:spPr>
        <p:txBody>
          <a:bodyPr rtlCol="0"/>
          <a:lstStyle>
            <a:defPPr>
              <a:defRPr lang="ja-JP"/>
            </a:defPPr>
          </a:lstStyle>
          <a:p>
            <a:pPr rtl="0">
              <a:lnSpc>
                <a:spcPct val="100000"/>
              </a:lnSpc>
            </a:pPr>
            <a:r>
              <a:rPr lang="en-US" altLang="ja-JP" dirty="0"/>
              <a:t>IP</a:t>
            </a:r>
            <a:r>
              <a:rPr lang="ja-JP" altLang="en-US" dirty="0"/>
              <a:t>アドレスと</a:t>
            </a:r>
            <a:br>
              <a:rPr lang="en-US" altLang="ja-JP" dirty="0"/>
            </a:br>
            <a:r>
              <a:rPr lang="en-US" altLang="ja-JP" dirty="0"/>
              <a:t>MAC</a:t>
            </a:r>
            <a:r>
              <a:rPr lang="ja-JP" altLang="en-US" dirty="0"/>
              <a:t>アドレス</a:t>
            </a:r>
            <a:endParaRPr lang="ja-JP" dirty="0"/>
          </a:p>
        </p:txBody>
      </p:sp>
      <p:sp>
        <p:nvSpPr>
          <p:cNvPr id="4" name="コンテンツ プレースホルダー 3">
            <a:extLst>
              <a:ext uri="{FF2B5EF4-FFF2-40B4-BE49-F238E27FC236}">
                <a16:creationId xmlns:a16="http://schemas.microsoft.com/office/drawing/2014/main" id="{CD67562E-050A-A209-BB37-AB47AB581A65}"/>
              </a:ext>
            </a:extLst>
          </p:cNvPr>
          <p:cNvSpPr>
            <a:spLocks noGrp="1"/>
          </p:cNvSpPr>
          <p:nvPr>
            <p:ph sz="quarter" idx="14"/>
          </p:nvPr>
        </p:nvSpPr>
        <p:spPr>
          <a:xfrm>
            <a:off x="603885" y="457201"/>
            <a:ext cx="5198269" cy="2305050"/>
          </a:xfrm>
        </p:spPr>
        <p:txBody>
          <a:bodyPr rtlCol="0"/>
          <a:lstStyle>
            <a:defPPr>
              <a:defRPr lang="ja-JP"/>
            </a:defPPr>
          </a:lstStyle>
          <a:p>
            <a:pPr marL="0" indent="0" rtl="0">
              <a:buNone/>
            </a:pPr>
            <a:r>
              <a:rPr lang="en-US" altLang="ja-JP" sz="3200" dirty="0"/>
              <a:t>MAC</a:t>
            </a:r>
            <a:r>
              <a:rPr lang="ja-JP" altLang="en-US" sz="3200" dirty="0"/>
              <a:t>アドレス</a:t>
            </a:r>
            <a:endParaRPr lang="en-US" altLang="ja-JP" sz="3200" dirty="0"/>
          </a:p>
          <a:p>
            <a:pPr marL="0" indent="0" rtl="0">
              <a:buNone/>
            </a:pPr>
            <a:r>
              <a:rPr lang="en-US" altLang="ja-JP" dirty="0"/>
              <a:t>MAC</a:t>
            </a:r>
            <a:r>
              <a:rPr lang="ja-JP" altLang="en-US" dirty="0"/>
              <a:t>アドレスは</a:t>
            </a:r>
            <a:r>
              <a:rPr lang="en-US" altLang="ja-JP" dirty="0"/>
              <a:t>NIC</a:t>
            </a:r>
            <a:r>
              <a:rPr lang="ja-JP" altLang="en-US" dirty="0"/>
              <a:t>と呼ばれる機器に一意に割り振られる</a:t>
            </a:r>
            <a:r>
              <a:rPr lang="ja-JP" altLang="en-US" b="1" i="0" dirty="0">
                <a:solidFill>
                  <a:srgbClr val="001D35"/>
                </a:solidFill>
                <a:effectLst/>
                <a:latin typeface="Arial" panose="020B0604020202020204" pitchFamily="34" charset="0"/>
              </a:rPr>
              <a:t>識別番号</a:t>
            </a:r>
            <a:r>
              <a:rPr lang="ja-JP" altLang="en-US" dirty="0"/>
              <a:t>です。</a:t>
            </a:r>
            <a:endParaRPr lang="en-US" altLang="ja-JP" dirty="0"/>
          </a:p>
          <a:p>
            <a:pPr marL="0" indent="0" rtl="0">
              <a:buNone/>
            </a:pPr>
            <a:r>
              <a:rPr lang="ja-JP" altLang="en-US" dirty="0"/>
              <a:t>現実に例えるとマイナンバーのようなイメージです。</a:t>
            </a:r>
            <a:endParaRPr lang="en-US" altLang="ja-JP" dirty="0"/>
          </a:p>
        </p:txBody>
      </p:sp>
      <p:sp>
        <p:nvSpPr>
          <p:cNvPr id="3" name="コンテンツ プレースホルダー 2">
            <a:extLst>
              <a:ext uri="{FF2B5EF4-FFF2-40B4-BE49-F238E27FC236}">
                <a16:creationId xmlns:a16="http://schemas.microsoft.com/office/drawing/2014/main" id="{37146CD6-93CC-1D6C-FC32-55303FF47E66}"/>
              </a:ext>
            </a:extLst>
          </p:cNvPr>
          <p:cNvSpPr>
            <a:spLocks noGrp="1"/>
          </p:cNvSpPr>
          <p:nvPr>
            <p:ph sz="quarter" idx="15"/>
          </p:nvPr>
        </p:nvSpPr>
        <p:spPr>
          <a:xfrm>
            <a:off x="2151017" y="3429000"/>
            <a:ext cx="3641612" cy="2701109"/>
          </a:xfrm>
        </p:spPr>
        <p:txBody>
          <a:bodyPr rtlCol="0">
            <a:normAutofit/>
          </a:bodyPr>
          <a:lstStyle>
            <a:defPPr>
              <a:defRPr lang="ja-JP"/>
            </a:defPPr>
          </a:lstStyle>
          <a:p>
            <a:pPr rtl="0"/>
            <a:r>
              <a:rPr lang="en-US" altLang="ja-JP" dirty="0"/>
              <a:t>NIC(</a:t>
            </a:r>
            <a:r>
              <a:rPr lang="en-US" altLang="ja-JP" b="0" i="0" dirty="0">
                <a:solidFill>
                  <a:srgbClr val="0A0A0A"/>
                </a:solidFill>
                <a:effectLst/>
                <a:latin typeface="Arial" panose="020B0604020202020204" pitchFamily="34" charset="0"/>
              </a:rPr>
              <a:t>Network Interface Card</a:t>
            </a:r>
            <a:r>
              <a:rPr lang="en-US" altLang="ja-JP" dirty="0"/>
              <a:t>)</a:t>
            </a:r>
            <a:r>
              <a:rPr lang="ja-JP" altLang="en-US" dirty="0"/>
              <a:t>はネットワークインターフェースカードの略です。</a:t>
            </a:r>
            <a:endParaRPr lang="en-US" altLang="ja-JP" dirty="0"/>
          </a:p>
          <a:p>
            <a:pPr rtl="0"/>
            <a:r>
              <a:rPr lang="ja-JP" altLang="en-US" dirty="0"/>
              <a:t>分かりやすいのは</a:t>
            </a:r>
            <a:r>
              <a:rPr lang="en-US" altLang="ja-JP" dirty="0"/>
              <a:t>LAN</a:t>
            </a:r>
            <a:r>
              <a:rPr lang="ja-JP" altLang="en-US" dirty="0"/>
              <a:t>ケーブルを挿す所で、無線受信機器も</a:t>
            </a:r>
            <a:r>
              <a:rPr lang="en-US" altLang="ja-JP" dirty="0"/>
              <a:t>NIC</a:t>
            </a:r>
            <a:r>
              <a:rPr lang="ja-JP" altLang="en-US" dirty="0"/>
              <a:t>で仮想の</a:t>
            </a:r>
            <a:r>
              <a:rPr lang="en-US" altLang="ja-JP" dirty="0"/>
              <a:t>NIC</a:t>
            </a:r>
            <a:r>
              <a:rPr lang="ja-JP" altLang="en-US" dirty="0"/>
              <a:t>も存在して</a:t>
            </a:r>
            <a:r>
              <a:rPr lang="en-US" altLang="ja-JP" dirty="0"/>
              <a:t>1</a:t>
            </a:r>
            <a:r>
              <a:rPr lang="ja-JP" altLang="en-US" dirty="0"/>
              <a:t>台につき複数の</a:t>
            </a:r>
            <a:r>
              <a:rPr lang="en-US" altLang="ja-JP" dirty="0"/>
              <a:t>NIC</a:t>
            </a:r>
            <a:r>
              <a:rPr lang="ja-JP" altLang="en-US" dirty="0"/>
              <a:t>があることも多いです。</a:t>
            </a:r>
            <a:endParaRPr lang="ja-JP" dirty="0"/>
          </a:p>
        </p:txBody>
      </p:sp>
    </p:spTree>
    <p:extLst>
      <p:ext uri="{BB962C8B-B14F-4D97-AF65-F5344CB8AC3E}">
        <p14:creationId xmlns:p14="http://schemas.microsoft.com/office/powerpoint/2010/main" val="36868387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947B9-4E4B-8D50-5FB3-76AA61A8AB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AC87C63-0681-4905-33FD-E10FA5807976}"/>
              </a:ext>
            </a:extLst>
          </p:cNvPr>
          <p:cNvSpPr>
            <a:spLocks noGrp="1"/>
          </p:cNvSpPr>
          <p:nvPr>
            <p:ph type="title"/>
          </p:nvPr>
        </p:nvSpPr>
        <p:spPr>
          <a:xfrm>
            <a:off x="6318885" y="3499667"/>
            <a:ext cx="4626206" cy="2542810"/>
          </a:xfrm>
        </p:spPr>
        <p:txBody>
          <a:bodyPr rtlCol="0"/>
          <a:lstStyle>
            <a:defPPr>
              <a:defRPr lang="ja-JP"/>
            </a:defPPr>
          </a:lstStyle>
          <a:p>
            <a:pPr rtl="0">
              <a:lnSpc>
                <a:spcPct val="100000"/>
              </a:lnSpc>
            </a:pPr>
            <a:r>
              <a:rPr lang="en-US" altLang="ja-JP" dirty="0"/>
              <a:t>IP</a:t>
            </a:r>
            <a:r>
              <a:rPr lang="ja-JP" altLang="en-US" dirty="0"/>
              <a:t>アドレスと</a:t>
            </a:r>
            <a:br>
              <a:rPr lang="en-US" altLang="ja-JP" dirty="0"/>
            </a:br>
            <a:r>
              <a:rPr lang="en-US" altLang="ja-JP" dirty="0"/>
              <a:t>MAC</a:t>
            </a:r>
            <a:r>
              <a:rPr lang="ja-JP" altLang="en-US" dirty="0"/>
              <a:t>アドレス</a:t>
            </a:r>
            <a:endParaRPr lang="ja-JP" dirty="0"/>
          </a:p>
        </p:txBody>
      </p:sp>
      <p:sp>
        <p:nvSpPr>
          <p:cNvPr id="4" name="コンテンツ プレースホルダー 3">
            <a:extLst>
              <a:ext uri="{FF2B5EF4-FFF2-40B4-BE49-F238E27FC236}">
                <a16:creationId xmlns:a16="http://schemas.microsoft.com/office/drawing/2014/main" id="{D3FA3BC2-5741-D3A0-379A-8A6B09C83AA5}"/>
              </a:ext>
            </a:extLst>
          </p:cNvPr>
          <p:cNvSpPr>
            <a:spLocks noGrp="1"/>
          </p:cNvSpPr>
          <p:nvPr>
            <p:ph sz="quarter" idx="14"/>
          </p:nvPr>
        </p:nvSpPr>
        <p:spPr>
          <a:xfrm>
            <a:off x="603885" y="457200"/>
            <a:ext cx="5198269" cy="5124993"/>
          </a:xfrm>
        </p:spPr>
        <p:txBody>
          <a:bodyPr rtlCol="0"/>
          <a:lstStyle>
            <a:defPPr>
              <a:defRPr lang="ja-JP"/>
            </a:defPPr>
          </a:lstStyle>
          <a:p>
            <a:pPr marL="0" indent="0" rtl="0">
              <a:buNone/>
            </a:pPr>
            <a:r>
              <a:rPr lang="en-US" altLang="ja-JP" sz="3200" dirty="0"/>
              <a:t>IP</a:t>
            </a:r>
            <a:r>
              <a:rPr lang="ja-JP" altLang="en-US" sz="3200" dirty="0"/>
              <a:t>アドレス</a:t>
            </a:r>
            <a:endParaRPr lang="en-US" altLang="ja-JP" sz="3200" dirty="0"/>
          </a:p>
          <a:p>
            <a:pPr marL="0" indent="0" rtl="0">
              <a:buNone/>
            </a:pPr>
            <a:r>
              <a:rPr lang="en-US" altLang="ja-JP" dirty="0"/>
              <a:t>IP</a:t>
            </a:r>
            <a:r>
              <a:rPr lang="ja-JP" altLang="en-US" dirty="0"/>
              <a:t>アドレスはそのネットワーク内での</a:t>
            </a:r>
            <a:r>
              <a:rPr lang="en-US" altLang="ja-JP" dirty="0"/>
              <a:t>NIC</a:t>
            </a:r>
            <a:r>
              <a:rPr lang="ja-JP" altLang="en-US" dirty="0"/>
              <a:t>の場所を示す住所です。</a:t>
            </a:r>
            <a:endParaRPr lang="en-US" altLang="ja-JP" dirty="0"/>
          </a:p>
          <a:p>
            <a:pPr marL="0" indent="0" rtl="0">
              <a:buNone/>
            </a:pPr>
            <a:r>
              <a:rPr lang="en-US" altLang="ja-JP" dirty="0"/>
              <a:t>IP</a:t>
            </a:r>
            <a:r>
              <a:rPr lang="ja-JP" altLang="en-US" dirty="0"/>
              <a:t>アドレスは</a:t>
            </a:r>
            <a:r>
              <a:rPr lang="en-US" altLang="ja-JP" dirty="0"/>
              <a:t>LAN</a:t>
            </a:r>
            <a:r>
              <a:rPr lang="ja-JP" altLang="en-US" dirty="0"/>
              <a:t>内で使用するのものと</a:t>
            </a:r>
            <a:r>
              <a:rPr lang="en-US" altLang="ja-JP" dirty="0"/>
              <a:t>WAN</a:t>
            </a:r>
            <a:r>
              <a:rPr lang="ja-JP" altLang="en-US" dirty="0"/>
              <a:t>で使用する</a:t>
            </a:r>
            <a:r>
              <a:rPr lang="en-US" altLang="ja-JP" dirty="0"/>
              <a:t>IP</a:t>
            </a:r>
            <a:r>
              <a:rPr lang="ja-JP" altLang="en-US" dirty="0"/>
              <a:t>アドレスが存在しそれぞれ下記のように呼ばれます。</a:t>
            </a:r>
            <a:endParaRPr lang="en-US" altLang="ja-JP" dirty="0"/>
          </a:p>
          <a:p>
            <a:pPr marL="0" indent="0" rtl="0">
              <a:buNone/>
            </a:pPr>
            <a:r>
              <a:rPr lang="en-US" altLang="ja-JP" dirty="0"/>
              <a:t>LAN=</a:t>
            </a:r>
            <a:r>
              <a:rPr lang="ja-JP" altLang="en-US" dirty="0"/>
              <a:t>ローカル</a:t>
            </a:r>
            <a:r>
              <a:rPr lang="en-US" altLang="ja-JP" dirty="0"/>
              <a:t>IP</a:t>
            </a:r>
            <a:r>
              <a:rPr lang="ja-JP" altLang="en-US" dirty="0"/>
              <a:t>アドレス</a:t>
            </a:r>
            <a:endParaRPr lang="en-US" altLang="ja-JP" dirty="0"/>
          </a:p>
          <a:p>
            <a:pPr marL="0" indent="0" rtl="0">
              <a:buNone/>
            </a:pPr>
            <a:r>
              <a:rPr lang="en-US" altLang="ja-JP" dirty="0"/>
              <a:t>WAN=</a:t>
            </a:r>
            <a:r>
              <a:rPr lang="ja-JP" altLang="en-US" dirty="0"/>
              <a:t>グローバル</a:t>
            </a:r>
            <a:r>
              <a:rPr lang="en-US" altLang="ja-JP" dirty="0"/>
              <a:t>IP</a:t>
            </a:r>
            <a:r>
              <a:rPr lang="ja-JP" altLang="en-US" dirty="0"/>
              <a:t>アドレス</a:t>
            </a:r>
            <a:endParaRPr lang="en-US" altLang="ja-JP" dirty="0"/>
          </a:p>
          <a:p>
            <a:pPr marL="0" indent="0" rtl="0">
              <a:buNone/>
            </a:pPr>
            <a:r>
              <a:rPr lang="ja-JP" altLang="en-US" dirty="0"/>
              <a:t>例えるならネットワークの住所のようなもので別のネットワークへ引っ越し</a:t>
            </a:r>
            <a:r>
              <a:rPr lang="en-US" altLang="ja-JP" dirty="0"/>
              <a:t>(</a:t>
            </a:r>
            <a:r>
              <a:rPr lang="ja-JP" altLang="en-US" dirty="0"/>
              <a:t>違うネットワークに移動</a:t>
            </a:r>
            <a:r>
              <a:rPr lang="en-US" altLang="ja-JP" dirty="0"/>
              <a:t>)</a:t>
            </a:r>
            <a:r>
              <a:rPr lang="ja-JP" altLang="en-US" dirty="0"/>
              <a:t>をすれば、住所も変わります。</a:t>
            </a:r>
            <a:endParaRPr lang="en-US" altLang="ja-JP" dirty="0"/>
          </a:p>
        </p:txBody>
      </p:sp>
    </p:spTree>
    <p:extLst>
      <p:ext uri="{BB962C8B-B14F-4D97-AF65-F5344CB8AC3E}">
        <p14:creationId xmlns:p14="http://schemas.microsoft.com/office/powerpoint/2010/main" val="335323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4D5AA-39B3-140E-7955-ADC481FD3DE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286D20B-B8B8-C6CB-E04F-E0C54CB7B36F}"/>
              </a:ext>
            </a:extLst>
          </p:cNvPr>
          <p:cNvSpPr>
            <a:spLocks noGrp="1"/>
          </p:cNvSpPr>
          <p:nvPr>
            <p:ph type="title"/>
          </p:nvPr>
        </p:nvSpPr>
        <p:spPr>
          <a:xfrm>
            <a:off x="594360" y="278129"/>
            <a:ext cx="9778365" cy="1494596"/>
          </a:xfrm>
        </p:spPr>
        <p:txBody>
          <a:bodyPr rtlCol="0" anchor="b">
            <a:normAutofit/>
          </a:bodyPr>
          <a:lstStyle>
            <a:defPPr>
              <a:defRPr lang="ja-JP"/>
            </a:defPPr>
          </a:lstStyle>
          <a:p>
            <a:pPr rtl="0"/>
            <a:r>
              <a:rPr lang="ja-JP" altLang="en-US" dirty="0"/>
              <a:t>グローバル</a:t>
            </a:r>
            <a:r>
              <a:rPr lang="en-US" altLang="ja-JP" dirty="0"/>
              <a:t>IP</a:t>
            </a:r>
            <a:r>
              <a:rPr lang="ja-JP" altLang="en-US" dirty="0"/>
              <a:t>アドレスと</a:t>
            </a:r>
            <a:br>
              <a:rPr lang="en-US" altLang="ja-JP" dirty="0"/>
            </a:br>
            <a:r>
              <a:rPr lang="ja-JP" altLang="en-US" dirty="0"/>
              <a:t>ローカル</a:t>
            </a:r>
            <a:r>
              <a:rPr lang="en-US" altLang="ja-JP" dirty="0"/>
              <a:t>IP</a:t>
            </a:r>
            <a:r>
              <a:rPr lang="ja-JP" altLang="en-US" dirty="0"/>
              <a:t>アドレス</a:t>
            </a:r>
            <a:endParaRPr lang="ja-JP" dirty="0"/>
          </a:p>
        </p:txBody>
      </p:sp>
      <p:pic>
        <p:nvPicPr>
          <p:cNvPr id="5" name="図プレースホルダー 52">
            <a:extLst>
              <a:ext uri="{FF2B5EF4-FFF2-40B4-BE49-F238E27FC236}">
                <a16:creationId xmlns:a16="http://schemas.microsoft.com/office/drawing/2014/main" id="{87AB563E-E2A1-D709-0243-8DA81D4E7B28}"/>
              </a:ext>
            </a:extLst>
          </p:cNvPr>
          <p:cNvPicPr>
            <a:picLocks noGrp="1" noChangeAspect="1"/>
          </p:cNvPicPr>
          <p:nvPr>
            <p:ph sz="quarter" idx="15"/>
          </p:nvPr>
        </p:nvPicPr>
        <p:blipFill>
          <a:blip r:embed="rId3">
            <a:extLst>
              <a:ext uri="{28A0092B-C50C-407E-A947-70E740481C1C}">
                <a14:useLocalDpi xmlns:a14="http://schemas.microsoft.com/office/drawing/2010/main" val="0"/>
              </a:ext>
            </a:extLst>
          </a:blip>
          <a:srcRect l="3089" r="3089"/>
          <a:stretch/>
        </p:blipFill>
        <p:spPr>
          <a:xfrm>
            <a:off x="594359" y="2676525"/>
            <a:ext cx="6175895" cy="3597470"/>
          </a:xfrm>
          <a:noFill/>
        </p:spPr>
      </p:pic>
      <p:sp>
        <p:nvSpPr>
          <p:cNvPr id="3" name="コンテンツ プレースホルダー 2">
            <a:extLst>
              <a:ext uri="{FF2B5EF4-FFF2-40B4-BE49-F238E27FC236}">
                <a16:creationId xmlns:a16="http://schemas.microsoft.com/office/drawing/2014/main" id="{54485AFF-2316-826B-7935-B2B764D29D65}"/>
              </a:ext>
            </a:extLst>
          </p:cNvPr>
          <p:cNvSpPr>
            <a:spLocks noGrp="1"/>
          </p:cNvSpPr>
          <p:nvPr>
            <p:ph sz="quarter" idx="16"/>
          </p:nvPr>
        </p:nvSpPr>
        <p:spPr>
          <a:xfrm>
            <a:off x="7065818" y="2676525"/>
            <a:ext cx="3306907" cy="3597470"/>
          </a:xfrm>
        </p:spPr>
        <p:txBody>
          <a:bodyPr rtlCol="0">
            <a:normAutofit/>
          </a:bodyPr>
          <a:lstStyle>
            <a:defPPr>
              <a:defRPr lang="ja-JP"/>
            </a:defPPr>
          </a:lstStyle>
          <a:p>
            <a:pPr rtl="0"/>
            <a:r>
              <a:rPr lang="ja-JP" altLang="en-US" dirty="0"/>
              <a:t>ローカル</a:t>
            </a:r>
            <a:r>
              <a:rPr lang="en-US" altLang="ja-JP" dirty="0"/>
              <a:t>IP</a:t>
            </a:r>
            <a:r>
              <a:rPr lang="ja-JP" altLang="en-US" dirty="0"/>
              <a:t>アドレス</a:t>
            </a:r>
            <a:endParaRPr lang="en-US" altLang="ja-JP" dirty="0"/>
          </a:p>
          <a:p>
            <a:pPr rtl="0"/>
            <a:r>
              <a:rPr lang="ja-JP" altLang="en-US" dirty="0"/>
              <a:t>ローカル</a:t>
            </a:r>
            <a:r>
              <a:rPr lang="en-US" altLang="ja-JP" dirty="0"/>
              <a:t>IP</a:t>
            </a:r>
            <a:r>
              <a:rPr lang="ja-JP" altLang="en-US" dirty="0"/>
              <a:t>アドレスは</a:t>
            </a:r>
            <a:r>
              <a:rPr lang="en-US" altLang="ja-JP" dirty="0"/>
              <a:t>LAN</a:t>
            </a:r>
            <a:r>
              <a:rPr lang="ja-JP" altLang="en-US" dirty="0"/>
              <a:t>内でのみ有効な</a:t>
            </a:r>
            <a:r>
              <a:rPr lang="en-US" altLang="ja-JP" dirty="0"/>
              <a:t>IP</a:t>
            </a:r>
            <a:r>
              <a:rPr lang="ja-JP" altLang="en-US" dirty="0"/>
              <a:t>アドレスです。</a:t>
            </a:r>
            <a:br>
              <a:rPr lang="en-US" altLang="ja-JP" dirty="0"/>
            </a:br>
            <a:r>
              <a:rPr lang="ja-JP" altLang="en-US" dirty="0"/>
              <a:t>開発分野の方はローカルスコープのようなイメージです。</a:t>
            </a:r>
            <a:endParaRPr lang="en-US" altLang="ja-JP" dirty="0"/>
          </a:p>
          <a:p>
            <a:pPr rtl="0"/>
            <a:r>
              <a:rPr lang="en-US" altLang="ja-JP" dirty="0"/>
              <a:t>LAN</a:t>
            </a:r>
            <a:r>
              <a:rPr lang="ja-JP" altLang="en-US" dirty="0"/>
              <a:t>内で一意であれば問題ないので他の</a:t>
            </a:r>
            <a:r>
              <a:rPr lang="en-US" altLang="ja-JP" dirty="0"/>
              <a:t>LAN</a:t>
            </a:r>
            <a:r>
              <a:rPr lang="ja-JP" altLang="en-US" dirty="0"/>
              <a:t>の</a:t>
            </a:r>
            <a:r>
              <a:rPr lang="en-US" altLang="ja-JP" dirty="0"/>
              <a:t>IP</a:t>
            </a:r>
            <a:r>
              <a:rPr lang="ja-JP" altLang="en-US" dirty="0"/>
              <a:t>アドレスと被っても問題ありません。</a:t>
            </a:r>
            <a:endParaRPr lang="en-US" altLang="ja-JP" dirty="0"/>
          </a:p>
          <a:p>
            <a:pPr rtl="0"/>
            <a:r>
              <a:rPr lang="ja-JP" altLang="en-US" dirty="0"/>
              <a:t>イメージとしては各家の部屋名です。</a:t>
            </a:r>
            <a:endParaRPr lang="en-US" altLang="ja-JP" dirty="0"/>
          </a:p>
        </p:txBody>
      </p:sp>
    </p:spTree>
    <p:extLst>
      <p:ext uri="{BB962C8B-B14F-4D97-AF65-F5344CB8AC3E}">
        <p14:creationId xmlns:p14="http://schemas.microsoft.com/office/powerpoint/2010/main" val="11211214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AFAEE-231F-A129-5D8B-47E0BFAB0B4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D4137B9-9EF1-B175-B926-512D9867340E}"/>
              </a:ext>
            </a:extLst>
          </p:cNvPr>
          <p:cNvSpPr>
            <a:spLocks noGrp="1"/>
          </p:cNvSpPr>
          <p:nvPr>
            <p:ph type="title"/>
          </p:nvPr>
        </p:nvSpPr>
        <p:spPr>
          <a:xfrm>
            <a:off x="594360" y="278129"/>
            <a:ext cx="9778365" cy="1494596"/>
          </a:xfrm>
        </p:spPr>
        <p:txBody>
          <a:bodyPr rtlCol="0" anchor="b">
            <a:normAutofit/>
          </a:bodyPr>
          <a:lstStyle>
            <a:defPPr>
              <a:defRPr lang="ja-JP"/>
            </a:defPPr>
          </a:lstStyle>
          <a:p>
            <a:pPr rtl="0"/>
            <a:r>
              <a:rPr lang="ja-JP" altLang="en-US" dirty="0"/>
              <a:t>グローバル</a:t>
            </a:r>
            <a:r>
              <a:rPr lang="en-US" altLang="ja-JP" dirty="0"/>
              <a:t>IP</a:t>
            </a:r>
            <a:r>
              <a:rPr lang="ja-JP" altLang="en-US" dirty="0"/>
              <a:t>アドレスと</a:t>
            </a:r>
            <a:br>
              <a:rPr lang="en-US" altLang="ja-JP" dirty="0"/>
            </a:br>
            <a:r>
              <a:rPr lang="ja-JP" altLang="en-US" dirty="0"/>
              <a:t>ローカル</a:t>
            </a:r>
            <a:r>
              <a:rPr lang="en-US" altLang="ja-JP" dirty="0"/>
              <a:t>IP</a:t>
            </a:r>
            <a:r>
              <a:rPr lang="ja-JP" altLang="en-US" dirty="0"/>
              <a:t>アドレス</a:t>
            </a:r>
            <a:endParaRPr lang="ja-JP" dirty="0"/>
          </a:p>
        </p:txBody>
      </p:sp>
      <p:pic>
        <p:nvPicPr>
          <p:cNvPr id="5" name="図プレースホルダー 52">
            <a:extLst>
              <a:ext uri="{FF2B5EF4-FFF2-40B4-BE49-F238E27FC236}">
                <a16:creationId xmlns:a16="http://schemas.microsoft.com/office/drawing/2014/main" id="{0234AFC7-4A48-BA68-9240-558AFE156714}"/>
              </a:ext>
            </a:extLst>
          </p:cNvPr>
          <p:cNvPicPr>
            <a:picLocks noGrp="1" noChangeAspect="1"/>
          </p:cNvPicPr>
          <p:nvPr>
            <p:ph sz="quarter" idx="15"/>
          </p:nvPr>
        </p:nvPicPr>
        <p:blipFill>
          <a:blip r:embed="rId3">
            <a:extLst>
              <a:ext uri="{28A0092B-C50C-407E-A947-70E740481C1C}">
                <a14:useLocalDpi xmlns:a14="http://schemas.microsoft.com/office/drawing/2010/main" val="0"/>
              </a:ext>
            </a:extLst>
          </a:blip>
          <a:srcRect l="3089" r="3089"/>
          <a:stretch/>
        </p:blipFill>
        <p:spPr>
          <a:xfrm>
            <a:off x="594359" y="2676525"/>
            <a:ext cx="6175895" cy="3597470"/>
          </a:xfrm>
          <a:noFill/>
        </p:spPr>
      </p:pic>
      <p:sp>
        <p:nvSpPr>
          <p:cNvPr id="3" name="コンテンツ プレースホルダー 2">
            <a:extLst>
              <a:ext uri="{FF2B5EF4-FFF2-40B4-BE49-F238E27FC236}">
                <a16:creationId xmlns:a16="http://schemas.microsoft.com/office/drawing/2014/main" id="{5B7DB574-F142-5A78-1D2F-B83A6E7A9298}"/>
              </a:ext>
            </a:extLst>
          </p:cNvPr>
          <p:cNvSpPr>
            <a:spLocks noGrp="1"/>
          </p:cNvSpPr>
          <p:nvPr>
            <p:ph sz="quarter" idx="16"/>
          </p:nvPr>
        </p:nvSpPr>
        <p:spPr>
          <a:xfrm>
            <a:off x="7065818" y="2676525"/>
            <a:ext cx="3306907" cy="3597470"/>
          </a:xfrm>
        </p:spPr>
        <p:txBody>
          <a:bodyPr rtlCol="0">
            <a:normAutofit/>
          </a:bodyPr>
          <a:lstStyle>
            <a:defPPr>
              <a:defRPr lang="ja-JP"/>
            </a:defPPr>
          </a:lstStyle>
          <a:p>
            <a:pPr rtl="0"/>
            <a:r>
              <a:rPr lang="ja-JP" altLang="en-US" dirty="0"/>
              <a:t>グローバル</a:t>
            </a:r>
            <a:r>
              <a:rPr lang="en-US" altLang="ja-JP" dirty="0"/>
              <a:t>IP</a:t>
            </a:r>
            <a:r>
              <a:rPr lang="ja-JP" altLang="en-US" dirty="0"/>
              <a:t>アドレス</a:t>
            </a:r>
            <a:endParaRPr lang="en-US" altLang="ja-JP" dirty="0"/>
          </a:p>
          <a:p>
            <a:pPr rtl="0"/>
            <a:r>
              <a:rPr lang="ja-JP" altLang="en-US" dirty="0"/>
              <a:t>グローバル</a:t>
            </a:r>
            <a:r>
              <a:rPr lang="en-US" altLang="ja-JP" dirty="0"/>
              <a:t>IP</a:t>
            </a:r>
            <a:r>
              <a:rPr lang="ja-JP" altLang="en-US" dirty="0"/>
              <a:t>アドレスはインターネット全体で一意の</a:t>
            </a:r>
            <a:r>
              <a:rPr lang="en-US" altLang="ja-JP" dirty="0"/>
              <a:t>IP</a:t>
            </a:r>
            <a:r>
              <a:rPr lang="ja-JP" altLang="en-US" dirty="0"/>
              <a:t>アドレスです。</a:t>
            </a:r>
            <a:endParaRPr lang="en-US" altLang="ja-JP" dirty="0"/>
          </a:p>
          <a:p>
            <a:pPr rtl="0"/>
            <a:r>
              <a:rPr lang="ja-JP" altLang="en-US" dirty="0"/>
              <a:t>こちらは、インターネット全体で一意の</a:t>
            </a:r>
            <a:r>
              <a:rPr lang="en-US" altLang="ja-JP" dirty="0"/>
              <a:t>IP</a:t>
            </a:r>
            <a:r>
              <a:rPr lang="ja-JP" altLang="en-US" dirty="0"/>
              <a:t>アドレスなので被ってしまうと問題が発生します。</a:t>
            </a:r>
            <a:endParaRPr lang="en-US" altLang="ja-JP" dirty="0"/>
          </a:p>
          <a:p>
            <a:pPr rtl="0"/>
            <a:r>
              <a:rPr lang="ja-JP" altLang="en-US" dirty="0"/>
              <a:t>こちらは住所自体だと思ってください。</a:t>
            </a:r>
            <a:endParaRPr lang="en-US" altLang="ja-JP" dirty="0"/>
          </a:p>
          <a:p>
            <a:pPr rtl="0"/>
            <a:endParaRPr lang="en-US" altLang="ja-JP" dirty="0"/>
          </a:p>
        </p:txBody>
      </p:sp>
    </p:spTree>
    <p:extLst>
      <p:ext uri="{BB962C8B-B14F-4D97-AF65-F5344CB8AC3E}">
        <p14:creationId xmlns:p14="http://schemas.microsoft.com/office/powerpoint/2010/main" val="15126834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B7674-B4AE-46CA-2EED-6F92610101B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3E0A923-A6FD-8DD3-2ADC-91B872F757F2}"/>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en-US" altLang="ja-JP" dirty="0"/>
              <a:t>DHCP</a:t>
            </a:r>
            <a:r>
              <a:rPr lang="ja-JP" altLang="en-US" dirty="0"/>
              <a:t>と</a:t>
            </a:r>
            <a:r>
              <a:rPr lang="en-US" altLang="ja-JP" dirty="0"/>
              <a:t>DNS</a:t>
            </a:r>
            <a:endParaRPr lang="ja-JP" dirty="0"/>
          </a:p>
        </p:txBody>
      </p:sp>
      <p:sp>
        <p:nvSpPr>
          <p:cNvPr id="3" name="コンテンツ プレースホルダー 2">
            <a:extLst>
              <a:ext uri="{FF2B5EF4-FFF2-40B4-BE49-F238E27FC236}">
                <a16:creationId xmlns:a16="http://schemas.microsoft.com/office/drawing/2014/main" id="{E1BAAB51-0173-9335-9A45-42F0D91EDCBA}"/>
              </a:ext>
            </a:extLst>
          </p:cNvPr>
          <p:cNvSpPr>
            <a:spLocks noGrp="1"/>
          </p:cNvSpPr>
          <p:nvPr>
            <p:ph sz="quarter" idx="14"/>
          </p:nvPr>
        </p:nvSpPr>
        <p:spPr>
          <a:xfrm>
            <a:off x="603885" y="584005"/>
            <a:ext cx="2825115" cy="4771766"/>
          </a:xfrm>
        </p:spPr>
        <p:txBody>
          <a:bodyPr rtlCol="0">
            <a:normAutofit/>
          </a:bodyPr>
          <a:lstStyle>
            <a:defPPr>
              <a:defRPr lang="ja-JP"/>
            </a:defPPr>
          </a:lstStyle>
          <a:p>
            <a:pPr rtl="0"/>
            <a:r>
              <a:rPr lang="en-US" altLang="ja-JP" sz="2400" b="1" dirty="0"/>
              <a:t>DHCP</a:t>
            </a:r>
          </a:p>
          <a:p>
            <a:pPr rtl="0"/>
            <a:r>
              <a:rPr lang="en-US" altLang="ja-JP" dirty="0"/>
              <a:t>DHCP(</a:t>
            </a:r>
            <a:r>
              <a:rPr lang="en-US" altLang="ja-JP" b="0" i="0" dirty="0">
                <a:solidFill>
                  <a:srgbClr val="0A0A0A"/>
                </a:solidFill>
                <a:effectLst/>
                <a:latin typeface="Arial" panose="020B0604020202020204" pitchFamily="34" charset="0"/>
              </a:rPr>
              <a:t>Dynamic Host Configuration Protocol</a:t>
            </a:r>
            <a:r>
              <a:rPr lang="en-US" altLang="ja-JP" dirty="0"/>
              <a:t>)</a:t>
            </a:r>
            <a:r>
              <a:rPr lang="ja-JP" altLang="en-US" dirty="0"/>
              <a:t>は自動で</a:t>
            </a:r>
            <a:r>
              <a:rPr lang="en-US" altLang="ja-JP" dirty="0"/>
              <a:t>IP</a:t>
            </a:r>
            <a:r>
              <a:rPr lang="ja-JP" altLang="en-US" dirty="0"/>
              <a:t>を割り振ってくれる仕組みです。</a:t>
            </a:r>
            <a:br>
              <a:rPr lang="en-US" altLang="ja-JP" dirty="0"/>
            </a:br>
            <a:br>
              <a:rPr lang="en-US" altLang="ja-JP" dirty="0"/>
            </a:br>
            <a:r>
              <a:rPr lang="en-US" altLang="ja-JP" dirty="0"/>
              <a:t>IP</a:t>
            </a:r>
            <a:r>
              <a:rPr lang="ja-JP" altLang="en-US" dirty="0"/>
              <a:t>アドレスを持っていないとネットに繋ぐことはできませんが、皆さんがネットに繋ぐときに</a:t>
            </a:r>
            <a:r>
              <a:rPr lang="en-US" altLang="ja-JP" dirty="0"/>
              <a:t>IP</a:t>
            </a:r>
            <a:r>
              <a:rPr lang="ja-JP" altLang="en-US" dirty="0"/>
              <a:t>アドレスを設定する事はほとんどないと思います。</a:t>
            </a:r>
            <a:endParaRPr lang="en-US" altLang="ja-JP" dirty="0"/>
          </a:p>
          <a:p>
            <a:pPr rtl="0"/>
            <a:r>
              <a:rPr lang="ja-JP" altLang="en-US" dirty="0"/>
              <a:t>それでもネットに接続できているのは</a:t>
            </a:r>
            <a:r>
              <a:rPr lang="en-US" altLang="ja-JP" dirty="0"/>
              <a:t>DHCP</a:t>
            </a:r>
            <a:r>
              <a:rPr lang="ja-JP" altLang="en-US" dirty="0"/>
              <a:t>が</a:t>
            </a:r>
            <a:r>
              <a:rPr lang="en-US" altLang="ja-JP" dirty="0"/>
              <a:t>IP</a:t>
            </a:r>
            <a:r>
              <a:rPr lang="ja-JP" altLang="en-US" dirty="0"/>
              <a:t>を割り振ってくれるからです。</a:t>
            </a:r>
            <a:endParaRPr lang="ja-JP" dirty="0"/>
          </a:p>
        </p:txBody>
      </p:sp>
      <p:pic>
        <p:nvPicPr>
          <p:cNvPr id="5" name="図プレースホルダー 52">
            <a:extLst>
              <a:ext uri="{FF2B5EF4-FFF2-40B4-BE49-F238E27FC236}">
                <a16:creationId xmlns:a16="http://schemas.microsoft.com/office/drawing/2014/main" id="{B5E07093-5554-815E-2B0F-9E6286EE9CC2}"/>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4729400" y="815523"/>
            <a:ext cx="5809772" cy="3767542"/>
          </a:xfrm>
          <a:noFill/>
        </p:spPr>
      </p:pic>
    </p:spTree>
    <p:extLst>
      <p:ext uri="{BB962C8B-B14F-4D97-AF65-F5344CB8AC3E}">
        <p14:creationId xmlns:p14="http://schemas.microsoft.com/office/powerpoint/2010/main" val="14330383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0DC5C-6899-8408-ECA7-D54C48961C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9056B9-6031-9127-8CD2-1F4FC71D990B}"/>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en-US" altLang="ja-JP" dirty="0"/>
              <a:t>DHCP</a:t>
            </a:r>
            <a:r>
              <a:rPr lang="ja-JP" altLang="en-US" dirty="0"/>
              <a:t>と</a:t>
            </a:r>
            <a:r>
              <a:rPr lang="en-US" altLang="ja-JP" dirty="0"/>
              <a:t>DNS</a:t>
            </a:r>
            <a:endParaRPr lang="ja-JP" dirty="0"/>
          </a:p>
        </p:txBody>
      </p:sp>
      <p:sp>
        <p:nvSpPr>
          <p:cNvPr id="3" name="コンテンツ プレースホルダー 2">
            <a:extLst>
              <a:ext uri="{FF2B5EF4-FFF2-40B4-BE49-F238E27FC236}">
                <a16:creationId xmlns:a16="http://schemas.microsoft.com/office/drawing/2014/main" id="{E1D0335B-6323-619D-76AE-F95676542975}"/>
              </a:ext>
            </a:extLst>
          </p:cNvPr>
          <p:cNvSpPr>
            <a:spLocks noGrp="1"/>
          </p:cNvSpPr>
          <p:nvPr>
            <p:ph sz="quarter" idx="14"/>
          </p:nvPr>
        </p:nvSpPr>
        <p:spPr>
          <a:xfrm>
            <a:off x="603885" y="584005"/>
            <a:ext cx="2825115" cy="4771766"/>
          </a:xfrm>
        </p:spPr>
        <p:txBody>
          <a:bodyPr rtlCol="0">
            <a:normAutofit fontScale="92500" lnSpcReduction="10000"/>
          </a:bodyPr>
          <a:lstStyle>
            <a:defPPr>
              <a:defRPr lang="ja-JP"/>
            </a:defPPr>
          </a:lstStyle>
          <a:p>
            <a:pPr rtl="0"/>
            <a:r>
              <a:rPr lang="en-US" altLang="ja-JP" sz="2400" b="1" dirty="0"/>
              <a:t>DNS</a:t>
            </a:r>
          </a:p>
          <a:p>
            <a:pPr rtl="0"/>
            <a:r>
              <a:rPr lang="en-US" altLang="ja-JP" dirty="0"/>
              <a:t>DNS(</a:t>
            </a:r>
            <a:r>
              <a:rPr lang="en-US" altLang="ja-JP" b="0" i="0" dirty="0">
                <a:solidFill>
                  <a:srgbClr val="0A0A0A"/>
                </a:solidFill>
                <a:effectLst/>
                <a:latin typeface="Arial" panose="020B0604020202020204" pitchFamily="34" charset="0"/>
              </a:rPr>
              <a:t>Domain Name System</a:t>
            </a:r>
            <a:r>
              <a:rPr lang="en-US" altLang="ja-JP" dirty="0"/>
              <a:t>)</a:t>
            </a:r>
            <a:r>
              <a:rPr lang="ja-JP" altLang="en-US" dirty="0"/>
              <a:t>は</a:t>
            </a:r>
            <a:r>
              <a:rPr lang="en-US" altLang="ja-JP" dirty="0"/>
              <a:t>IP</a:t>
            </a:r>
            <a:r>
              <a:rPr lang="ja-JP" altLang="en-US" dirty="0"/>
              <a:t>に名前を付ける仕組みです。</a:t>
            </a:r>
            <a:br>
              <a:rPr lang="en-US" altLang="ja-JP" dirty="0"/>
            </a:br>
            <a:br>
              <a:rPr lang="en-US" altLang="ja-JP" dirty="0"/>
            </a:br>
            <a:r>
              <a:rPr lang="ja-JP" altLang="en-US" dirty="0"/>
              <a:t>簡単に言えば電話帳ですが、最近は電話番号でのやりとりはしなくなってきているので若い方はイメージがつきづらいかもしれません。</a:t>
            </a:r>
            <a:endParaRPr lang="en-US" altLang="ja-JP" dirty="0"/>
          </a:p>
          <a:p>
            <a:pPr rtl="0"/>
            <a:r>
              <a:rPr lang="en-US" altLang="ja-JP" dirty="0"/>
              <a:t>LINE</a:t>
            </a:r>
            <a:r>
              <a:rPr lang="ja-JP" altLang="en-US" dirty="0"/>
              <a:t>の表示がアカウント名ではなく</a:t>
            </a:r>
            <a:r>
              <a:rPr lang="en-US" altLang="ja-JP" dirty="0"/>
              <a:t>ID</a:t>
            </a:r>
            <a:r>
              <a:rPr lang="ja-JP" altLang="en-US" dirty="0"/>
              <a:t>だったとすると連絡を取りたい人のトークルームが分かりにくいと思います。</a:t>
            </a:r>
            <a:endParaRPr lang="en-US" altLang="ja-JP" dirty="0"/>
          </a:p>
          <a:p>
            <a:pPr rtl="0"/>
            <a:r>
              <a:rPr lang="en-US" altLang="ja-JP" dirty="0"/>
              <a:t>DNS</a:t>
            </a:r>
            <a:r>
              <a:rPr lang="ja-JP" altLang="en-US" dirty="0"/>
              <a:t>があれば非常にわかりやすくなります。</a:t>
            </a:r>
            <a:endParaRPr lang="en-US" altLang="ja-JP" dirty="0"/>
          </a:p>
        </p:txBody>
      </p:sp>
      <p:pic>
        <p:nvPicPr>
          <p:cNvPr id="5" name="図プレースホルダー 52">
            <a:extLst>
              <a:ext uri="{FF2B5EF4-FFF2-40B4-BE49-F238E27FC236}">
                <a16:creationId xmlns:a16="http://schemas.microsoft.com/office/drawing/2014/main" id="{7171C1FC-B58B-680B-CDE3-E1DF7B2A1B1D}"/>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4724638" y="1489166"/>
            <a:ext cx="5809772" cy="3009999"/>
          </a:xfrm>
          <a:noFill/>
        </p:spPr>
      </p:pic>
    </p:spTree>
    <p:extLst>
      <p:ext uri="{BB962C8B-B14F-4D97-AF65-F5344CB8AC3E}">
        <p14:creationId xmlns:p14="http://schemas.microsoft.com/office/powerpoint/2010/main" val="8348779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90153-19F9-8D88-B2C1-6C92226610A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260DC7-FB74-DC3F-DDA6-C28665E751A5}"/>
              </a:ext>
            </a:extLst>
          </p:cNvPr>
          <p:cNvSpPr>
            <a:spLocks noGrp="1"/>
          </p:cNvSpPr>
          <p:nvPr>
            <p:ph type="title"/>
          </p:nvPr>
        </p:nvSpPr>
        <p:spPr>
          <a:xfrm>
            <a:off x="594360" y="278129"/>
            <a:ext cx="9778365" cy="1494596"/>
          </a:xfrm>
        </p:spPr>
        <p:txBody>
          <a:bodyPr rtlCol="0" anchor="b">
            <a:normAutofit/>
          </a:bodyPr>
          <a:lstStyle>
            <a:defPPr>
              <a:defRPr lang="ja-JP"/>
            </a:defPPr>
          </a:lstStyle>
          <a:p>
            <a:pPr rtl="0"/>
            <a:r>
              <a:rPr lang="en-US" altLang="ja-JP" dirty="0"/>
              <a:t>OSI</a:t>
            </a:r>
            <a:r>
              <a:rPr lang="ja-JP" altLang="en-US" dirty="0"/>
              <a:t>参照モデルと</a:t>
            </a:r>
            <a:r>
              <a:rPr lang="en-US" altLang="ja-JP" dirty="0"/>
              <a:t>TCP/IP</a:t>
            </a:r>
            <a:r>
              <a:rPr lang="ja-JP" altLang="en-US" dirty="0"/>
              <a:t>モデル</a:t>
            </a:r>
            <a:endParaRPr lang="ja-JP" dirty="0"/>
          </a:p>
        </p:txBody>
      </p:sp>
      <p:pic>
        <p:nvPicPr>
          <p:cNvPr id="5" name="図プレースホルダー 52">
            <a:extLst>
              <a:ext uri="{FF2B5EF4-FFF2-40B4-BE49-F238E27FC236}">
                <a16:creationId xmlns:a16="http://schemas.microsoft.com/office/drawing/2014/main" id="{F12F4FE6-157B-463F-1160-502FE618F67F}"/>
              </a:ext>
            </a:extLst>
          </p:cNvPr>
          <p:cNvPicPr>
            <a:picLocks noGrp="1" noChangeAspect="1"/>
          </p:cNvPicPr>
          <p:nvPr>
            <p:ph sz="quarter" idx="15"/>
          </p:nvPr>
        </p:nvPicPr>
        <p:blipFill>
          <a:blip r:embed="rId3">
            <a:extLst>
              <a:ext uri="{28A0092B-C50C-407E-A947-70E740481C1C}">
                <a14:useLocalDpi xmlns:a14="http://schemas.microsoft.com/office/drawing/2010/main" val="0"/>
              </a:ext>
            </a:extLst>
          </a:blip>
          <a:srcRect l="620" r="620"/>
          <a:stretch/>
        </p:blipFill>
        <p:spPr>
          <a:xfrm>
            <a:off x="594359" y="2481943"/>
            <a:ext cx="6379096" cy="3792052"/>
          </a:xfrm>
          <a:noFill/>
        </p:spPr>
      </p:pic>
      <p:sp>
        <p:nvSpPr>
          <p:cNvPr id="3" name="コンテンツ プレースホルダー 2">
            <a:extLst>
              <a:ext uri="{FF2B5EF4-FFF2-40B4-BE49-F238E27FC236}">
                <a16:creationId xmlns:a16="http://schemas.microsoft.com/office/drawing/2014/main" id="{99C2F84E-FA6A-FABF-74CC-34AFD003F30C}"/>
              </a:ext>
            </a:extLst>
          </p:cNvPr>
          <p:cNvSpPr>
            <a:spLocks noGrp="1"/>
          </p:cNvSpPr>
          <p:nvPr>
            <p:ph sz="quarter" idx="16"/>
          </p:nvPr>
        </p:nvSpPr>
        <p:spPr>
          <a:xfrm>
            <a:off x="7065818" y="2481943"/>
            <a:ext cx="3306907" cy="3792052"/>
          </a:xfrm>
        </p:spPr>
        <p:txBody>
          <a:bodyPr rtlCol="0">
            <a:normAutofit/>
          </a:bodyPr>
          <a:lstStyle>
            <a:defPPr>
              <a:defRPr lang="ja-JP"/>
            </a:defPPr>
          </a:lstStyle>
          <a:p>
            <a:pPr rtl="0"/>
            <a:r>
              <a:rPr lang="en-US" altLang="ja-JP" dirty="0"/>
              <a:t>OSI</a:t>
            </a:r>
            <a:r>
              <a:rPr lang="ja-JP" altLang="en-US" dirty="0"/>
              <a:t>参照モデルと</a:t>
            </a:r>
            <a:r>
              <a:rPr lang="en-US" altLang="ja-JP" dirty="0"/>
              <a:t>TCP/IP</a:t>
            </a:r>
            <a:r>
              <a:rPr lang="ja-JP" altLang="en-US" dirty="0"/>
              <a:t>モデル</a:t>
            </a:r>
            <a:endParaRPr lang="en-US" altLang="ja-JP" dirty="0"/>
          </a:p>
          <a:p>
            <a:pPr rtl="0"/>
            <a:r>
              <a:rPr lang="ja-JP" altLang="en-US" sz="1800" dirty="0"/>
              <a:t>左図を見たことがある方は多いと思いますがネットワークを知る基本的なものなのでご案内します。</a:t>
            </a:r>
            <a:endParaRPr lang="en-US" altLang="ja-JP" sz="1800" dirty="0"/>
          </a:p>
          <a:p>
            <a:pPr rtl="0"/>
            <a:r>
              <a:rPr lang="ja-JP" altLang="en-US" sz="1800" dirty="0"/>
              <a:t>ネットワーク黎明期にネットワークの規格を合わせて様々な機器が相互通信できるようにする為に考えられました。</a:t>
            </a:r>
            <a:br>
              <a:rPr lang="en-US" altLang="ja-JP" sz="1800" dirty="0"/>
            </a:br>
            <a:br>
              <a:rPr lang="en-US" altLang="ja-JP" sz="1800" dirty="0"/>
            </a:br>
            <a:r>
              <a:rPr lang="ja-JP" altLang="en-US" sz="1800" dirty="0"/>
              <a:t>実際の規格は</a:t>
            </a:r>
            <a:r>
              <a:rPr lang="en-US" altLang="ja-JP" sz="1800" dirty="0"/>
              <a:t>TCP/IP</a:t>
            </a:r>
            <a:r>
              <a:rPr lang="ja-JP" altLang="en-US" sz="1800" dirty="0"/>
              <a:t>モデル側で設計されているそうですが、ネットワークの基本的な考えとしていまだに使われているそうです。</a:t>
            </a:r>
            <a:endParaRPr lang="en-US" altLang="ja-JP" sz="1800" dirty="0"/>
          </a:p>
        </p:txBody>
      </p:sp>
    </p:spTree>
    <p:extLst>
      <p:ext uri="{BB962C8B-B14F-4D97-AF65-F5344CB8AC3E}">
        <p14:creationId xmlns:p14="http://schemas.microsoft.com/office/powerpoint/2010/main" val="3570636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15AA1-31CB-B883-C4F4-7EA43C42E3B8}"/>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4DF15444-5896-5E18-12B7-C879DFAA9C87}"/>
              </a:ext>
            </a:extLst>
          </p:cNvPr>
          <p:cNvSpPr>
            <a:spLocks noGrp="1"/>
          </p:cNvSpPr>
          <p:nvPr>
            <p:ph type="ctrTitle"/>
          </p:nvPr>
        </p:nvSpPr>
        <p:spPr>
          <a:xfrm>
            <a:off x="5094514" y="1933303"/>
            <a:ext cx="6701790" cy="1770016"/>
          </a:xfrm>
        </p:spPr>
        <p:txBody>
          <a:bodyPr rtlCol="0"/>
          <a:lstStyle>
            <a:defPPr>
              <a:defRPr lang="ja-JP"/>
            </a:defPPr>
          </a:lstStyle>
          <a:p>
            <a:pPr algn="ctr" rtl="0"/>
            <a:br>
              <a:rPr lang="en-US" altLang="ja-JP" dirty="0"/>
            </a:br>
            <a:r>
              <a:rPr lang="ja-JP" altLang="en-US" dirty="0"/>
              <a:t>データの流れ</a:t>
            </a:r>
            <a:endParaRPr lang="ja-JP" dirty="0"/>
          </a:p>
        </p:txBody>
      </p:sp>
      <p:sp>
        <p:nvSpPr>
          <p:cNvPr id="3" name="テキスト プレースホルダー 2">
            <a:extLst>
              <a:ext uri="{FF2B5EF4-FFF2-40B4-BE49-F238E27FC236}">
                <a16:creationId xmlns:a16="http://schemas.microsoft.com/office/drawing/2014/main" id="{F59D7F2B-0780-DF34-A4DF-EF7BDAA21B56}"/>
              </a:ext>
            </a:extLst>
          </p:cNvPr>
          <p:cNvSpPr>
            <a:spLocks noGrp="1"/>
          </p:cNvSpPr>
          <p:nvPr>
            <p:ph type="body" sz="quarter" idx="11"/>
          </p:nvPr>
        </p:nvSpPr>
        <p:spPr>
          <a:xfrm flipV="1">
            <a:off x="11504023" y="6195471"/>
            <a:ext cx="292282" cy="100825"/>
          </a:xfrm>
        </p:spPr>
        <p:txBody>
          <a:bodyPr rtlCol="0">
            <a:normAutofit fontScale="32500" lnSpcReduction="20000"/>
          </a:bodyPr>
          <a:lstStyle>
            <a:defPPr>
              <a:defRPr lang="ja-JP"/>
            </a:defPPr>
          </a:lstStyle>
          <a:p>
            <a:pPr rtl="0"/>
            <a:endParaRPr lang="ja-JP" dirty="0"/>
          </a:p>
        </p:txBody>
      </p:sp>
    </p:spTree>
    <p:extLst>
      <p:ext uri="{BB962C8B-B14F-4D97-AF65-F5344CB8AC3E}">
        <p14:creationId xmlns:p14="http://schemas.microsoft.com/office/powerpoint/2010/main" val="19570586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18724-F25C-4060-8D10-A8CCA46E2E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46A1AD-F29E-8551-B4EB-1BFB4FC1A448}"/>
              </a:ext>
            </a:extLst>
          </p:cNvPr>
          <p:cNvSpPr>
            <a:spLocks noGrp="1"/>
          </p:cNvSpPr>
          <p:nvPr>
            <p:ph type="title"/>
          </p:nvPr>
        </p:nvSpPr>
        <p:spPr>
          <a:xfrm>
            <a:off x="594360" y="278129"/>
            <a:ext cx="9778365" cy="1494596"/>
          </a:xfrm>
        </p:spPr>
        <p:txBody>
          <a:bodyPr rtlCol="0" anchor="b">
            <a:normAutofit/>
          </a:bodyPr>
          <a:lstStyle>
            <a:defPPr>
              <a:defRPr lang="ja-JP"/>
            </a:defPPr>
          </a:lstStyle>
          <a:p>
            <a:pPr rtl="0"/>
            <a:r>
              <a:rPr lang="ja-JP" altLang="en-US" sz="2400" dirty="0"/>
              <a:t>データは送信側の上位層</a:t>
            </a:r>
            <a:r>
              <a:rPr lang="en-US" altLang="ja-JP" sz="2400" dirty="0"/>
              <a:t>(7</a:t>
            </a:r>
            <a:r>
              <a:rPr lang="ja-JP" altLang="en-US" sz="2400" dirty="0"/>
              <a:t>層</a:t>
            </a:r>
            <a:r>
              <a:rPr lang="en-US" altLang="ja-JP" sz="2400" dirty="0"/>
              <a:t>)</a:t>
            </a:r>
            <a:r>
              <a:rPr lang="ja-JP" altLang="en-US" sz="2400" dirty="0"/>
              <a:t>から始まり下位層</a:t>
            </a:r>
            <a:r>
              <a:rPr lang="en-US" altLang="ja-JP" sz="2400" dirty="0"/>
              <a:t>(1</a:t>
            </a:r>
            <a:r>
              <a:rPr lang="ja-JP" altLang="en-US" sz="2400" dirty="0"/>
              <a:t>層</a:t>
            </a:r>
            <a:r>
              <a:rPr lang="en-US" altLang="ja-JP" sz="2400" dirty="0"/>
              <a:t>)</a:t>
            </a:r>
            <a:r>
              <a:rPr lang="ja-JP" altLang="en-US" sz="2400" dirty="0"/>
              <a:t>まで処理されます。</a:t>
            </a:r>
            <a:br>
              <a:rPr lang="en-US" altLang="ja-JP" sz="2400" dirty="0"/>
            </a:br>
            <a:r>
              <a:rPr lang="ja-JP" altLang="en-US" sz="2400" dirty="0"/>
              <a:t>そして相手側へ流れ今度は下位層から登っていき相手が認識できる形で届きます。</a:t>
            </a:r>
            <a:endParaRPr lang="ja-JP" sz="2400" dirty="0"/>
          </a:p>
        </p:txBody>
      </p:sp>
      <p:sp>
        <p:nvSpPr>
          <p:cNvPr id="3" name="コンテンツ プレースホルダー 2">
            <a:extLst>
              <a:ext uri="{FF2B5EF4-FFF2-40B4-BE49-F238E27FC236}">
                <a16:creationId xmlns:a16="http://schemas.microsoft.com/office/drawing/2014/main" id="{0F8642B7-D79E-8416-8B9B-A5CA5A74C1FC}"/>
              </a:ext>
            </a:extLst>
          </p:cNvPr>
          <p:cNvSpPr>
            <a:spLocks noGrp="1"/>
          </p:cNvSpPr>
          <p:nvPr>
            <p:ph sz="quarter" idx="16"/>
          </p:nvPr>
        </p:nvSpPr>
        <p:spPr>
          <a:xfrm>
            <a:off x="1173153" y="2871255"/>
            <a:ext cx="1473860" cy="403168"/>
          </a:xfrm>
        </p:spPr>
        <p:txBody>
          <a:bodyPr rtlCol="0">
            <a:normAutofit/>
          </a:bodyPr>
          <a:lstStyle>
            <a:defPPr>
              <a:defRPr lang="ja-JP"/>
            </a:defPPr>
          </a:lstStyle>
          <a:p>
            <a:pPr rtl="0"/>
            <a:r>
              <a:rPr lang="ja-JP" altLang="en-US" dirty="0"/>
              <a:t>データの送信</a:t>
            </a:r>
            <a:endParaRPr lang="en-US" altLang="ja-JP" dirty="0"/>
          </a:p>
        </p:txBody>
      </p:sp>
      <p:pic>
        <p:nvPicPr>
          <p:cNvPr id="9" name="図プレースホルダー 52">
            <a:extLst>
              <a:ext uri="{FF2B5EF4-FFF2-40B4-BE49-F238E27FC236}">
                <a16:creationId xmlns:a16="http://schemas.microsoft.com/office/drawing/2014/main" id="{40661EC2-F470-571A-0274-1C737307AD5B}"/>
              </a:ext>
            </a:extLst>
          </p:cNvPr>
          <p:cNvPicPr>
            <a:picLocks noChangeAspect="1"/>
          </p:cNvPicPr>
          <p:nvPr/>
        </p:nvPicPr>
        <p:blipFill>
          <a:blip r:embed="rId3">
            <a:extLst>
              <a:ext uri="{28A0092B-C50C-407E-A947-70E740481C1C}">
                <a14:useLocalDpi xmlns:a14="http://schemas.microsoft.com/office/drawing/2010/main" val="0"/>
              </a:ext>
            </a:extLst>
          </a:blip>
          <a:srcRect t="850" b="850"/>
          <a:stretch/>
        </p:blipFill>
        <p:spPr>
          <a:xfrm>
            <a:off x="5664127" y="2814587"/>
            <a:ext cx="2366364" cy="3475377"/>
          </a:xfrm>
          <a:prstGeom prst="rect">
            <a:avLst/>
          </a:prstGeom>
          <a:noFill/>
        </p:spPr>
      </p:pic>
      <p:pic>
        <p:nvPicPr>
          <p:cNvPr id="10" name="図プレースホルダー 52">
            <a:extLst>
              <a:ext uri="{FF2B5EF4-FFF2-40B4-BE49-F238E27FC236}">
                <a16:creationId xmlns:a16="http://schemas.microsoft.com/office/drawing/2014/main" id="{AB298367-C296-E754-465D-AFDD13EAFEAF}"/>
              </a:ext>
            </a:extLst>
          </p:cNvPr>
          <p:cNvPicPr>
            <a:picLocks noChangeAspect="1"/>
          </p:cNvPicPr>
          <p:nvPr/>
        </p:nvPicPr>
        <p:blipFill>
          <a:blip r:embed="rId3">
            <a:extLst>
              <a:ext uri="{28A0092B-C50C-407E-A947-70E740481C1C}">
                <a14:useLocalDpi xmlns:a14="http://schemas.microsoft.com/office/drawing/2010/main" val="0"/>
              </a:ext>
            </a:extLst>
          </a:blip>
          <a:srcRect t="850" b="850"/>
          <a:stretch/>
        </p:blipFill>
        <p:spPr>
          <a:xfrm>
            <a:off x="3035723" y="2814587"/>
            <a:ext cx="2531951" cy="3475377"/>
          </a:xfrm>
          <a:prstGeom prst="rect">
            <a:avLst/>
          </a:prstGeom>
          <a:noFill/>
        </p:spPr>
      </p:pic>
      <p:sp>
        <p:nvSpPr>
          <p:cNvPr id="11" name="矢印: 下 10">
            <a:extLst>
              <a:ext uri="{FF2B5EF4-FFF2-40B4-BE49-F238E27FC236}">
                <a16:creationId xmlns:a16="http://schemas.microsoft.com/office/drawing/2014/main" id="{E8F4BF97-AFF9-4E4B-6C56-2B87CD3FC805}"/>
              </a:ext>
            </a:extLst>
          </p:cNvPr>
          <p:cNvSpPr/>
          <p:nvPr/>
        </p:nvSpPr>
        <p:spPr>
          <a:xfrm>
            <a:off x="2643707" y="2871255"/>
            <a:ext cx="295564" cy="33620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コンテンツ プレースホルダー 2">
            <a:extLst>
              <a:ext uri="{FF2B5EF4-FFF2-40B4-BE49-F238E27FC236}">
                <a16:creationId xmlns:a16="http://schemas.microsoft.com/office/drawing/2014/main" id="{27517EFD-B461-17EF-C7E3-E68214C79BCD}"/>
              </a:ext>
            </a:extLst>
          </p:cNvPr>
          <p:cNvSpPr txBox="1">
            <a:spLocks/>
          </p:cNvSpPr>
          <p:nvPr/>
        </p:nvSpPr>
        <p:spPr>
          <a:xfrm>
            <a:off x="8581767" y="2871255"/>
            <a:ext cx="1473860" cy="403168"/>
          </a:xfrm>
          <a:prstGeom prst="rect">
            <a:avLst/>
          </a:prstGeom>
        </p:spPr>
        <p:txBody>
          <a:bodyPr vert="horz" lIns="0" tIns="45720" rIns="0" bIns="0" rtlCol="0">
            <a:normAutofit/>
          </a:bodyPr>
          <a:lstStyle>
            <a:defPPr>
              <a:defRPr lang="ja-JP"/>
            </a:defPPr>
            <a:lvl1pPr marL="0" indent="0" algn="l" defTabSz="914400" rtl="0" eaLnBrk="1" latinLnBrk="0" hangingPunct="1">
              <a:lnSpc>
                <a:spcPct val="90000"/>
              </a:lnSpc>
              <a:spcBef>
                <a:spcPts val="1800"/>
              </a:spcBef>
              <a:buFont typeface="Arial" panose="020B0604020202020204" pitchFamily="34" charset="0"/>
              <a:buNone/>
              <a:defRPr kumimoji="1" lang="ja-JP" sz="2000" b="0" i="0" kern="1200">
                <a:solidFill>
                  <a:schemeClr val="bg1"/>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5486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82296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10058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ja-JP" altLang="en-US" dirty="0"/>
              <a:t>データの受信</a:t>
            </a:r>
          </a:p>
        </p:txBody>
      </p:sp>
      <p:sp>
        <p:nvSpPr>
          <p:cNvPr id="13" name="矢印: 下 12">
            <a:extLst>
              <a:ext uri="{FF2B5EF4-FFF2-40B4-BE49-F238E27FC236}">
                <a16:creationId xmlns:a16="http://schemas.microsoft.com/office/drawing/2014/main" id="{2257E1BD-A085-1736-A777-37F7BB3996DC}"/>
              </a:ext>
            </a:extLst>
          </p:cNvPr>
          <p:cNvSpPr/>
          <p:nvPr/>
        </p:nvSpPr>
        <p:spPr>
          <a:xfrm rot="10800000">
            <a:off x="8158347" y="2871254"/>
            <a:ext cx="295564" cy="33620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AC67EBC4-E8E7-7418-9548-8ECDA0F3C2DE}"/>
              </a:ext>
            </a:extLst>
          </p:cNvPr>
          <p:cNvSpPr/>
          <p:nvPr/>
        </p:nvSpPr>
        <p:spPr>
          <a:xfrm>
            <a:off x="3640183" y="2368731"/>
            <a:ext cx="1480457" cy="339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65000"/>
                    <a:lumOff val="35000"/>
                  </a:schemeClr>
                </a:solidFill>
              </a:rPr>
              <a:t>送信側</a:t>
            </a:r>
          </a:p>
        </p:txBody>
      </p:sp>
      <p:sp>
        <p:nvSpPr>
          <p:cNvPr id="16" name="楕円 15">
            <a:extLst>
              <a:ext uri="{FF2B5EF4-FFF2-40B4-BE49-F238E27FC236}">
                <a16:creationId xmlns:a16="http://schemas.microsoft.com/office/drawing/2014/main" id="{534F4116-C1E0-CD1E-7348-4ECEC19030A9}"/>
              </a:ext>
            </a:extLst>
          </p:cNvPr>
          <p:cNvSpPr/>
          <p:nvPr/>
        </p:nvSpPr>
        <p:spPr>
          <a:xfrm>
            <a:off x="6111015" y="2368730"/>
            <a:ext cx="1480457" cy="339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65000"/>
                    <a:lumOff val="35000"/>
                  </a:schemeClr>
                </a:solidFill>
              </a:rPr>
              <a:t>受信側</a:t>
            </a:r>
          </a:p>
        </p:txBody>
      </p:sp>
    </p:spTree>
    <p:extLst>
      <p:ext uri="{BB962C8B-B14F-4D97-AF65-F5344CB8AC3E}">
        <p14:creationId xmlns:p14="http://schemas.microsoft.com/office/powerpoint/2010/main" val="1386791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68EF8-B3B9-CA8F-B867-5D85C256B60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36E7AF4-4875-B62C-9FD8-C0F4A05385E0}"/>
              </a:ext>
            </a:extLst>
          </p:cNvPr>
          <p:cNvSpPr>
            <a:spLocks noGrp="1"/>
          </p:cNvSpPr>
          <p:nvPr>
            <p:ph type="title"/>
          </p:nvPr>
        </p:nvSpPr>
        <p:spPr>
          <a:xfrm>
            <a:off x="594360" y="278129"/>
            <a:ext cx="9778365" cy="1494596"/>
          </a:xfrm>
        </p:spPr>
        <p:txBody>
          <a:bodyPr rtlCol="0" anchor="b">
            <a:normAutofit/>
          </a:bodyPr>
          <a:lstStyle>
            <a:defPPr>
              <a:defRPr lang="ja-JP"/>
            </a:defPPr>
          </a:lstStyle>
          <a:p>
            <a:pPr rtl="0"/>
            <a:r>
              <a:rPr lang="ja-JP" altLang="en-US" sz="2400" dirty="0"/>
              <a:t>中間ノードがあればそれぞれの役割の機器の階層まで登って降りていきます。</a:t>
            </a:r>
            <a:endParaRPr lang="ja-JP" sz="2400" dirty="0"/>
          </a:p>
        </p:txBody>
      </p:sp>
      <p:sp>
        <p:nvSpPr>
          <p:cNvPr id="3" name="コンテンツ プレースホルダー 2">
            <a:extLst>
              <a:ext uri="{FF2B5EF4-FFF2-40B4-BE49-F238E27FC236}">
                <a16:creationId xmlns:a16="http://schemas.microsoft.com/office/drawing/2014/main" id="{40241BD4-D941-4908-4800-C8E691BACC0A}"/>
              </a:ext>
            </a:extLst>
          </p:cNvPr>
          <p:cNvSpPr>
            <a:spLocks noGrp="1"/>
          </p:cNvSpPr>
          <p:nvPr>
            <p:ph sz="quarter" idx="16"/>
          </p:nvPr>
        </p:nvSpPr>
        <p:spPr>
          <a:xfrm>
            <a:off x="677561" y="2946527"/>
            <a:ext cx="1473860" cy="403168"/>
          </a:xfrm>
        </p:spPr>
        <p:txBody>
          <a:bodyPr rtlCol="0">
            <a:normAutofit/>
          </a:bodyPr>
          <a:lstStyle>
            <a:defPPr>
              <a:defRPr lang="ja-JP"/>
            </a:defPPr>
          </a:lstStyle>
          <a:p>
            <a:pPr rtl="0"/>
            <a:r>
              <a:rPr lang="ja-JP" altLang="en-US" dirty="0"/>
              <a:t>データの送信</a:t>
            </a:r>
            <a:endParaRPr lang="en-US" altLang="ja-JP" dirty="0"/>
          </a:p>
        </p:txBody>
      </p:sp>
      <p:sp>
        <p:nvSpPr>
          <p:cNvPr id="11" name="矢印: 下 10">
            <a:extLst>
              <a:ext uri="{FF2B5EF4-FFF2-40B4-BE49-F238E27FC236}">
                <a16:creationId xmlns:a16="http://schemas.microsoft.com/office/drawing/2014/main" id="{99FDD58B-8637-8927-1688-78E7D38D1E65}"/>
              </a:ext>
            </a:extLst>
          </p:cNvPr>
          <p:cNvSpPr/>
          <p:nvPr/>
        </p:nvSpPr>
        <p:spPr>
          <a:xfrm>
            <a:off x="2191646" y="2931950"/>
            <a:ext cx="295564" cy="33620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コンテンツ プレースホルダー 2">
            <a:extLst>
              <a:ext uri="{FF2B5EF4-FFF2-40B4-BE49-F238E27FC236}">
                <a16:creationId xmlns:a16="http://schemas.microsoft.com/office/drawing/2014/main" id="{EF1915E9-5805-D16C-8BF1-1302DC8FD5AA}"/>
              </a:ext>
            </a:extLst>
          </p:cNvPr>
          <p:cNvSpPr txBox="1">
            <a:spLocks/>
          </p:cNvSpPr>
          <p:nvPr/>
        </p:nvSpPr>
        <p:spPr>
          <a:xfrm>
            <a:off x="9758216" y="2931949"/>
            <a:ext cx="1473860" cy="403168"/>
          </a:xfrm>
          <a:prstGeom prst="rect">
            <a:avLst/>
          </a:prstGeom>
        </p:spPr>
        <p:txBody>
          <a:bodyPr vert="horz" lIns="0" tIns="45720" rIns="0" bIns="0" rtlCol="0">
            <a:normAutofit/>
          </a:bodyPr>
          <a:lstStyle>
            <a:defPPr>
              <a:defRPr lang="ja-JP"/>
            </a:defPPr>
            <a:lvl1pPr marL="0" indent="0" algn="l" defTabSz="914400" rtl="0" eaLnBrk="1" latinLnBrk="0" hangingPunct="1">
              <a:lnSpc>
                <a:spcPct val="90000"/>
              </a:lnSpc>
              <a:spcBef>
                <a:spcPts val="1800"/>
              </a:spcBef>
              <a:buFont typeface="Arial" panose="020B0604020202020204" pitchFamily="34" charset="0"/>
              <a:buNone/>
              <a:defRPr kumimoji="1" lang="ja-JP" sz="2000" b="0" i="0" kern="1200">
                <a:solidFill>
                  <a:schemeClr val="bg1"/>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5486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82296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10058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ja-JP" altLang="en-US" dirty="0"/>
              <a:t>データの受信</a:t>
            </a:r>
          </a:p>
        </p:txBody>
      </p:sp>
      <p:sp>
        <p:nvSpPr>
          <p:cNvPr id="13" name="矢印: 下 12">
            <a:extLst>
              <a:ext uri="{FF2B5EF4-FFF2-40B4-BE49-F238E27FC236}">
                <a16:creationId xmlns:a16="http://schemas.microsoft.com/office/drawing/2014/main" id="{467FEF42-1127-8E36-08FD-F1962CB7FC9B}"/>
              </a:ext>
            </a:extLst>
          </p:cNvPr>
          <p:cNvSpPr/>
          <p:nvPr/>
        </p:nvSpPr>
        <p:spPr>
          <a:xfrm rot="10800000">
            <a:off x="9355801" y="2931949"/>
            <a:ext cx="295564" cy="33620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EE0D2354-F17F-3E04-7607-36DC97B9504A}"/>
              </a:ext>
            </a:extLst>
          </p:cNvPr>
          <p:cNvSpPr/>
          <p:nvPr/>
        </p:nvSpPr>
        <p:spPr>
          <a:xfrm>
            <a:off x="2540635" y="2377436"/>
            <a:ext cx="1480457" cy="339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65000"/>
                    <a:lumOff val="35000"/>
                  </a:schemeClr>
                </a:solidFill>
              </a:rPr>
              <a:t>送信側</a:t>
            </a:r>
          </a:p>
        </p:txBody>
      </p:sp>
      <p:sp>
        <p:nvSpPr>
          <p:cNvPr id="16" name="楕円 15">
            <a:extLst>
              <a:ext uri="{FF2B5EF4-FFF2-40B4-BE49-F238E27FC236}">
                <a16:creationId xmlns:a16="http://schemas.microsoft.com/office/drawing/2014/main" id="{D2FF0EFA-60B4-1504-11A2-F9040A93C214}"/>
              </a:ext>
            </a:extLst>
          </p:cNvPr>
          <p:cNvSpPr/>
          <p:nvPr/>
        </p:nvSpPr>
        <p:spPr>
          <a:xfrm>
            <a:off x="7748226" y="2377437"/>
            <a:ext cx="1480457" cy="339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65000"/>
                    <a:lumOff val="35000"/>
                  </a:schemeClr>
                </a:solidFill>
              </a:rPr>
              <a:t>受信側</a:t>
            </a:r>
          </a:p>
        </p:txBody>
      </p:sp>
      <p:pic>
        <p:nvPicPr>
          <p:cNvPr id="4" name="図プレースホルダー 52">
            <a:extLst>
              <a:ext uri="{FF2B5EF4-FFF2-40B4-BE49-F238E27FC236}">
                <a16:creationId xmlns:a16="http://schemas.microsoft.com/office/drawing/2014/main" id="{5FE0F490-F3BF-E1DF-DD92-9CD248140012}"/>
              </a:ext>
            </a:extLst>
          </p:cNvPr>
          <p:cNvPicPr>
            <a:picLocks noChangeAspect="1"/>
          </p:cNvPicPr>
          <p:nvPr/>
        </p:nvPicPr>
        <p:blipFill>
          <a:blip r:embed="rId3">
            <a:extLst>
              <a:ext uri="{28A0092B-C50C-407E-A947-70E740481C1C}">
                <a14:useLocalDpi xmlns:a14="http://schemas.microsoft.com/office/drawing/2010/main" val="0"/>
              </a:ext>
            </a:extLst>
          </a:blip>
          <a:srcRect b="7484"/>
          <a:stretch>
            <a:fillRect/>
          </a:stretch>
        </p:blipFill>
        <p:spPr>
          <a:xfrm>
            <a:off x="2540635" y="2860368"/>
            <a:ext cx="6818472" cy="3847999"/>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a:noFill/>
        </p:spPr>
      </p:pic>
    </p:spTree>
    <p:extLst>
      <p:ext uri="{BB962C8B-B14F-4D97-AF65-F5344CB8AC3E}">
        <p14:creationId xmlns:p14="http://schemas.microsoft.com/office/powerpoint/2010/main" val="8022856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161ED-AA41-99FF-E874-9BFDF7ED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DB3EF27-C136-1AEC-2C23-FB9B833AC457}"/>
              </a:ext>
            </a:extLst>
          </p:cNvPr>
          <p:cNvSpPr>
            <a:spLocks noGrp="1"/>
          </p:cNvSpPr>
          <p:nvPr>
            <p:ph type="title"/>
          </p:nvPr>
        </p:nvSpPr>
        <p:spPr>
          <a:xfrm>
            <a:off x="1131266" y="509197"/>
            <a:ext cx="9454804" cy="1494596"/>
          </a:xfrm>
        </p:spPr>
        <p:txBody>
          <a:bodyPr rtlCol="0" anchor="b">
            <a:normAutofit/>
          </a:bodyPr>
          <a:lstStyle>
            <a:defPPr>
              <a:defRPr lang="ja-JP"/>
            </a:defPPr>
          </a:lstStyle>
          <a:p>
            <a:pPr rtl="0"/>
            <a:r>
              <a:rPr lang="ja-JP" altLang="en-US" sz="2400" dirty="0"/>
              <a:t>それぞれの階層毎にそれぞれの役割に応じたヘッダ情報が付与されて都度カプセル化されて送られます。</a:t>
            </a:r>
            <a:br>
              <a:rPr lang="en-US" altLang="ja-JP" sz="2400" dirty="0"/>
            </a:br>
            <a:r>
              <a:rPr lang="ja-JP" altLang="en-US" sz="2400" dirty="0"/>
              <a:t>中間ノードが受け取った場合もヘッダ情報を確認して再度ヘッダ情報を付与して送信という流れです。</a:t>
            </a:r>
            <a:endParaRPr lang="ja-JP" sz="2400" dirty="0"/>
          </a:p>
        </p:txBody>
      </p:sp>
      <p:sp>
        <p:nvSpPr>
          <p:cNvPr id="7" name="コンテンツ プレースホルダー 6">
            <a:extLst>
              <a:ext uri="{FF2B5EF4-FFF2-40B4-BE49-F238E27FC236}">
                <a16:creationId xmlns:a16="http://schemas.microsoft.com/office/drawing/2014/main" id="{8DF02D35-4D10-8FFF-F86C-67CA9801DD72}"/>
              </a:ext>
            </a:extLst>
          </p:cNvPr>
          <p:cNvSpPr>
            <a:spLocks noGrp="1"/>
          </p:cNvSpPr>
          <p:nvPr>
            <p:ph sz="quarter" idx="15"/>
          </p:nvPr>
        </p:nvSpPr>
        <p:spPr>
          <a:xfrm>
            <a:off x="6400800" y="2051237"/>
            <a:ext cx="5004176" cy="313457"/>
          </a:xfrm>
        </p:spPr>
        <p:txBody>
          <a:bodyPr>
            <a:normAutofit/>
          </a:bodyPr>
          <a:lstStyle/>
          <a:p>
            <a:r>
              <a:rPr lang="ja-JP" altLang="en-US" sz="1600" dirty="0"/>
              <a:t>今はこのイメージだけを持っていただければ大丈夫です。</a:t>
            </a:r>
          </a:p>
        </p:txBody>
      </p:sp>
      <p:pic>
        <p:nvPicPr>
          <p:cNvPr id="4" name="図プレースホルダー 52">
            <a:extLst>
              <a:ext uri="{FF2B5EF4-FFF2-40B4-BE49-F238E27FC236}">
                <a16:creationId xmlns:a16="http://schemas.microsoft.com/office/drawing/2014/main" id="{D907ECD3-31CC-CA07-B81B-F21CCFEBF439}"/>
              </a:ext>
            </a:extLst>
          </p:cNvPr>
          <p:cNvPicPr>
            <a:picLocks/>
          </p:cNvPicPr>
          <p:nvPr/>
        </p:nvPicPr>
        <p:blipFill>
          <a:blip r:embed="rId3">
            <a:extLst>
              <a:ext uri="{28A0092B-C50C-407E-A947-70E740481C1C}">
                <a14:useLocalDpi xmlns:a14="http://schemas.microsoft.com/office/drawing/2010/main" val="0"/>
              </a:ext>
            </a:extLst>
          </a:blip>
          <a:srcRect/>
          <a:stretch/>
        </p:blipFill>
        <p:spPr>
          <a:xfrm>
            <a:off x="5858668" y="2652781"/>
            <a:ext cx="5546308" cy="3870445"/>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a:noFill/>
        </p:spPr>
      </p:pic>
      <p:pic>
        <p:nvPicPr>
          <p:cNvPr id="8" name="図プレースホルダー 52">
            <a:extLst>
              <a:ext uri="{FF2B5EF4-FFF2-40B4-BE49-F238E27FC236}">
                <a16:creationId xmlns:a16="http://schemas.microsoft.com/office/drawing/2014/main" id="{F66F4F4D-2CDA-5B77-1F87-F4563F1A95E9}"/>
              </a:ext>
            </a:extLst>
          </p:cNvPr>
          <p:cNvPicPr>
            <a:picLocks/>
          </p:cNvPicPr>
          <p:nvPr/>
        </p:nvPicPr>
        <p:blipFill>
          <a:blip r:embed="rId4">
            <a:extLst>
              <a:ext uri="{28A0092B-C50C-407E-A947-70E740481C1C}">
                <a14:useLocalDpi xmlns:a14="http://schemas.microsoft.com/office/drawing/2010/main" val="0"/>
              </a:ext>
            </a:extLst>
          </a:blip>
          <a:stretch/>
        </p:blipFill>
        <p:spPr>
          <a:xfrm>
            <a:off x="335590" y="2557893"/>
            <a:ext cx="5546308" cy="3965333"/>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a:noFill/>
        </p:spPr>
      </p:pic>
    </p:spTree>
    <p:extLst>
      <p:ext uri="{BB962C8B-B14F-4D97-AF65-F5344CB8AC3E}">
        <p14:creationId xmlns:p14="http://schemas.microsoft.com/office/powerpoint/2010/main" val="5225075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844D1-2F20-D7D2-95AC-1A314A244208}"/>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AA93A4B9-80F0-59E0-F3E0-6DD6379FE696}"/>
              </a:ext>
            </a:extLst>
          </p:cNvPr>
          <p:cNvSpPr>
            <a:spLocks noGrp="1"/>
          </p:cNvSpPr>
          <p:nvPr>
            <p:ph type="ctrTitle"/>
          </p:nvPr>
        </p:nvSpPr>
        <p:spPr>
          <a:xfrm>
            <a:off x="5094514" y="1933303"/>
            <a:ext cx="6701790" cy="1770016"/>
          </a:xfrm>
        </p:spPr>
        <p:txBody>
          <a:bodyPr rtlCol="0"/>
          <a:lstStyle>
            <a:defPPr>
              <a:defRPr lang="ja-JP"/>
            </a:defPPr>
          </a:lstStyle>
          <a:p>
            <a:pPr algn="r" rtl="0"/>
            <a:br>
              <a:rPr lang="en-US" altLang="ja-JP" dirty="0"/>
            </a:br>
            <a:r>
              <a:rPr lang="ja-JP" altLang="en-US" dirty="0"/>
              <a:t>ヘッダー情報と</a:t>
            </a:r>
            <a:br>
              <a:rPr lang="en-US" altLang="ja-JP" dirty="0"/>
            </a:br>
            <a:r>
              <a:rPr lang="ja-JP" altLang="en-US" dirty="0"/>
              <a:t>プロトコル</a:t>
            </a:r>
            <a:endParaRPr lang="ja-JP" dirty="0"/>
          </a:p>
        </p:txBody>
      </p:sp>
      <p:sp>
        <p:nvSpPr>
          <p:cNvPr id="3" name="テキスト プレースホルダー 2">
            <a:extLst>
              <a:ext uri="{FF2B5EF4-FFF2-40B4-BE49-F238E27FC236}">
                <a16:creationId xmlns:a16="http://schemas.microsoft.com/office/drawing/2014/main" id="{C65124ED-2D43-55FE-9159-D119685F2240}"/>
              </a:ext>
            </a:extLst>
          </p:cNvPr>
          <p:cNvSpPr>
            <a:spLocks noGrp="1"/>
          </p:cNvSpPr>
          <p:nvPr>
            <p:ph type="body" sz="quarter" idx="11"/>
          </p:nvPr>
        </p:nvSpPr>
        <p:spPr>
          <a:xfrm flipV="1">
            <a:off x="11504023" y="6195471"/>
            <a:ext cx="292282" cy="100825"/>
          </a:xfrm>
        </p:spPr>
        <p:txBody>
          <a:bodyPr rtlCol="0">
            <a:normAutofit fontScale="32500" lnSpcReduction="20000"/>
          </a:bodyPr>
          <a:lstStyle>
            <a:defPPr>
              <a:defRPr lang="ja-JP"/>
            </a:defPPr>
          </a:lstStyle>
          <a:p>
            <a:pPr rtl="0"/>
            <a:endParaRPr lang="ja-JP" dirty="0"/>
          </a:p>
        </p:txBody>
      </p:sp>
    </p:spTree>
    <p:extLst>
      <p:ext uri="{BB962C8B-B14F-4D97-AF65-F5344CB8AC3E}">
        <p14:creationId xmlns:p14="http://schemas.microsoft.com/office/powerpoint/2010/main" val="16656702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63F91-CE61-F383-6667-92E2DA85004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EDDB62-6165-6752-D5CE-74EE14DEDBB2}"/>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ja-JP" altLang="en-US" dirty="0"/>
              <a:t>プロトコル</a:t>
            </a:r>
            <a:endParaRPr lang="ja-JP" dirty="0"/>
          </a:p>
        </p:txBody>
      </p:sp>
      <p:sp>
        <p:nvSpPr>
          <p:cNvPr id="3" name="コンテンツ プレースホルダー 2">
            <a:extLst>
              <a:ext uri="{FF2B5EF4-FFF2-40B4-BE49-F238E27FC236}">
                <a16:creationId xmlns:a16="http://schemas.microsoft.com/office/drawing/2014/main" id="{FDBBA7EE-0281-ED6D-09EB-351DF5B6FFF2}"/>
              </a:ext>
            </a:extLst>
          </p:cNvPr>
          <p:cNvSpPr>
            <a:spLocks noGrp="1"/>
          </p:cNvSpPr>
          <p:nvPr>
            <p:ph sz="quarter" idx="14"/>
          </p:nvPr>
        </p:nvSpPr>
        <p:spPr>
          <a:xfrm>
            <a:off x="665490" y="1347183"/>
            <a:ext cx="4412252" cy="2472704"/>
          </a:xfrm>
        </p:spPr>
        <p:txBody>
          <a:bodyPr rtlCol="0">
            <a:normAutofit/>
          </a:bodyPr>
          <a:lstStyle>
            <a:defPPr>
              <a:defRPr lang="ja-JP"/>
            </a:defPPr>
          </a:lstStyle>
          <a:p>
            <a:pPr rtl="0"/>
            <a:r>
              <a:rPr lang="ja-JP" altLang="en-US" sz="2400" b="1" dirty="0"/>
              <a:t>プロトコル</a:t>
            </a:r>
            <a:endParaRPr lang="en-US" altLang="ja-JP" sz="2400" b="1" dirty="0"/>
          </a:p>
          <a:p>
            <a:pPr rtl="0"/>
            <a:r>
              <a:rPr lang="ja-JP" altLang="en-US" dirty="0"/>
              <a:t>プロトコルはネットワーク上でデータをやり取りするための通信規約（ルール）です。</a:t>
            </a:r>
            <a:br>
              <a:rPr lang="ja-JP" altLang="en-US" dirty="0"/>
            </a:br>
            <a:r>
              <a:rPr lang="ja-JP" altLang="en-US" dirty="0"/>
              <a:t>どのような形式でデータを送るか、エラーが起きたときにどう対処するか、通信の開始・終了をどう扱うか、などを定めています。</a:t>
            </a:r>
            <a:endParaRPr lang="ja-JP" dirty="0"/>
          </a:p>
        </p:txBody>
      </p:sp>
      <p:pic>
        <p:nvPicPr>
          <p:cNvPr id="5" name="図プレースホルダー 52">
            <a:extLst>
              <a:ext uri="{FF2B5EF4-FFF2-40B4-BE49-F238E27FC236}">
                <a16:creationId xmlns:a16="http://schemas.microsoft.com/office/drawing/2014/main" id="{9BBE71FE-23B4-A493-B24B-B9D69E2E13DE}"/>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5534942" y="1347183"/>
            <a:ext cx="5809772" cy="3999060"/>
          </a:xfrm>
          <a:noFill/>
        </p:spPr>
      </p:pic>
    </p:spTree>
    <p:extLst>
      <p:ext uri="{BB962C8B-B14F-4D97-AF65-F5344CB8AC3E}">
        <p14:creationId xmlns:p14="http://schemas.microsoft.com/office/powerpoint/2010/main" val="3485581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B79C5-7DE3-5B49-CA3E-A4CBE4591D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E8D3AE7-8422-A4BE-0318-91AC097EBEE4}"/>
              </a:ext>
            </a:extLst>
          </p:cNvPr>
          <p:cNvSpPr>
            <a:spLocks noGrp="1"/>
          </p:cNvSpPr>
          <p:nvPr>
            <p:ph type="title"/>
          </p:nvPr>
        </p:nvSpPr>
        <p:spPr>
          <a:xfrm>
            <a:off x="594360" y="189572"/>
            <a:ext cx="6787747" cy="1593507"/>
          </a:xfrm>
        </p:spPr>
        <p:txBody>
          <a:bodyPr rtlCol="0" anchor="b">
            <a:normAutofit/>
          </a:bodyPr>
          <a:lstStyle>
            <a:defPPr>
              <a:defRPr lang="ja-JP"/>
            </a:defPPr>
          </a:lstStyle>
          <a:p>
            <a:pPr rtl="0"/>
            <a:r>
              <a:rPr lang="ja-JP" altLang="en-US" dirty="0"/>
              <a:t>各階層のプロトコルの代表例</a:t>
            </a:r>
            <a:endParaRPr lang="ja-JP" dirty="0"/>
          </a:p>
        </p:txBody>
      </p:sp>
      <p:pic>
        <p:nvPicPr>
          <p:cNvPr id="7" name="コンテンツ プレースホルダー 6" descr="テーブル&#10;&#10;自動的に生成された説明">
            <a:extLst>
              <a:ext uri="{FF2B5EF4-FFF2-40B4-BE49-F238E27FC236}">
                <a16:creationId xmlns:a16="http://schemas.microsoft.com/office/drawing/2014/main" id="{68B94A13-BC94-3514-7E89-0F5040A02DA3}"/>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594360" y="2140846"/>
            <a:ext cx="11090728" cy="4527582"/>
          </a:xfrm>
        </p:spPr>
      </p:pic>
    </p:spTree>
    <p:extLst>
      <p:ext uri="{BB962C8B-B14F-4D97-AF65-F5344CB8AC3E}">
        <p14:creationId xmlns:p14="http://schemas.microsoft.com/office/powerpoint/2010/main" val="27242497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9FA75-5E9D-B9B7-729D-319B33C7ED3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57C92E-470C-0AFE-C90A-0505DC4BA8CB}"/>
              </a:ext>
            </a:extLst>
          </p:cNvPr>
          <p:cNvSpPr>
            <a:spLocks noGrp="1"/>
          </p:cNvSpPr>
          <p:nvPr>
            <p:ph type="title"/>
          </p:nvPr>
        </p:nvSpPr>
        <p:spPr>
          <a:xfrm>
            <a:off x="6318885" y="3499667"/>
            <a:ext cx="4626206" cy="2542810"/>
          </a:xfrm>
        </p:spPr>
        <p:txBody>
          <a:bodyPr rtlCol="0"/>
          <a:lstStyle>
            <a:defPPr>
              <a:defRPr lang="ja-JP"/>
            </a:defPPr>
          </a:lstStyle>
          <a:p>
            <a:pPr rtl="0">
              <a:lnSpc>
                <a:spcPct val="100000"/>
              </a:lnSpc>
            </a:pPr>
            <a:r>
              <a:rPr lang="ja-JP" altLang="en-US" dirty="0"/>
              <a:t>ヘッダー情報</a:t>
            </a:r>
            <a:endParaRPr lang="ja-JP" dirty="0"/>
          </a:p>
        </p:txBody>
      </p:sp>
      <p:sp>
        <p:nvSpPr>
          <p:cNvPr id="4" name="コンテンツ プレースホルダー 3">
            <a:extLst>
              <a:ext uri="{FF2B5EF4-FFF2-40B4-BE49-F238E27FC236}">
                <a16:creationId xmlns:a16="http://schemas.microsoft.com/office/drawing/2014/main" id="{D86A01E5-2FF2-49B6-8A74-F2933D0192DF}"/>
              </a:ext>
            </a:extLst>
          </p:cNvPr>
          <p:cNvSpPr>
            <a:spLocks noGrp="1"/>
          </p:cNvSpPr>
          <p:nvPr>
            <p:ph sz="quarter" idx="14"/>
          </p:nvPr>
        </p:nvSpPr>
        <p:spPr>
          <a:xfrm>
            <a:off x="674847" y="2799807"/>
            <a:ext cx="5198269" cy="2305050"/>
          </a:xfrm>
        </p:spPr>
        <p:txBody>
          <a:bodyPr rtlCol="0">
            <a:normAutofit lnSpcReduction="10000"/>
          </a:bodyPr>
          <a:lstStyle>
            <a:defPPr>
              <a:defRPr lang="ja-JP"/>
            </a:defPPr>
          </a:lstStyle>
          <a:p>
            <a:pPr marL="0" indent="0" rtl="0">
              <a:buNone/>
            </a:pPr>
            <a:r>
              <a:rPr lang="ja-JP" altLang="en-US" sz="3200" b="1" dirty="0"/>
              <a:t>ヘッダー情報</a:t>
            </a:r>
            <a:endParaRPr lang="en-US" altLang="ja-JP" sz="3200" dirty="0"/>
          </a:p>
          <a:p>
            <a:pPr marL="0" indent="0" rtl="0">
              <a:buNone/>
            </a:pPr>
            <a:r>
              <a:rPr lang="ja-JP" altLang="en-US" b="1" dirty="0"/>
              <a:t>ヘッダー情報</a:t>
            </a:r>
            <a:r>
              <a:rPr lang="ja-JP" altLang="en-US" dirty="0"/>
              <a:t>とは、送信するデータ（ペイロード）の前に付加される</a:t>
            </a:r>
            <a:r>
              <a:rPr lang="ja-JP" altLang="en-US" b="1" dirty="0"/>
              <a:t>制御情報</a:t>
            </a:r>
            <a:r>
              <a:rPr lang="ja-JP" altLang="en-US" dirty="0"/>
              <a:t>です。</a:t>
            </a:r>
            <a:br>
              <a:rPr lang="ja-JP" altLang="en-US" dirty="0"/>
            </a:br>
            <a:r>
              <a:rPr lang="ja-JP" altLang="en-US" dirty="0"/>
              <a:t>このヘッダーにより、受信側は「誰から来たか」「誰宛か」「どのプロトコルで処理すべきか」などを判断できます。</a:t>
            </a:r>
            <a:endParaRPr lang="en-US" altLang="ja-JP" dirty="0"/>
          </a:p>
        </p:txBody>
      </p:sp>
    </p:spTree>
    <p:extLst>
      <p:ext uri="{BB962C8B-B14F-4D97-AF65-F5344CB8AC3E}">
        <p14:creationId xmlns:p14="http://schemas.microsoft.com/office/powerpoint/2010/main" val="1270672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E7FB6-B4B9-73DE-86C1-87DC3B3C76A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43673FA-9DD3-D305-B9C8-9AF6183098BE}"/>
              </a:ext>
            </a:extLst>
          </p:cNvPr>
          <p:cNvSpPr>
            <a:spLocks noGrp="1"/>
          </p:cNvSpPr>
          <p:nvPr>
            <p:ph type="title"/>
          </p:nvPr>
        </p:nvSpPr>
        <p:spPr>
          <a:xfrm>
            <a:off x="594361" y="278129"/>
            <a:ext cx="8909858" cy="1494596"/>
          </a:xfrm>
        </p:spPr>
        <p:txBody>
          <a:bodyPr rtlCol="0"/>
          <a:lstStyle>
            <a:defPPr>
              <a:defRPr lang="ja-JP"/>
            </a:defPPr>
          </a:lstStyle>
          <a:p>
            <a:pPr rtl="0">
              <a:lnSpc>
                <a:spcPct val="90000"/>
              </a:lnSpc>
            </a:pPr>
            <a:r>
              <a:rPr lang="ja-JP" altLang="en-US" dirty="0"/>
              <a:t>ヘッダーとプロトコルの関係</a:t>
            </a:r>
            <a:endParaRPr lang="ja-JP" dirty="0"/>
          </a:p>
        </p:txBody>
      </p:sp>
      <p:sp>
        <p:nvSpPr>
          <p:cNvPr id="3" name="コンテンツ プレースホルダー 2">
            <a:extLst>
              <a:ext uri="{FF2B5EF4-FFF2-40B4-BE49-F238E27FC236}">
                <a16:creationId xmlns:a16="http://schemas.microsoft.com/office/drawing/2014/main" id="{86348EC3-C273-9275-CE89-8F94076A3AFE}"/>
              </a:ext>
            </a:extLst>
          </p:cNvPr>
          <p:cNvSpPr>
            <a:spLocks noGrp="1"/>
          </p:cNvSpPr>
          <p:nvPr>
            <p:ph sz="quarter" idx="15"/>
          </p:nvPr>
        </p:nvSpPr>
        <p:spPr>
          <a:xfrm>
            <a:off x="594360" y="2676525"/>
            <a:ext cx="4490827" cy="752474"/>
          </a:xfrm>
        </p:spPr>
        <p:txBody>
          <a:bodyPr rtlCol="0"/>
          <a:lstStyle>
            <a:defPPr>
              <a:defRPr lang="ja-JP"/>
            </a:defPPr>
          </a:lstStyle>
          <a:p>
            <a:pPr marL="0" lvl="1" indent="0" rtl="0">
              <a:buNone/>
            </a:pPr>
            <a:r>
              <a:rPr lang="ja-JP" altLang="en-US" dirty="0"/>
              <a:t>各プロトコルは、それぞれ</a:t>
            </a:r>
            <a:r>
              <a:rPr lang="ja-JP" altLang="en-US" b="1" dirty="0"/>
              <a:t>独自のヘッダー形式</a:t>
            </a:r>
            <a:r>
              <a:rPr lang="ja-JP" altLang="en-US" dirty="0"/>
              <a:t>を持っています。</a:t>
            </a:r>
            <a:endParaRPr lang="en-US" altLang="ja-JP" dirty="0"/>
          </a:p>
        </p:txBody>
      </p:sp>
      <p:sp>
        <p:nvSpPr>
          <p:cNvPr id="4" name="コンテンツ プレースホルダー 3">
            <a:extLst>
              <a:ext uri="{FF2B5EF4-FFF2-40B4-BE49-F238E27FC236}">
                <a16:creationId xmlns:a16="http://schemas.microsoft.com/office/drawing/2014/main" id="{84CD6D9B-3497-CF64-5202-E86C5971BE0A}"/>
              </a:ext>
            </a:extLst>
          </p:cNvPr>
          <p:cNvSpPr>
            <a:spLocks noGrp="1"/>
          </p:cNvSpPr>
          <p:nvPr>
            <p:ph sz="quarter" idx="16"/>
          </p:nvPr>
        </p:nvSpPr>
        <p:spPr>
          <a:xfrm>
            <a:off x="4732928" y="3709793"/>
            <a:ext cx="2573170" cy="2102827"/>
          </a:xfrm>
        </p:spPr>
        <p:txBody>
          <a:bodyPr rtlCol="0">
            <a:normAutofit/>
          </a:bodyPr>
          <a:lstStyle>
            <a:defPPr>
              <a:defRPr lang="ja-JP"/>
            </a:defPPr>
          </a:lstStyle>
          <a:p>
            <a:pPr marL="0" lvl="1" indent="0" rtl="0">
              <a:buNone/>
            </a:pPr>
            <a:r>
              <a:rPr lang="en-US" altLang="ja-JP" dirty="0"/>
              <a:t>IP</a:t>
            </a:r>
            <a:r>
              <a:rPr lang="ja-JP" altLang="en-US" dirty="0"/>
              <a:t>ヘッダー</a:t>
            </a:r>
            <a:endParaRPr lang="en-US" altLang="ja-JP" dirty="0"/>
          </a:p>
          <a:p>
            <a:pPr lvl="1" rtl="0"/>
            <a:r>
              <a:rPr lang="ja-JP" altLang="en-US" dirty="0"/>
              <a:t>送信元</a:t>
            </a:r>
            <a:r>
              <a:rPr lang="en-US" altLang="ja-JP" dirty="0"/>
              <a:t>IP</a:t>
            </a:r>
            <a:r>
              <a:rPr lang="ja-JP" altLang="en-US" dirty="0"/>
              <a:t>アドレス</a:t>
            </a:r>
            <a:endParaRPr lang="en-US" altLang="ja-JP" dirty="0"/>
          </a:p>
          <a:p>
            <a:pPr lvl="1" rtl="0"/>
            <a:r>
              <a:rPr lang="ja-JP" altLang="en-US" dirty="0"/>
              <a:t>宛先</a:t>
            </a:r>
            <a:r>
              <a:rPr lang="en-US" altLang="ja-JP" dirty="0"/>
              <a:t>IP</a:t>
            </a:r>
            <a:r>
              <a:rPr lang="ja-JP" altLang="en-US" dirty="0"/>
              <a:t>アドレス</a:t>
            </a:r>
            <a:endParaRPr lang="en-US" altLang="ja-JP" dirty="0"/>
          </a:p>
          <a:p>
            <a:pPr lvl="1" rtl="0"/>
            <a:r>
              <a:rPr lang="ja-JP" altLang="en-US" dirty="0"/>
              <a:t>上位プロトコル番号</a:t>
            </a:r>
            <a:endParaRPr lang="en-US" altLang="ja-JP" dirty="0"/>
          </a:p>
        </p:txBody>
      </p:sp>
      <p:sp>
        <p:nvSpPr>
          <p:cNvPr id="7" name="コンテンツ プレースホルダー 3">
            <a:extLst>
              <a:ext uri="{FF2B5EF4-FFF2-40B4-BE49-F238E27FC236}">
                <a16:creationId xmlns:a16="http://schemas.microsoft.com/office/drawing/2014/main" id="{35210ABB-E5F2-C490-15E3-11E6BC6D90CB}"/>
              </a:ext>
            </a:extLst>
          </p:cNvPr>
          <p:cNvSpPr txBox="1">
            <a:spLocks/>
          </p:cNvSpPr>
          <p:nvPr/>
        </p:nvSpPr>
        <p:spPr>
          <a:xfrm>
            <a:off x="1106261" y="3709793"/>
            <a:ext cx="2573170" cy="2102827"/>
          </a:xfrm>
          <a:prstGeom prst="rect">
            <a:avLst/>
          </a:prstGeom>
        </p:spPr>
        <p:txBody>
          <a:bodyPr vert="horz" lIns="0" tIns="45720" rIns="0" bIns="0" rtlCol="0">
            <a:normAutofit/>
          </a:bodyPr>
          <a:lstStyle>
            <a:defPPr>
              <a:defRPr lang="ja-JP"/>
            </a:defPPr>
            <a:lvl1pPr marL="0" indent="0" algn="l" defTabSz="914400" rtl="0" eaLnBrk="1" latinLnBrk="0" hangingPunct="1">
              <a:lnSpc>
                <a:spcPct val="90000"/>
              </a:lnSpc>
              <a:spcBef>
                <a:spcPts val="1800"/>
              </a:spcBef>
              <a:buFont typeface="Arial" panose="020B0604020202020204" pitchFamily="34" charset="0"/>
              <a:buNone/>
              <a:defRPr kumimoji="1" lang="ja-JP" sz="2000" b="0" i="0" kern="1200">
                <a:solidFill>
                  <a:schemeClr val="bg1"/>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5486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82296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10058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pPr marL="0" lvl="1" indent="0">
              <a:buFont typeface="Arial" panose="020B0604020202020204" pitchFamily="34" charset="0"/>
              <a:buNone/>
            </a:pPr>
            <a:r>
              <a:rPr lang="en-US" altLang="ja-JP" dirty="0"/>
              <a:t>Ethernet</a:t>
            </a:r>
            <a:r>
              <a:rPr lang="ja-JP" altLang="en-US" dirty="0"/>
              <a:t>ヘッダー</a:t>
            </a:r>
          </a:p>
          <a:p>
            <a:pPr lvl="1"/>
            <a:r>
              <a:rPr lang="ja-JP" altLang="en-US" dirty="0"/>
              <a:t>送信元</a:t>
            </a:r>
            <a:r>
              <a:rPr lang="en-US" altLang="ja-JP" dirty="0"/>
              <a:t>MAC</a:t>
            </a:r>
            <a:r>
              <a:rPr lang="ja-JP" altLang="en-US" dirty="0"/>
              <a:t>アドレス</a:t>
            </a:r>
          </a:p>
          <a:p>
            <a:pPr lvl="1"/>
            <a:r>
              <a:rPr lang="ja-JP" altLang="en-US" dirty="0"/>
              <a:t>宛先</a:t>
            </a:r>
            <a:r>
              <a:rPr lang="en-US" altLang="ja-JP" dirty="0"/>
              <a:t>MAC</a:t>
            </a:r>
            <a:r>
              <a:rPr lang="ja-JP" altLang="en-US" dirty="0"/>
              <a:t>アドレス</a:t>
            </a:r>
          </a:p>
          <a:p>
            <a:pPr lvl="1"/>
            <a:r>
              <a:rPr lang="ja-JP" altLang="en-US" dirty="0"/>
              <a:t>上位プロトコル種別</a:t>
            </a:r>
          </a:p>
        </p:txBody>
      </p:sp>
      <p:sp>
        <p:nvSpPr>
          <p:cNvPr id="8" name="コンテンツ プレースホルダー 3">
            <a:extLst>
              <a:ext uri="{FF2B5EF4-FFF2-40B4-BE49-F238E27FC236}">
                <a16:creationId xmlns:a16="http://schemas.microsoft.com/office/drawing/2014/main" id="{227FFCBC-4CF7-85D8-3A74-AC63C9A29FE2}"/>
              </a:ext>
            </a:extLst>
          </p:cNvPr>
          <p:cNvSpPr txBox="1">
            <a:spLocks/>
          </p:cNvSpPr>
          <p:nvPr/>
        </p:nvSpPr>
        <p:spPr>
          <a:xfrm>
            <a:off x="8217634" y="3709793"/>
            <a:ext cx="2573170" cy="2382029"/>
          </a:xfrm>
          <a:prstGeom prst="rect">
            <a:avLst/>
          </a:prstGeom>
        </p:spPr>
        <p:txBody>
          <a:bodyPr vert="horz" lIns="0" tIns="45720" rIns="0" bIns="0" rtlCol="0">
            <a:normAutofit/>
          </a:bodyPr>
          <a:lstStyle>
            <a:defPPr>
              <a:defRPr lang="ja-JP"/>
            </a:defPPr>
            <a:lvl1pPr marL="0" indent="0" algn="l" defTabSz="914400" rtl="0" eaLnBrk="1" latinLnBrk="0" hangingPunct="1">
              <a:lnSpc>
                <a:spcPct val="90000"/>
              </a:lnSpc>
              <a:spcBef>
                <a:spcPts val="1800"/>
              </a:spcBef>
              <a:buFont typeface="Arial" panose="020B0604020202020204" pitchFamily="34" charset="0"/>
              <a:buNone/>
              <a:defRPr kumimoji="1" lang="ja-JP" sz="2000" b="0" i="0" kern="1200">
                <a:solidFill>
                  <a:schemeClr val="bg1"/>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5486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82296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10058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pPr marL="0" lvl="1" indent="0">
              <a:buFont typeface="Arial" panose="020B0604020202020204" pitchFamily="34" charset="0"/>
              <a:buNone/>
            </a:pPr>
            <a:r>
              <a:rPr lang="en-US" altLang="ja-JP" dirty="0"/>
              <a:t>TCP</a:t>
            </a:r>
            <a:r>
              <a:rPr lang="ja-JP" altLang="en-US" dirty="0"/>
              <a:t>ヘッダー</a:t>
            </a:r>
            <a:endParaRPr lang="en-US" altLang="ja-JP" dirty="0"/>
          </a:p>
          <a:p>
            <a:pPr lvl="1"/>
            <a:r>
              <a:rPr lang="ja-JP" altLang="en-US" dirty="0"/>
              <a:t>送信元ポート番号</a:t>
            </a:r>
            <a:endParaRPr lang="en-US" altLang="ja-JP" dirty="0"/>
          </a:p>
          <a:p>
            <a:pPr lvl="1"/>
            <a:r>
              <a:rPr lang="ja-JP" altLang="en-US" dirty="0"/>
              <a:t>宛先ポート番号</a:t>
            </a:r>
            <a:endParaRPr lang="en-US" altLang="ja-JP" dirty="0"/>
          </a:p>
          <a:p>
            <a:pPr lvl="1"/>
            <a:r>
              <a:rPr lang="ja-JP" altLang="en-US" dirty="0"/>
              <a:t>シーケンス番号</a:t>
            </a:r>
            <a:endParaRPr lang="en-US" altLang="ja-JP" dirty="0"/>
          </a:p>
          <a:p>
            <a:pPr lvl="1"/>
            <a:r>
              <a:rPr lang="ja-JP" altLang="en-US" dirty="0"/>
              <a:t>制御フラグ</a:t>
            </a:r>
          </a:p>
        </p:txBody>
      </p:sp>
    </p:spTree>
    <p:extLst>
      <p:ext uri="{BB962C8B-B14F-4D97-AF65-F5344CB8AC3E}">
        <p14:creationId xmlns:p14="http://schemas.microsoft.com/office/powerpoint/2010/main" val="18775043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81E02-1BD6-AB08-9DC8-5E84154D01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9BA038-38B0-8C2D-7A82-74CBB4E5446E}"/>
              </a:ext>
            </a:extLst>
          </p:cNvPr>
          <p:cNvSpPr>
            <a:spLocks noGrp="1"/>
          </p:cNvSpPr>
          <p:nvPr>
            <p:ph type="title"/>
          </p:nvPr>
        </p:nvSpPr>
        <p:spPr>
          <a:xfrm>
            <a:off x="1131266" y="334774"/>
            <a:ext cx="9454804" cy="1230979"/>
          </a:xfrm>
        </p:spPr>
        <p:txBody>
          <a:bodyPr rtlCol="0" anchor="b">
            <a:normAutofit/>
          </a:bodyPr>
          <a:lstStyle>
            <a:defPPr>
              <a:defRPr lang="ja-JP"/>
            </a:defPPr>
          </a:lstStyle>
          <a:p>
            <a:pPr rtl="0"/>
            <a:r>
              <a:rPr lang="ja-JP" altLang="en-US" sz="2400" dirty="0"/>
              <a:t>というのが下図で行われています。</a:t>
            </a:r>
            <a:br>
              <a:rPr lang="en-US" altLang="ja-JP" sz="2400" dirty="0"/>
            </a:br>
            <a:r>
              <a:rPr lang="ja-JP" altLang="en-US" sz="2400" dirty="0"/>
              <a:t>実際に障害が起きたときは、どこで問題が起きているのか</a:t>
            </a:r>
            <a:br>
              <a:rPr lang="en-US" altLang="ja-JP" sz="2400" dirty="0"/>
            </a:br>
            <a:r>
              <a:rPr lang="ja-JP" altLang="en-US" sz="2400" dirty="0"/>
              <a:t>特定する必要があります。</a:t>
            </a:r>
            <a:endParaRPr lang="ja-JP" sz="2400" dirty="0"/>
          </a:p>
        </p:txBody>
      </p:sp>
      <p:pic>
        <p:nvPicPr>
          <p:cNvPr id="4" name="図プレースホルダー 52">
            <a:extLst>
              <a:ext uri="{FF2B5EF4-FFF2-40B4-BE49-F238E27FC236}">
                <a16:creationId xmlns:a16="http://schemas.microsoft.com/office/drawing/2014/main" id="{29C80494-78EC-0AF7-2FD4-29EE17349B4B}"/>
              </a:ext>
            </a:extLst>
          </p:cNvPr>
          <p:cNvPicPr>
            <a:picLocks/>
          </p:cNvPicPr>
          <p:nvPr/>
        </p:nvPicPr>
        <p:blipFill>
          <a:blip r:embed="rId3">
            <a:extLst>
              <a:ext uri="{28A0092B-C50C-407E-A947-70E740481C1C}">
                <a14:useLocalDpi xmlns:a14="http://schemas.microsoft.com/office/drawing/2010/main" val="0"/>
              </a:ext>
            </a:extLst>
          </a:blip>
          <a:srcRect/>
          <a:stretch/>
        </p:blipFill>
        <p:spPr>
          <a:xfrm>
            <a:off x="5858668" y="2652781"/>
            <a:ext cx="5546308" cy="3870445"/>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a:noFill/>
        </p:spPr>
      </p:pic>
      <p:pic>
        <p:nvPicPr>
          <p:cNvPr id="8" name="図プレースホルダー 52">
            <a:extLst>
              <a:ext uri="{FF2B5EF4-FFF2-40B4-BE49-F238E27FC236}">
                <a16:creationId xmlns:a16="http://schemas.microsoft.com/office/drawing/2014/main" id="{191AA957-DA69-7BDF-D537-42C4EA64ABFA}"/>
              </a:ext>
            </a:extLst>
          </p:cNvPr>
          <p:cNvPicPr>
            <a:picLocks/>
          </p:cNvPicPr>
          <p:nvPr/>
        </p:nvPicPr>
        <p:blipFill>
          <a:blip r:embed="rId4">
            <a:extLst>
              <a:ext uri="{28A0092B-C50C-407E-A947-70E740481C1C}">
                <a14:useLocalDpi xmlns:a14="http://schemas.microsoft.com/office/drawing/2010/main" val="0"/>
              </a:ext>
            </a:extLst>
          </a:blip>
          <a:stretch/>
        </p:blipFill>
        <p:spPr>
          <a:xfrm>
            <a:off x="335590" y="2557893"/>
            <a:ext cx="5546308" cy="3965333"/>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a:noFill/>
        </p:spPr>
      </p:pic>
    </p:spTree>
    <p:extLst>
      <p:ext uri="{BB962C8B-B14F-4D97-AF65-F5344CB8AC3E}">
        <p14:creationId xmlns:p14="http://schemas.microsoft.com/office/powerpoint/2010/main" val="42222752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1FED1-D832-0AF5-FEE5-66DF639052EF}"/>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9B8D3DDE-3FE4-B555-A406-DC71FA97D578}"/>
              </a:ext>
            </a:extLst>
          </p:cNvPr>
          <p:cNvSpPr>
            <a:spLocks noGrp="1"/>
          </p:cNvSpPr>
          <p:nvPr>
            <p:ph type="ctrTitle"/>
          </p:nvPr>
        </p:nvSpPr>
        <p:spPr>
          <a:xfrm>
            <a:off x="5761973" y="411479"/>
            <a:ext cx="6034331" cy="3291840"/>
          </a:xfrm>
        </p:spPr>
        <p:txBody>
          <a:bodyPr rtlCol="0"/>
          <a:lstStyle>
            <a:defPPr>
              <a:defRPr lang="ja-JP"/>
            </a:defPPr>
          </a:lstStyle>
          <a:p>
            <a:pPr algn="ctr" rtl="0"/>
            <a:br>
              <a:rPr lang="en-US" altLang="ja-JP" dirty="0"/>
            </a:br>
            <a:r>
              <a:rPr lang="en-US" altLang="ja-JP" dirty="0"/>
              <a:t>OSI</a:t>
            </a:r>
            <a:r>
              <a:rPr lang="ja-JP" altLang="en-US" dirty="0"/>
              <a:t>参照モデルの</a:t>
            </a:r>
            <a:br>
              <a:rPr lang="en-US" altLang="ja-JP" dirty="0"/>
            </a:br>
            <a:r>
              <a:rPr lang="ja-JP" altLang="en-US" dirty="0"/>
              <a:t>各レイヤーについて</a:t>
            </a:r>
            <a:endParaRPr lang="ja-JP" dirty="0"/>
          </a:p>
        </p:txBody>
      </p:sp>
      <p:sp>
        <p:nvSpPr>
          <p:cNvPr id="3" name="テキスト プレースホルダー 2">
            <a:extLst>
              <a:ext uri="{FF2B5EF4-FFF2-40B4-BE49-F238E27FC236}">
                <a16:creationId xmlns:a16="http://schemas.microsoft.com/office/drawing/2014/main" id="{97B40460-C8BE-F7AE-19F6-2A2785A6006C}"/>
              </a:ext>
            </a:extLst>
          </p:cNvPr>
          <p:cNvSpPr>
            <a:spLocks noGrp="1"/>
          </p:cNvSpPr>
          <p:nvPr>
            <p:ph type="body" sz="quarter" idx="11"/>
          </p:nvPr>
        </p:nvSpPr>
        <p:spPr>
          <a:xfrm flipV="1">
            <a:off x="11504023" y="6195471"/>
            <a:ext cx="292282" cy="100825"/>
          </a:xfrm>
        </p:spPr>
        <p:txBody>
          <a:bodyPr rtlCol="0">
            <a:normAutofit fontScale="32500" lnSpcReduction="20000"/>
          </a:bodyPr>
          <a:lstStyle>
            <a:defPPr>
              <a:defRPr lang="ja-JP"/>
            </a:defPPr>
          </a:lstStyle>
          <a:p>
            <a:pPr rtl="0"/>
            <a:endParaRPr lang="ja-JP" dirty="0"/>
          </a:p>
        </p:txBody>
      </p:sp>
    </p:spTree>
    <p:extLst>
      <p:ext uri="{BB962C8B-B14F-4D97-AF65-F5344CB8AC3E}">
        <p14:creationId xmlns:p14="http://schemas.microsoft.com/office/powerpoint/2010/main" val="2609081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2034F-EE69-AC9B-A846-8101C1B48B05}"/>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F747CC17-7A3D-E7A6-B5F9-04EB081C23B7}"/>
              </a:ext>
            </a:extLst>
          </p:cNvPr>
          <p:cNvSpPr>
            <a:spLocks noGrp="1"/>
          </p:cNvSpPr>
          <p:nvPr>
            <p:ph type="title"/>
          </p:nvPr>
        </p:nvSpPr>
        <p:spPr>
          <a:xfrm>
            <a:off x="643346" y="0"/>
            <a:ext cx="9643654" cy="1680205"/>
          </a:xfrm>
        </p:spPr>
        <p:txBody>
          <a:bodyPr rtlCol="0" anchor="b">
            <a:normAutofit/>
          </a:bodyPr>
          <a:lstStyle>
            <a:defPPr>
              <a:defRPr lang="ja-JP"/>
            </a:defPPr>
          </a:lstStyle>
          <a:p>
            <a:pPr rtl="0"/>
            <a:r>
              <a:rPr lang="ja-JP" altLang="en-US" dirty="0"/>
              <a:t>ここからは</a:t>
            </a:r>
            <a:r>
              <a:rPr lang="en-US" altLang="ja-JP" dirty="0"/>
              <a:t>OSI</a:t>
            </a:r>
            <a:r>
              <a:rPr lang="ja-JP" altLang="en-US" dirty="0"/>
              <a:t>参照モデルの各階層についてみていきましょう</a:t>
            </a:r>
            <a:endParaRPr lang="en-US" altLang="ja-JP" dirty="0"/>
          </a:p>
        </p:txBody>
      </p:sp>
      <p:pic>
        <p:nvPicPr>
          <p:cNvPr id="5" name="図プレースホルダー 52">
            <a:extLst>
              <a:ext uri="{FF2B5EF4-FFF2-40B4-BE49-F238E27FC236}">
                <a16:creationId xmlns:a16="http://schemas.microsoft.com/office/drawing/2014/main" id="{AFCD5EA1-7C1A-0219-64BA-19EC3A884F34}"/>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p:blipFill>
        <p:spPr>
          <a:xfrm>
            <a:off x="5794987" y="1159329"/>
            <a:ext cx="5455399" cy="5595796"/>
          </a:xfrm>
          <a:noFill/>
        </p:spPr>
      </p:pic>
    </p:spTree>
    <p:extLst>
      <p:ext uri="{BB962C8B-B14F-4D97-AF65-F5344CB8AC3E}">
        <p14:creationId xmlns:p14="http://schemas.microsoft.com/office/powerpoint/2010/main" val="9297120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7A05C-8E80-8B65-AABF-DBB15AB6C5A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BF4999-D3D2-E817-181F-884C66CB5005}"/>
              </a:ext>
            </a:extLst>
          </p:cNvPr>
          <p:cNvSpPr>
            <a:spLocks noGrp="1"/>
          </p:cNvSpPr>
          <p:nvPr>
            <p:ph type="title"/>
          </p:nvPr>
        </p:nvSpPr>
        <p:spPr/>
        <p:txBody>
          <a:bodyPr rtlCol="0"/>
          <a:lstStyle>
            <a:defPPr>
              <a:defRPr lang="ja-JP"/>
            </a:defPPr>
          </a:lstStyle>
          <a:p>
            <a:r>
              <a:rPr lang="ja-JP" altLang="en-US" dirty="0"/>
              <a:t>第</a:t>
            </a:r>
            <a:r>
              <a:rPr lang="en-US" altLang="ja-JP" dirty="0"/>
              <a:t>7</a:t>
            </a:r>
            <a:r>
              <a:rPr lang="ja-JP" altLang="en-US" dirty="0"/>
              <a:t>層：アプリケーション層</a:t>
            </a:r>
            <a:endParaRPr lang="zh-TW" altLang="en-US" dirty="0">
              <a:effectLst/>
              <a:latin typeface="Consolas" panose="020B0609020204030204" pitchFamily="49" charset="0"/>
            </a:endParaRPr>
          </a:p>
        </p:txBody>
      </p:sp>
      <p:sp>
        <p:nvSpPr>
          <p:cNvPr id="3" name="コンテンツ プレースホルダー 2">
            <a:extLst>
              <a:ext uri="{FF2B5EF4-FFF2-40B4-BE49-F238E27FC236}">
                <a16:creationId xmlns:a16="http://schemas.microsoft.com/office/drawing/2014/main" id="{613EF794-85DB-6C31-E447-8353697209E6}"/>
              </a:ext>
            </a:extLst>
          </p:cNvPr>
          <p:cNvSpPr>
            <a:spLocks noGrp="1"/>
          </p:cNvSpPr>
          <p:nvPr>
            <p:ph sz="quarter" idx="13"/>
          </p:nvPr>
        </p:nvSpPr>
        <p:spPr>
          <a:xfrm>
            <a:off x="343839" y="4674089"/>
            <a:ext cx="6670737" cy="1503123"/>
          </a:xfrm>
        </p:spPr>
        <p:txBody>
          <a:bodyPr rtlCol="0">
            <a:normAutofit/>
          </a:bodyPr>
          <a:lstStyle>
            <a:defPPr>
              <a:defRPr lang="ja-JP"/>
            </a:defPPr>
          </a:lstStyle>
          <a:p>
            <a:pPr rtl="0"/>
            <a:r>
              <a:rPr lang="ja-JP" altLang="en-US" dirty="0"/>
              <a:t>ユーザーやアプリケーションに直接サービスを提供</a:t>
            </a:r>
            <a:endParaRPr lang="en-US" altLang="ja-JP" dirty="0"/>
          </a:p>
          <a:p>
            <a:pPr rtl="0"/>
            <a:r>
              <a:rPr lang="ja-JP" altLang="en-US" dirty="0"/>
              <a:t>ネットワークアプリケーションの動作定義</a:t>
            </a:r>
            <a:endParaRPr lang="ja-JP" dirty="0"/>
          </a:p>
        </p:txBody>
      </p:sp>
      <p:sp>
        <p:nvSpPr>
          <p:cNvPr id="7" name="四角形: 角を丸くする 6">
            <a:extLst>
              <a:ext uri="{FF2B5EF4-FFF2-40B4-BE49-F238E27FC236}">
                <a16:creationId xmlns:a16="http://schemas.microsoft.com/office/drawing/2014/main" id="{ADDCCB7E-989F-ABAF-21B5-BA4E322B1B0F}"/>
              </a:ext>
            </a:extLst>
          </p:cNvPr>
          <p:cNvSpPr/>
          <p:nvPr/>
        </p:nvSpPr>
        <p:spPr>
          <a:xfrm>
            <a:off x="343839" y="4173048"/>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ysClr val="windowText" lastClr="000000"/>
                </a:solidFill>
              </a:rPr>
              <a:t>役割</a:t>
            </a:r>
            <a:endParaRPr kumimoji="1" lang="ja-JP" altLang="en-US" sz="3200" dirty="0">
              <a:solidFill>
                <a:sysClr val="windowText" lastClr="000000"/>
              </a:solidFill>
            </a:endParaRPr>
          </a:p>
        </p:txBody>
      </p:sp>
      <p:sp>
        <p:nvSpPr>
          <p:cNvPr id="8" name="コンテンツ プレースホルダー 2">
            <a:extLst>
              <a:ext uri="{FF2B5EF4-FFF2-40B4-BE49-F238E27FC236}">
                <a16:creationId xmlns:a16="http://schemas.microsoft.com/office/drawing/2014/main" id="{2B22376D-063F-155E-DA22-81F47690B179}"/>
              </a:ext>
            </a:extLst>
          </p:cNvPr>
          <p:cNvSpPr txBox="1">
            <a:spLocks/>
          </p:cNvSpPr>
          <p:nvPr/>
        </p:nvSpPr>
        <p:spPr>
          <a:xfrm>
            <a:off x="7382108" y="4674089"/>
            <a:ext cx="3338814" cy="1503123"/>
          </a:xfrm>
          <a:prstGeom prst="rect">
            <a:avLst/>
          </a:prstGeom>
        </p:spPr>
        <p:txBody>
          <a:bodyPr vert="horz" lIns="0" tIns="228600" rIns="0" bIns="0" rtlCol="0">
            <a:normAutofit fontScale="92500" lnSpcReduction="10000"/>
          </a:bodyPr>
          <a:lstStyle>
            <a:defPPr>
              <a:defRPr lang="ja-JP"/>
            </a:defPPr>
            <a:lvl1pPr marL="283464" indent="-283464" algn="l" defTabSz="914400" rtl="0" eaLnBrk="1" latinLnBrk="0" hangingPunct="1">
              <a:lnSpc>
                <a:spcPct val="80000"/>
              </a:lnSpc>
              <a:spcBef>
                <a:spcPts val="2200"/>
              </a:spcBef>
              <a:buFont typeface="Arial" panose="020B0604020202020204" pitchFamily="34" charset="0"/>
              <a:buChar char="•"/>
              <a:defRPr kumimoji="1" lang="ja-JP" sz="2400" b="1" i="0" kern="1200" dirty="0">
                <a:solidFill>
                  <a:schemeClr val="tx2">
                    <a:lumMod val="75000"/>
                  </a:schemeClr>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6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en-US" altLang="ja-JP" dirty="0"/>
              <a:t>HTTP / HTTPS</a:t>
            </a:r>
          </a:p>
          <a:p>
            <a:r>
              <a:rPr lang="en-US" altLang="ja-JP" dirty="0"/>
              <a:t>FTP</a:t>
            </a:r>
          </a:p>
          <a:p>
            <a:r>
              <a:rPr lang="en-US" altLang="ja-JP" dirty="0"/>
              <a:t>DNS</a:t>
            </a:r>
            <a:endParaRPr lang="ja-JP" altLang="en-US" dirty="0"/>
          </a:p>
        </p:txBody>
      </p:sp>
      <p:sp>
        <p:nvSpPr>
          <p:cNvPr id="9" name="四角形: 角を丸くする 8">
            <a:extLst>
              <a:ext uri="{FF2B5EF4-FFF2-40B4-BE49-F238E27FC236}">
                <a16:creationId xmlns:a16="http://schemas.microsoft.com/office/drawing/2014/main" id="{4D4E0EED-FEB7-33FE-DC63-265FB3EED232}"/>
              </a:ext>
            </a:extLst>
          </p:cNvPr>
          <p:cNvSpPr/>
          <p:nvPr/>
        </p:nvSpPr>
        <p:spPr>
          <a:xfrm>
            <a:off x="7382107" y="4173048"/>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chemeClr val="bg1"/>
                </a:solidFill>
              </a:rPr>
              <a:t>具体例</a:t>
            </a:r>
            <a:endParaRPr kumimoji="1" lang="ja-JP" altLang="en-US" sz="3200" dirty="0">
              <a:solidFill>
                <a:schemeClr val="bg1"/>
              </a:solidFill>
            </a:endParaRPr>
          </a:p>
        </p:txBody>
      </p:sp>
      <p:sp>
        <p:nvSpPr>
          <p:cNvPr id="5" name="テキスト ボックス 4">
            <a:extLst>
              <a:ext uri="{FF2B5EF4-FFF2-40B4-BE49-F238E27FC236}">
                <a16:creationId xmlns:a16="http://schemas.microsoft.com/office/drawing/2014/main" id="{C1404A5A-57FF-8DFB-7280-362B03195A36}"/>
              </a:ext>
            </a:extLst>
          </p:cNvPr>
          <p:cNvSpPr txBox="1"/>
          <p:nvPr/>
        </p:nvSpPr>
        <p:spPr>
          <a:xfrm>
            <a:off x="594360" y="2561946"/>
            <a:ext cx="5894122" cy="461665"/>
          </a:xfrm>
          <a:prstGeom prst="rect">
            <a:avLst/>
          </a:prstGeom>
          <a:noFill/>
        </p:spPr>
        <p:txBody>
          <a:bodyPr wrap="square">
            <a:spAutoFit/>
          </a:bodyPr>
          <a:lstStyle/>
          <a:p>
            <a:r>
              <a:rPr lang="ja-JP" altLang="en-US" sz="2400" dirty="0">
                <a:solidFill>
                  <a:schemeClr val="bg1"/>
                </a:solidFill>
              </a:rPr>
              <a:t>ユーザーがアプリケーションを操作する規格</a:t>
            </a:r>
          </a:p>
        </p:txBody>
      </p:sp>
    </p:spTree>
    <p:extLst>
      <p:ext uri="{BB962C8B-B14F-4D97-AF65-F5344CB8AC3E}">
        <p14:creationId xmlns:p14="http://schemas.microsoft.com/office/powerpoint/2010/main" val="25022287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43091-BEB1-115C-6516-E666F55CDCE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B0C56FD-6F1A-3184-796F-780701AF3493}"/>
              </a:ext>
            </a:extLst>
          </p:cNvPr>
          <p:cNvSpPr>
            <a:spLocks noGrp="1"/>
          </p:cNvSpPr>
          <p:nvPr>
            <p:ph type="title"/>
          </p:nvPr>
        </p:nvSpPr>
        <p:spPr/>
        <p:txBody>
          <a:bodyPr rtlCol="0"/>
          <a:lstStyle>
            <a:defPPr>
              <a:defRPr lang="ja-JP"/>
            </a:defPPr>
          </a:lstStyle>
          <a:p>
            <a:r>
              <a:rPr lang="ja-JP" altLang="en-US" dirty="0"/>
              <a:t>第</a:t>
            </a:r>
            <a:r>
              <a:rPr lang="en-US" altLang="ja-JP" dirty="0"/>
              <a:t>6</a:t>
            </a:r>
            <a:r>
              <a:rPr lang="ja-JP" altLang="en-US" dirty="0"/>
              <a:t>層：プレゼンテーション層</a:t>
            </a:r>
            <a:endParaRPr lang="zh-TW" altLang="en-US" dirty="0">
              <a:effectLst/>
              <a:latin typeface="Consolas" panose="020B0609020204030204" pitchFamily="49" charset="0"/>
            </a:endParaRPr>
          </a:p>
        </p:txBody>
      </p:sp>
      <p:sp>
        <p:nvSpPr>
          <p:cNvPr id="3" name="コンテンツ プレースホルダー 2">
            <a:extLst>
              <a:ext uri="{FF2B5EF4-FFF2-40B4-BE49-F238E27FC236}">
                <a16:creationId xmlns:a16="http://schemas.microsoft.com/office/drawing/2014/main" id="{94E0DCA4-237C-1A73-151C-6E42AA7B5ED5}"/>
              </a:ext>
            </a:extLst>
          </p:cNvPr>
          <p:cNvSpPr>
            <a:spLocks noGrp="1"/>
          </p:cNvSpPr>
          <p:nvPr>
            <p:ph sz="quarter" idx="13"/>
          </p:nvPr>
        </p:nvSpPr>
        <p:spPr>
          <a:xfrm>
            <a:off x="594361" y="4703337"/>
            <a:ext cx="3514178" cy="1503123"/>
          </a:xfrm>
        </p:spPr>
        <p:txBody>
          <a:bodyPr rtlCol="0">
            <a:normAutofit fontScale="92500" lnSpcReduction="10000"/>
          </a:bodyPr>
          <a:lstStyle>
            <a:defPPr>
              <a:defRPr lang="ja-JP"/>
            </a:defPPr>
          </a:lstStyle>
          <a:p>
            <a:pPr rtl="0"/>
            <a:r>
              <a:rPr lang="ja-JP" altLang="en-US" dirty="0"/>
              <a:t>データ形式の変換</a:t>
            </a:r>
            <a:endParaRPr lang="en-US" altLang="ja-JP" dirty="0"/>
          </a:p>
          <a:p>
            <a:pPr rtl="0"/>
            <a:r>
              <a:rPr lang="ja-JP" altLang="en-US" dirty="0"/>
              <a:t>文字コード変換</a:t>
            </a:r>
            <a:endParaRPr lang="en-US" altLang="ja-JP" dirty="0"/>
          </a:p>
          <a:p>
            <a:pPr rtl="0"/>
            <a:r>
              <a:rPr lang="ja-JP" altLang="en-US" dirty="0"/>
              <a:t>暗号化・復号</a:t>
            </a:r>
            <a:endParaRPr lang="ja-JP" dirty="0"/>
          </a:p>
        </p:txBody>
      </p:sp>
      <p:sp>
        <p:nvSpPr>
          <p:cNvPr id="7" name="四角形: 角を丸くする 6">
            <a:extLst>
              <a:ext uri="{FF2B5EF4-FFF2-40B4-BE49-F238E27FC236}">
                <a16:creationId xmlns:a16="http://schemas.microsoft.com/office/drawing/2014/main" id="{9C0BD032-09F6-FC9F-1CCA-A201FCBB23A9}"/>
              </a:ext>
            </a:extLst>
          </p:cNvPr>
          <p:cNvSpPr/>
          <p:nvPr/>
        </p:nvSpPr>
        <p:spPr>
          <a:xfrm>
            <a:off x="594360"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ysClr val="windowText" lastClr="000000"/>
                </a:solidFill>
              </a:rPr>
              <a:t>役割</a:t>
            </a:r>
            <a:endParaRPr kumimoji="1" lang="ja-JP" altLang="en-US" sz="3200" dirty="0">
              <a:solidFill>
                <a:sysClr val="windowText" lastClr="000000"/>
              </a:solidFill>
            </a:endParaRPr>
          </a:p>
        </p:txBody>
      </p:sp>
      <p:sp>
        <p:nvSpPr>
          <p:cNvPr id="8" name="コンテンツ プレースホルダー 2">
            <a:extLst>
              <a:ext uri="{FF2B5EF4-FFF2-40B4-BE49-F238E27FC236}">
                <a16:creationId xmlns:a16="http://schemas.microsoft.com/office/drawing/2014/main" id="{31EF6D9F-DCE2-EFE9-76BA-D94DE1AB32FF}"/>
              </a:ext>
            </a:extLst>
          </p:cNvPr>
          <p:cNvSpPr txBox="1">
            <a:spLocks/>
          </p:cNvSpPr>
          <p:nvPr/>
        </p:nvSpPr>
        <p:spPr>
          <a:xfrm>
            <a:off x="7382107" y="4703337"/>
            <a:ext cx="3238605" cy="1503123"/>
          </a:xfrm>
          <a:prstGeom prst="rect">
            <a:avLst/>
          </a:prstGeom>
        </p:spPr>
        <p:txBody>
          <a:bodyPr vert="horz" lIns="0" tIns="228600" rIns="0" bIns="0" rtlCol="0">
            <a:normAutofit/>
          </a:bodyPr>
          <a:lstStyle>
            <a:defPPr>
              <a:defRPr lang="ja-JP"/>
            </a:defPPr>
            <a:lvl1pPr marL="283464" indent="-283464" algn="l" defTabSz="914400" rtl="0" eaLnBrk="1" latinLnBrk="0" hangingPunct="1">
              <a:lnSpc>
                <a:spcPct val="80000"/>
              </a:lnSpc>
              <a:spcBef>
                <a:spcPts val="2200"/>
              </a:spcBef>
              <a:buFont typeface="Arial" panose="020B0604020202020204" pitchFamily="34" charset="0"/>
              <a:buChar char="•"/>
              <a:defRPr kumimoji="1" lang="ja-JP" sz="2400" b="1" i="0" kern="1200" dirty="0">
                <a:solidFill>
                  <a:schemeClr val="tx2">
                    <a:lumMod val="75000"/>
                  </a:schemeClr>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6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en-US" altLang="ja-JP" dirty="0"/>
              <a:t>TLS/SSL</a:t>
            </a:r>
          </a:p>
          <a:p>
            <a:r>
              <a:rPr lang="en-US" altLang="ja-JP" dirty="0"/>
              <a:t>ASCII / UTF-8</a:t>
            </a:r>
          </a:p>
        </p:txBody>
      </p:sp>
      <p:sp>
        <p:nvSpPr>
          <p:cNvPr id="9" name="四角形: 角を丸くする 8">
            <a:extLst>
              <a:ext uri="{FF2B5EF4-FFF2-40B4-BE49-F238E27FC236}">
                <a16:creationId xmlns:a16="http://schemas.microsoft.com/office/drawing/2014/main" id="{56974AF6-82EA-1BAB-09B5-4C7401104A15}"/>
              </a:ext>
            </a:extLst>
          </p:cNvPr>
          <p:cNvSpPr/>
          <p:nvPr/>
        </p:nvSpPr>
        <p:spPr>
          <a:xfrm>
            <a:off x="7382107"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chemeClr val="bg1"/>
                </a:solidFill>
              </a:rPr>
              <a:t>具体例</a:t>
            </a:r>
            <a:endParaRPr kumimoji="1" lang="ja-JP" altLang="en-US" sz="3200" dirty="0">
              <a:solidFill>
                <a:schemeClr val="bg1"/>
              </a:solidFill>
            </a:endParaRPr>
          </a:p>
        </p:txBody>
      </p:sp>
      <p:sp>
        <p:nvSpPr>
          <p:cNvPr id="4" name="テキスト ボックス 3">
            <a:extLst>
              <a:ext uri="{FF2B5EF4-FFF2-40B4-BE49-F238E27FC236}">
                <a16:creationId xmlns:a16="http://schemas.microsoft.com/office/drawing/2014/main" id="{86CF9FE0-8A1A-82CA-F9E9-61EAAE392E4A}"/>
              </a:ext>
            </a:extLst>
          </p:cNvPr>
          <p:cNvSpPr txBox="1"/>
          <p:nvPr/>
        </p:nvSpPr>
        <p:spPr>
          <a:xfrm>
            <a:off x="594360" y="2577189"/>
            <a:ext cx="5894122" cy="830997"/>
          </a:xfrm>
          <a:prstGeom prst="rect">
            <a:avLst/>
          </a:prstGeom>
          <a:noFill/>
        </p:spPr>
        <p:txBody>
          <a:bodyPr wrap="square">
            <a:spAutoFit/>
          </a:bodyPr>
          <a:lstStyle/>
          <a:p>
            <a:r>
              <a:rPr lang="ja-JP" altLang="en-US" sz="2400" dirty="0">
                <a:solidFill>
                  <a:schemeClr val="bg1"/>
                </a:solidFill>
              </a:rPr>
              <a:t>データの形式を統一し、変換・圧縮・暗号化</a:t>
            </a:r>
            <a:endParaRPr lang="en-US" altLang="ja-JP" sz="2400" dirty="0">
              <a:solidFill>
                <a:schemeClr val="bg1"/>
              </a:solidFill>
            </a:endParaRPr>
          </a:p>
          <a:p>
            <a:r>
              <a:rPr lang="ja-JP" altLang="en-US" sz="2400" dirty="0">
                <a:solidFill>
                  <a:schemeClr val="bg1"/>
                </a:solidFill>
              </a:rPr>
              <a:t>を行う</a:t>
            </a:r>
          </a:p>
        </p:txBody>
      </p:sp>
    </p:spTree>
    <p:extLst>
      <p:ext uri="{BB962C8B-B14F-4D97-AF65-F5344CB8AC3E}">
        <p14:creationId xmlns:p14="http://schemas.microsoft.com/office/powerpoint/2010/main" val="13428831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B547C-6DCA-BBF0-9E4B-2E6615EB08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E145428-7FE1-0261-783C-2AE6048546A5}"/>
              </a:ext>
            </a:extLst>
          </p:cNvPr>
          <p:cNvSpPr>
            <a:spLocks noGrp="1"/>
          </p:cNvSpPr>
          <p:nvPr>
            <p:ph type="title"/>
          </p:nvPr>
        </p:nvSpPr>
        <p:spPr/>
        <p:txBody>
          <a:bodyPr rtlCol="0"/>
          <a:lstStyle>
            <a:defPPr>
              <a:defRPr lang="ja-JP"/>
            </a:defPPr>
          </a:lstStyle>
          <a:p>
            <a:r>
              <a:rPr lang="ja-JP" altLang="en-US" dirty="0"/>
              <a:t>第</a:t>
            </a:r>
            <a:r>
              <a:rPr lang="en-US" altLang="ja-JP" dirty="0"/>
              <a:t>5</a:t>
            </a:r>
            <a:r>
              <a:rPr lang="ja-JP" altLang="en-US" dirty="0"/>
              <a:t>層：セッション層</a:t>
            </a:r>
            <a:endParaRPr lang="zh-TW" altLang="en-US" dirty="0">
              <a:effectLst/>
              <a:latin typeface="Consolas" panose="020B0609020204030204" pitchFamily="49" charset="0"/>
            </a:endParaRPr>
          </a:p>
        </p:txBody>
      </p:sp>
      <p:sp>
        <p:nvSpPr>
          <p:cNvPr id="3" name="コンテンツ プレースホルダー 2">
            <a:extLst>
              <a:ext uri="{FF2B5EF4-FFF2-40B4-BE49-F238E27FC236}">
                <a16:creationId xmlns:a16="http://schemas.microsoft.com/office/drawing/2014/main" id="{DB04F9F4-430F-37B7-C3B9-F29C3C2CE03C}"/>
              </a:ext>
            </a:extLst>
          </p:cNvPr>
          <p:cNvSpPr>
            <a:spLocks noGrp="1"/>
          </p:cNvSpPr>
          <p:nvPr>
            <p:ph sz="quarter" idx="13"/>
          </p:nvPr>
        </p:nvSpPr>
        <p:spPr>
          <a:xfrm>
            <a:off x="594361" y="4703337"/>
            <a:ext cx="3514178" cy="1503123"/>
          </a:xfrm>
        </p:spPr>
        <p:txBody>
          <a:bodyPr rtlCol="0">
            <a:normAutofit/>
          </a:bodyPr>
          <a:lstStyle>
            <a:defPPr>
              <a:defRPr lang="ja-JP"/>
            </a:defPPr>
          </a:lstStyle>
          <a:p>
            <a:pPr rtl="0"/>
            <a:r>
              <a:rPr lang="ja-JP" altLang="en-US" dirty="0"/>
              <a:t>セッションの確立と切断</a:t>
            </a:r>
            <a:endParaRPr lang="en-US" altLang="ja-JP" dirty="0"/>
          </a:p>
          <a:p>
            <a:pPr rtl="0"/>
            <a:r>
              <a:rPr lang="ja-JP" altLang="en-US" dirty="0"/>
              <a:t>通信の同期</a:t>
            </a:r>
            <a:endParaRPr lang="ja-JP" dirty="0"/>
          </a:p>
        </p:txBody>
      </p:sp>
      <p:sp>
        <p:nvSpPr>
          <p:cNvPr id="7" name="四角形: 角を丸くする 6">
            <a:extLst>
              <a:ext uri="{FF2B5EF4-FFF2-40B4-BE49-F238E27FC236}">
                <a16:creationId xmlns:a16="http://schemas.microsoft.com/office/drawing/2014/main" id="{BED2797B-70E4-33E6-21E2-1740AEC71910}"/>
              </a:ext>
            </a:extLst>
          </p:cNvPr>
          <p:cNvSpPr/>
          <p:nvPr/>
        </p:nvSpPr>
        <p:spPr>
          <a:xfrm>
            <a:off x="594360"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ysClr val="windowText" lastClr="000000"/>
                </a:solidFill>
              </a:rPr>
              <a:t>役割</a:t>
            </a:r>
            <a:endParaRPr kumimoji="1" lang="ja-JP" altLang="en-US" sz="3200" dirty="0">
              <a:solidFill>
                <a:sysClr val="windowText" lastClr="000000"/>
              </a:solidFill>
            </a:endParaRPr>
          </a:p>
        </p:txBody>
      </p:sp>
      <p:sp>
        <p:nvSpPr>
          <p:cNvPr id="8" name="コンテンツ プレースホルダー 2">
            <a:extLst>
              <a:ext uri="{FF2B5EF4-FFF2-40B4-BE49-F238E27FC236}">
                <a16:creationId xmlns:a16="http://schemas.microsoft.com/office/drawing/2014/main" id="{A5B5876F-48F7-C7C2-6902-6889D420AC05}"/>
              </a:ext>
            </a:extLst>
          </p:cNvPr>
          <p:cNvSpPr txBox="1">
            <a:spLocks/>
          </p:cNvSpPr>
          <p:nvPr/>
        </p:nvSpPr>
        <p:spPr>
          <a:xfrm>
            <a:off x="7382107" y="4703337"/>
            <a:ext cx="3238605" cy="1503123"/>
          </a:xfrm>
          <a:prstGeom prst="rect">
            <a:avLst/>
          </a:prstGeom>
        </p:spPr>
        <p:txBody>
          <a:bodyPr vert="horz" lIns="0" tIns="228600" rIns="0" bIns="0" rtlCol="0">
            <a:normAutofit/>
          </a:bodyPr>
          <a:lstStyle>
            <a:defPPr>
              <a:defRPr lang="ja-JP"/>
            </a:defPPr>
            <a:lvl1pPr marL="283464" indent="-283464" algn="l" defTabSz="914400" rtl="0" eaLnBrk="1" latinLnBrk="0" hangingPunct="1">
              <a:lnSpc>
                <a:spcPct val="80000"/>
              </a:lnSpc>
              <a:spcBef>
                <a:spcPts val="2200"/>
              </a:spcBef>
              <a:buFont typeface="Arial" panose="020B0604020202020204" pitchFamily="34" charset="0"/>
              <a:buChar char="•"/>
              <a:defRPr kumimoji="1" lang="ja-JP" sz="2400" b="1" i="0" kern="1200" dirty="0">
                <a:solidFill>
                  <a:schemeClr val="tx2">
                    <a:lumMod val="75000"/>
                  </a:schemeClr>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6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en-US" altLang="ja-JP" dirty="0"/>
              <a:t>NetBIOS</a:t>
            </a:r>
            <a:r>
              <a:rPr lang="ja-JP" altLang="en-US" dirty="0"/>
              <a:t>セッション</a:t>
            </a:r>
            <a:endParaRPr lang="en-US" altLang="ja-JP" dirty="0"/>
          </a:p>
          <a:p>
            <a:r>
              <a:rPr lang="en-US" altLang="ja-JP" dirty="0"/>
              <a:t>RPC</a:t>
            </a:r>
          </a:p>
        </p:txBody>
      </p:sp>
      <p:sp>
        <p:nvSpPr>
          <p:cNvPr id="9" name="四角形: 角を丸くする 8">
            <a:extLst>
              <a:ext uri="{FF2B5EF4-FFF2-40B4-BE49-F238E27FC236}">
                <a16:creationId xmlns:a16="http://schemas.microsoft.com/office/drawing/2014/main" id="{3757D577-D017-A25B-7926-1DA7B7DC9441}"/>
              </a:ext>
            </a:extLst>
          </p:cNvPr>
          <p:cNvSpPr/>
          <p:nvPr/>
        </p:nvSpPr>
        <p:spPr>
          <a:xfrm>
            <a:off x="7382107"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chemeClr val="bg1"/>
                </a:solidFill>
              </a:rPr>
              <a:t>具体例</a:t>
            </a:r>
            <a:endParaRPr kumimoji="1" lang="ja-JP" altLang="en-US" sz="3200" dirty="0">
              <a:solidFill>
                <a:schemeClr val="bg1"/>
              </a:solidFill>
            </a:endParaRPr>
          </a:p>
        </p:txBody>
      </p:sp>
      <p:sp>
        <p:nvSpPr>
          <p:cNvPr id="4" name="テキスト ボックス 3">
            <a:extLst>
              <a:ext uri="{FF2B5EF4-FFF2-40B4-BE49-F238E27FC236}">
                <a16:creationId xmlns:a16="http://schemas.microsoft.com/office/drawing/2014/main" id="{4FCEF5B7-F016-BD21-6F44-921AD9DA20E5}"/>
              </a:ext>
            </a:extLst>
          </p:cNvPr>
          <p:cNvSpPr txBox="1"/>
          <p:nvPr/>
        </p:nvSpPr>
        <p:spPr>
          <a:xfrm>
            <a:off x="594360" y="2577189"/>
            <a:ext cx="5894122" cy="461665"/>
          </a:xfrm>
          <a:prstGeom prst="rect">
            <a:avLst/>
          </a:prstGeom>
          <a:noFill/>
        </p:spPr>
        <p:txBody>
          <a:bodyPr wrap="square">
            <a:spAutoFit/>
          </a:bodyPr>
          <a:lstStyle/>
          <a:p>
            <a:r>
              <a:rPr lang="ja-JP" altLang="en-US" sz="2400" dirty="0">
                <a:solidFill>
                  <a:schemeClr val="bg1"/>
                </a:solidFill>
              </a:rPr>
              <a:t>通信の開始・維持・終了を管理</a:t>
            </a:r>
          </a:p>
        </p:txBody>
      </p:sp>
    </p:spTree>
    <p:extLst>
      <p:ext uri="{BB962C8B-B14F-4D97-AF65-F5344CB8AC3E}">
        <p14:creationId xmlns:p14="http://schemas.microsoft.com/office/powerpoint/2010/main" val="32858801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2ADA4-A661-7675-1414-598C8B0524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79DF36D-1385-6666-0D28-8836C5509182}"/>
              </a:ext>
            </a:extLst>
          </p:cNvPr>
          <p:cNvSpPr>
            <a:spLocks noGrp="1"/>
          </p:cNvSpPr>
          <p:nvPr>
            <p:ph type="title"/>
          </p:nvPr>
        </p:nvSpPr>
        <p:spPr/>
        <p:txBody>
          <a:bodyPr rtlCol="0"/>
          <a:lstStyle>
            <a:defPPr>
              <a:defRPr lang="ja-JP"/>
            </a:defPPr>
          </a:lstStyle>
          <a:p>
            <a:r>
              <a:rPr lang="ja-JP" altLang="en-US" dirty="0"/>
              <a:t>第</a:t>
            </a:r>
            <a:r>
              <a:rPr lang="en-US" altLang="ja-JP" dirty="0"/>
              <a:t>4</a:t>
            </a:r>
            <a:r>
              <a:rPr lang="ja-JP" altLang="en-US" dirty="0"/>
              <a:t>層：トランスポート層</a:t>
            </a:r>
            <a:endParaRPr lang="zh-TW" altLang="en-US" dirty="0">
              <a:effectLst/>
              <a:latin typeface="Consolas" panose="020B0609020204030204" pitchFamily="49" charset="0"/>
            </a:endParaRPr>
          </a:p>
        </p:txBody>
      </p:sp>
      <p:sp>
        <p:nvSpPr>
          <p:cNvPr id="3" name="コンテンツ プレースホルダー 2">
            <a:extLst>
              <a:ext uri="{FF2B5EF4-FFF2-40B4-BE49-F238E27FC236}">
                <a16:creationId xmlns:a16="http://schemas.microsoft.com/office/drawing/2014/main" id="{9EAF70CB-A844-CA38-73A6-551E78D07692}"/>
              </a:ext>
            </a:extLst>
          </p:cNvPr>
          <p:cNvSpPr>
            <a:spLocks noGrp="1"/>
          </p:cNvSpPr>
          <p:nvPr>
            <p:ph sz="quarter" idx="13"/>
          </p:nvPr>
        </p:nvSpPr>
        <p:spPr>
          <a:xfrm>
            <a:off x="594360" y="4703337"/>
            <a:ext cx="6570527" cy="1747567"/>
          </a:xfrm>
        </p:spPr>
        <p:txBody>
          <a:bodyPr rtlCol="0">
            <a:normAutofit/>
          </a:bodyPr>
          <a:lstStyle>
            <a:defPPr>
              <a:defRPr lang="ja-JP"/>
            </a:defPPr>
          </a:lstStyle>
          <a:p>
            <a:pPr rtl="0"/>
            <a:r>
              <a:rPr lang="ja-JP" altLang="en-US" dirty="0"/>
              <a:t>ポート番号によるアプリケーション識別通信の同期</a:t>
            </a:r>
            <a:endParaRPr lang="en-US" altLang="ja-JP" dirty="0"/>
          </a:p>
          <a:p>
            <a:pPr rtl="0"/>
            <a:r>
              <a:rPr lang="ja-JP" altLang="en-US" dirty="0"/>
              <a:t>データの分割・再構成</a:t>
            </a:r>
            <a:endParaRPr lang="en-US" altLang="ja-JP" dirty="0"/>
          </a:p>
          <a:p>
            <a:pPr rtl="0"/>
            <a:r>
              <a:rPr lang="zh-TW" altLang="en-US" dirty="0"/>
              <a:t>信頼性制御（再送、順序制御）</a:t>
            </a:r>
            <a:endParaRPr lang="ja-JP" dirty="0"/>
          </a:p>
        </p:txBody>
      </p:sp>
      <p:sp>
        <p:nvSpPr>
          <p:cNvPr id="7" name="四角形: 角を丸くする 6">
            <a:extLst>
              <a:ext uri="{FF2B5EF4-FFF2-40B4-BE49-F238E27FC236}">
                <a16:creationId xmlns:a16="http://schemas.microsoft.com/office/drawing/2014/main" id="{6F97750E-FA61-4DC8-CB6C-9B40FB580F6A}"/>
              </a:ext>
            </a:extLst>
          </p:cNvPr>
          <p:cNvSpPr/>
          <p:nvPr/>
        </p:nvSpPr>
        <p:spPr>
          <a:xfrm>
            <a:off x="594360"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ysClr val="windowText" lastClr="000000"/>
                </a:solidFill>
              </a:rPr>
              <a:t>役割</a:t>
            </a:r>
            <a:endParaRPr kumimoji="1" lang="ja-JP" altLang="en-US" sz="3200" dirty="0">
              <a:solidFill>
                <a:sysClr val="windowText" lastClr="000000"/>
              </a:solidFill>
            </a:endParaRPr>
          </a:p>
        </p:txBody>
      </p:sp>
      <p:sp>
        <p:nvSpPr>
          <p:cNvPr id="8" name="コンテンツ プレースホルダー 2">
            <a:extLst>
              <a:ext uri="{FF2B5EF4-FFF2-40B4-BE49-F238E27FC236}">
                <a16:creationId xmlns:a16="http://schemas.microsoft.com/office/drawing/2014/main" id="{72ACC0D8-9B48-3CA7-8299-6632341695FD}"/>
              </a:ext>
            </a:extLst>
          </p:cNvPr>
          <p:cNvSpPr txBox="1">
            <a:spLocks/>
          </p:cNvSpPr>
          <p:nvPr/>
        </p:nvSpPr>
        <p:spPr>
          <a:xfrm>
            <a:off x="7382107" y="4703337"/>
            <a:ext cx="3238605" cy="1503123"/>
          </a:xfrm>
          <a:prstGeom prst="rect">
            <a:avLst/>
          </a:prstGeom>
        </p:spPr>
        <p:txBody>
          <a:bodyPr vert="horz" lIns="0" tIns="228600" rIns="0" bIns="0" rtlCol="0">
            <a:normAutofit/>
          </a:bodyPr>
          <a:lstStyle>
            <a:defPPr>
              <a:defRPr lang="ja-JP"/>
            </a:defPPr>
            <a:lvl1pPr marL="283464" indent="-283464" algn="l" defTabSz="914400" rtl="0" eaLnBrk="1" latinLnBrk="0" hangingPunct="1">
              <a:lnSpc>
                <a:spcPct val="80000"/>
              </a:lnSpc>
              <a:spcBef>
                <a:spcPts val="2200"/>
              </a:spcBef>
              <a:buFont typeface="Arial" panose="020B0604020202020204" pitchFamily="34" charset="0"/>
              <a:buChar char="•"/>
              <a:defRPr kumimoji="1" lang="ja-JP" sz="2400" b="1" i="0" kern="1200" dirty="0">
                <a:solidFill>
                  <a:schemeClr val="tx2">
                    <a:lumMod val="75000"/>
                  </a:schemeClr>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6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en-US" altLang="ja-JP" dirty="0"/>
              <a:t>TCP</a:t>
            </a:r>
          </a:p>
          <a:p>
            <a:r>
              <a:rPr lang="en-US" altLang="ja-JP" dirty="0"/>
              <a:t>UDP</a:t>
            </a:r>
          </a:p>
        </p:txBody>
      </p:sp>
      <p:sp>
        <p:nvSpPr>
          <p:cNvPr id="9" name="四角形: 角を丸くする 8">
            <a:extLst>
              <a:ext uri="{FF2B5EF4-FFF2-40B4-BE49-F238E27FC236}">
                <a16:creationId xmlns:a16="http://schemas.microsoft.com/office/drawing/2014/main" id="{032A6170-474E-BF89-0AB8-626C45B4B210}"/>
              </a:ext>
            </a:extLst>
          </p:cNvPr>
          <p:cNvSpPr/>
          <p:nvPr/>
        </p:nvSpPr>
        <p:spPr>
          <a:xfrm>
            <a:off x="7382107"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chemeClr val="bg1"/>
                </a:solidFill>
              </a:rPr>
              <a:t>具体例</a:t>
            </a:r>
            <a:endParaRPr kumimoji="1" lang="ja-JP" altLang="en-US" sz="3200" dirty="0">
              <a:solidFill>
                <a:schemeClr val="bg1"/>
              </a:solidFill>
            </a:endParaRPr>
          </a:p>
        </p:txBody>
      </p:sp>
      <p:sp>
        <p:nvSpPr>
          <p:cNvPr id="4" name="テキスト ボックス 3">
            <a:extLst>
              <a:ext uri="{FF2B5EF4-FFF2-40B4-BE49-F238E27FC236}">
                <a16:creationId xmlns:a16="http://schemas.microsoft.com/office/drawing/2014/main" id="{2A7EA2CA-43C4-67CF-67D2-CCF922D2927E}"/>
              </a:ext>
            </a:extLst>
          </p:cNvPr>
          <p:cNvSpPr txBox="1"/>
          <p:nvPr/>
        </p:nvSpPr>
        <p:spPr>
          <a:xfrm>
            <a:off x="594360" y="2577189"/>
            <a:ext cx="5894122" cy="461665"/>
          </a:xfrm>
          <a:prstGeom prst="rect">
            <a:avLst/>
          </a:prstGeom>
          <a:noFill/>
        </p:spPr>
        <p:txBody>
          <a:bodyPr wrap="square">
            <a:spAutoFit/>
          </a:bodyPr>
          <a:lstStyle/>
          <a:p>
            <a:r>
              <a:rPr lang="ja-JP" altLang="en-US" sz="2400" dirty="0">
                <a:solidFill>
                  <a:schemeClr val="bg1"/>
                </a:solidFill>
              </a:rPr>
              <a:t>エンドツーエンドの通信制御</a:t>
            </a:r>
          </a:p>
        </p:txBody>
      </p:sp>
    </p:spTree>
    <p:extLst>
      <p:ext uri="{BB962C8B-B14F-4D97-AF65-F5344CB8AC3E}">
        <p14:creationId xmlns:p14="http://schemas.microsoft.com/office/powerpoint/2010/main" val="11354133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54C47-E1C8-F262-F938-6BECBCD507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55A2429-4815-B718-C963-B7DBFFB20076}"/>
              </a:ext>
            </a:extLst>
          </p:cNvPr>
          <p:cNvSpPr>
            <a:spLocks noGrp="1"/>
          </p:cNvSpPr>
          <p:nvPr>
            <p:ph type="title"/>
          </p:nvPr>
        </p:nvSpPr>
        <p:spPr/>
        <p:txBody>
          <a:bodyPr rtlCol="0"/>
          <a:lstStyle>
            <a:defPPr>
              <a:defRPr lang="ja-JP"/>
            </a:defPPr>
          </a:lstStyle>
          <a:p>
            <a:r>
              <a:rPr lang="ja-JP" altLang="en-US" dirty="0"/>
              <a:t>第</a:t>
            </a:r>
            <a:r>
              <a:rPr lang="en-US" altLang="ja-JP" dirty="0"/>
              <a:t>3</a:t>
            </a:r>
            <a:r>
              <a:rPr lang="ja-JP" altLang="en-US" dirty="0"/>
              <a:t>層：ネットワーク層</a:t>
            </a:r>
            <a:endParaRPr lang="zh-TW" altLang="en-US" dirty="0">
              <a:effectLst/>
              <a:latin typeface="Consolas" panose="020B0609020204030204" pitchFamily="49" charset="0"/>
            </a:endParaRPr>
          </a:p>
        </p:txBody>
      </p:sp>
      <p:sp>
        <p:nvSpPr>
          <p:cNvPr id="3" name="コンテンツ プレースホルダー 2">
            <a:extLst>
              <a:ext uri="{FF2B5EF4-FFF2-40B4-BE49-F238E27FC236}">
                <a16:creationId xmlns:a16="http://schemas.microsoft.com/office/drawing/2014/main" id="{DFAEFF45-8201-A4C4-1689-1E001344259D}"/>
              </a:ext>
            </a:extLst>
          </p:cNvPr>
          <p:cNvSpPr>
            <a:spLocks noGrp="1"/>
          </p:cNvSpPr>
          <p:nvPr>
            <p:ph sz="quarter" idx="13"/>
          </p:nvPr>
        </p:nvSpPr>
        <p:spPr>
          <a:xfrm>
            <a:off x="594360" y="4703337"/>
            <a:ext cx="6570527" cy="1747567"/>
          </a:xfrm>
        </p:spPr>
        <p:txBody>
          <a:bodyPr rtlCol="0">
            <a:normAutofit/>
          </a:bodyPr>
          <a:lstStyle>
            <a:defPPr>
              <a:defRPr lang="ja-JP"/>
            </a:defPPr>
          </a:lstStyle>
          <a:p>
            <a:pPr rtl="0"/>
            <a:r>
              <a:rPr lang="en-US" altLang="ja-JP" dirty="0"/>
              <a:t>IP</a:t>
            </a:r>
            <a:r>
              <a:rPr lang="ja-JP" altLang="en-US" dirty="0"/>
              <a:t>アドレスによる宛先指定</a:t>
            </a:r>
            <a:endParaRPr lang="en-US" altLang="ja-JP" dirty="0"/>
          </a:p>
          <a:p>
            <a:pPr rtl="0"/>
            <a:r>
              <a:rPr lang="ja-JP" altLang="en-US" dirty="0"/>
              <a:t>パケット転送</a:t>
            </a:r>
            <a:endParaRPr lang="ja-JP" dirty="0"/>
          </a:p>
        </p:txBody>
      </p:sp>
      <p:sp>
        <p:nvSpPr>
          <p:cNvPr id="7" name="四角形: 角を丸くする 6">
            <a:extLst>
              <a:ext uri="{FF2B5EF4-FFF2-40B4-BE49-F238E27FC236}">
                <a16:creationId xmlns:a16="http://schemas.microsoft.com/office/drawing/2014/main" id="{33300ABC-15A0-1932-9A96-DEE5209D374D}"/>
              </a:ext>
            </a:extLst>
          </p:cNvPr>
          <p:cNvSpPr/>
          <p:nvPr/>
        </p:nvSpPr>
        <p:spPr>
          <a:xfrm>
            <a:off x="594360"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ysClr val="windowText" lastClr="000000"/>
                </a:solidFill>
              </a:rPr>
              <a:t>役割</a:t>
            </a:r>
            <a:endParaRPr kumimoji="1" lang="ja-JP" altLang="en-US" sz="3200" dirty="0">
              <a:solidFill>
                <a:sysClr val="windowText" lastClr="000000"/>
              </a:solidFill>
            </a:endParaRPr>
          </a:p>
        </p:txBody>
      </p:sp>
      <p:sp>
        <p:nvSpPr>
          <p:cNvPr id="8" name="コンテンツ プレースホルダー 2">
            <a:extLst>
              <a:ext uri="{FF2B5EF4-FFF2-40B4-BE49-F238E27FC236}">
                <a16:creationId xmlns:a16="http://schemas.microsoft.com/office/drawing/2014/main" id="{36C5010A-BADD-C260-E278-09F2ABF3136E}"/>
              </a:ext>
            </a:extLst>
          </p:cNvPr>
          <p:cNvSpPr txBox="1">
            <a:spLocks/>
          </p:cNvSpPr>
          <p:nvPr/>
        </p:nvSpPr>
        <p:spPr>
          <a:xfrm>
            <a:off x="7382107" y="4703337"/>
            <a:ext cx="3238605" cy="1503123"/>
          </a:xfrm>
          <a:prstGeom prst="rect">
            <a:avLst/>
          </a:prstGeom>
        </p:spPr>
        <p:txBody>
          <a:bodyPr vert="horz" lIns="0" tIns="228600" rIns="0" bIns="0" rtlCol="0">
            <a:normAutofit/>
          </a:bodyPr>
          <a:lstStyle>
            <a:defPPr>
              <a:defRPr lang="ja-JP"/>
            </a:defPPr>
            <a:lvl1pPr marL="283464" indent="-283464" algn="l" defTabSz="914400" rtl="0" eaLnBrk="1" latinLnBrk="0" hangingPunct="1">
              <a:lnSpc>
                <a:spcPct val="80000"/>
              </a:lnSpc>
              <a:spcBef>
                <a:spcPts val="2200"/>
              </a:spcBef>
              <a:buFont typeface="Arial" panose="020B0604020202020204" pitchFamily="34" charset="0"/>
              <a:buChar char="•"/>
              <a:defRPr kumimoji="1" lang="ja-JP" sz="2400" b="1" i="0" kern="1200" dirty="0">
                <a:solidFill>
                  <a:schemeClr val="tx2">
                    <a:lumMod val="75000"/>
                  </a:schemeClr>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6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en-US" altLang="ja-JP" dirty="0"/>
              <a:t>IP</a:t>
            </a:r>
            <a:r>
              <a:rPr lang="ja-JP" altLang="en-US" dirty="0"/>
              <a:t>（</a:t>
            </a:r>
            <a:r>
              <a:rPr lang="en-US" altLang="ja-JP" dirty="0"/>
              <a:t>IPv4 / IPv6</a:t>
            </a:r>
            <a:r>
              <a:rPr lang="ja-JP" altLang="en-US" dirty="0"/>
              <a:t>）</a:t>
            </a:r>
            <a:endParaRPr lang="en-US" altLang="ja-JP" dirty="0"/>
          </a:p>
          <a:p>
            <a:r>
              <a:rPr lang="en-US" altLang="ja-JP" dirty="0"/>
              <a:t>ICMP</a:t>
            </a:r>
          </a:p>
        </p:txBody>
      </p:sp>
      <p:sp>
        <p:nvSpPr>
          <p:cNvPr id="9" name="四角形: 角を丸くする 8">
            <a:extLst>
              <a:ext uri="{FF2B5EF4-FFF2-40B4-BE49-F238E27FC236}">
                <a16:creationId xmlns:a16="http://schemas.microsoft.com/office/drawing/2014/main" id="{75636A99-6424-A1DE-1E78-3C57BD51E0AE}"/>
              </a:ext>
            </a:extLst>
          </p:cNvPr>
          <p:cNvSpPr/>
          <p:nvPr/>
        </p:nvSpPr>
        <p:spPr>
          <a:xfrm>
            <a:off x="7382107"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chemeClr val="bg1"/>
                </a:solidFill>
              </a:rPr>
              <a:t>具体例</a:t>
            </a:r>
            <a:endParaRPr kumimoji="1" lang="ja-JP" altLang="en-US" sz="3200" dirty="0">
              <a:solidFill>
                <a:schemeClr val="bg1"/>
              </a:solidFill>
            </a:endParaRPr>
          </a:p>
        </p:txBody>
      </p:sp>
      <p:sp>
        <p:nvSpPr>
          <p:cNvPr id="4" name="テキスト ボックス 3">
            <a:extLst>
              <a:ext uri="{FF2B5EF4-FFF2-40B4-BE49-F238E27FC236}">
                <a16:creationId xmlns:a16="http://schemas.microsoft.com/office/drawing/2014/main" id="{0108AD79-D0DC-0117-5A70-808BEF3F3A41}"/>
              </a:ext>
            </a:extLst>
          </p:cNvPr>
          <p:cNvSpPr txBox="1"/>
          <p:nvPr/>
        </p:nvSpPr>
        <p:spPr>
          <a:xfrm>
            <a:off x="594360" y="2577189"/>
            <a:ext cx="5894122" cy="830997"/>
          </a:xfrm>
          <a:prstGeom prst="rect">
            <a:avLst/>
          </a:prstGeom>
          <a:noFill/>
        </p:spPr>
        <p:txBody>
          <a:bodyPr wrap="square">
            <a:spAutoFit/>
          </a:bodyPr>
          <a:lstStyle/>
          <a:p>
            <a:r>
              <a:rPr lang="ja-JP" altLang="en-US" sz="2400" dirty="0">
                <a:solidFill>
                  <a:schemeClr val="bg1"/>
                </a:solidFill>
              </a:rPr>
              <a:t>異なるネットワーク間での経路制御</a:t>
            </a:r>
            <a:endParaRPr lang="en-US" altLang="ja-JP" sz="2400" dirty="0">
              <a:solidFill>
                <a:schemeClr val="bg1"/>
              </a:solidFill>
            </a:endParaRPr>
          </a:p>
          <a:p>
            <a:r>
              <a:rPr lang="ja-JP" altLang="en-US" sz="2400" dirty="0">
                <a:solidFill>
                  <a:schemeClr val="bg1"/>
                </a:solidFill>
              </a:rPr>
              <a:t>（ルーティング）</a:t>
            </a:r>
          </a:p>
        </p:txBody>
      </p:sp>
    </p:spTree>
    <p:extLst>
      <p:ext uri="{BB962C8B-B14F-4D97-AF65-F5344CB8AC3E}">
        <p14:creationId xmlns:p14="http://schemas.microsoft.com/office/powerpoint/2010/main" val="38696515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E6AC3-77FE-DCEA-8FFC-3E3C225DED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9E26A4-0FFD-8927-3FFE-E8C7475FF7A3}"/>
              </a:ext>
            </a:extLst>
          </p:cNvPr>
          <p:cNvSpPr>
            <a:spLocks noGrp="1"/>
          </p:cNvSpPr>
          <p:nvPr>
            <p:ph type="title"/>
          </p:nvPr>
        </p:nvSpPr>
        <p:spPr/>
        <p:txBody>
          <a:bodyPr rtlCol="0"/>
          <a:lstStyle>
            <a:defPPr>
              <a:defRPr lang="ja-JP"/>
            </a:defPPr>
          </a:lstStyle>
          <a:p>
            <a:r>
              <a:rPr lang="ja-JP" altLang="en-US" dirty="0"/>
              <a:t>第</a:t>
            </a:r>
            <a:r>
              <a:rPr lang="en-US" altLang="ja-JP" dirty="0"/>
              <a:t>2</a:t>
            </a:r>
            <a:r>
              <a:rPr lang="ja-JP" altLang="en-US" dirty="0"/>
              <a:t>層：データリンク層</a:t>
            </a:r>
            <a:endParaRPr lang="zh-TW" altLang="en-US" dirty="0">
              <a:effectLst/>
              <a:latin typeface="Consolas" panose="020B0609020204030204" pitchFamily="49" charset="0"/>
            </a:endParaRPr>
          </a:p>
        </p:txBody>
      </p:sp>
      <p:sp>
        <p:nvSpPr>
          <p:cNvPr id="3" name="コンテンツ プレースホルダー 2">
            <a:extLst>
              <a:ext uri="{FF2B5EF4-FFF2-40B4-BE49-F238E27FC236}">
                <a16:creationId xmlns:a16="http://schemas.microsoft.com/office/drawing/2014/main" id="{96B83260-83C9-6FD8-6FE0-183768A4D0BA}"/>
              </a:ext>
            </a:extLst>
          </p:cNvPr>
          <p:cNvSpPr>
            <a:spLocks noGrp="1"/>
          </p:cNvSpPr>
          <p:nvPr>
            <p:ph sz="quarter" idx="13"/>
          </p:nvPr>
        </p:nvSpPr>
        <p:spPr>
          <a:xfrm>
            <a:off x="594360" y="4703337"/>
            <a:ext cx="6570527" cy="1747567"/>
          </a:xfrm>
        </p:spPr>
        <p:txBody>
          <a:bodyPr rtlCol="0">
            <a:normAutofit/>
          </a:bodyPr>
          <a:lstStyle>
            <a:defPPr>
              <a:defRPr lang="ja-JP"/>
            </a:defPPr>
          </a:lstStyle>
          <a:p>
            <a:pPr rtl="0"/>
            <a:r>
              <a:rPr lang="en-US" altLang="ja-JP" dirty="0"/>
              <a:t>MAC</a:t>
            </a:r>
            <a:r>
              <a:rPr lang="ja-JP" altLang="en-US" dirty="0"/>
              <a:t>アドレスによる識別</a:t>
            </a:r>
            <a:endParaRPr lang="en-US" altLang="ja-JP" dirty="0"/>
          </a:p>
          <a:p>
            <a:pPr rtl="0"/>
            <a:r>
              <a:rPr lang="ja-JP" altLang="en-US" dirty="0"/>
              <a:t>フレーム化</a:t>
            </a:r>
            <a:endParaRPr lang="en-US" altLang="ja-JP" dirty="0"/>
          </a:p>
          <a:p>
            <a:pPr rtl="0"/>
            <a:r>
              <a:rPr lang="ja-JP" altLang="en-US" dirty="0"/>
              <a:t>エラー検出</a:t>
            </a:r>
            <a:endParaRPr lang="ja-JP" dirty="0"/>
          </a:p>
        </p:txBody>
      </p:sp>
      <p:sp>
        <p:nvSpPr>
          <p:cNvPr id="7" name="四角形: 角を丸くする 6">
            <a:extLst>
              <a:ext uri="{FF2B5EF4-FFF2-40B4-BE49-F238E27FC236}">
                <a16:creationId xmlns:a16="http://schemas.microsoft.com/office/drawing/2014/main" id="{2E600550-0E72-80C0-C795-61BF170E22F4}"/>
              </a:ext>
            </a:extLst>
          </p:cNvPr>
          <p:cNvSpPr/>
          <p:nvPr/>
        </p:nvSpPr>
        <p:spPr>
          <a:xfrm>
            <a:off x="594360"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ysClr val="windowText" lastClr="000000"/>
                </a:solidFill>
              </a:rPr>
              <a:t>役割</a:t>
            </a:r>
            <a:endParaRPr kumimoji="1" lang="ja-JP" altLang="en-US" sz="3200" dirty="0">
              <a:solidFill>
                <a:sysClr val="windowText" lastClr="000000"/>
              </a:solidFill>
            </a:endParaRPr>
          </a:p>
        </p:txBody>
      </p:sp>
      <p:sp>
        <p:nvSpPr>
          <p:cNvPr id="8" name="コンテンツ プレースホルダー 2">
            <a:extLst>
              <a:ext uri="{FF2B5EF4-FFF2-40B4-BE49-F238E27FC236}">
                <a16:creationId xmlns:a16="http://schemas.microsoft.com/office/drawing/2014/main" id="{BAB12E79-8D28-18EE-6E8B-26C50DDA7A44}"/>
              </a:ext>
            </a:extLst>
          </p:cNvPr>
          <p:cNvSpPr txBox="1">
            <a:spLocks/>
          </p:cNvSpPr>
          <p:nvPr/>
        </p:nvSpPr>
        <p:spPr>
          <a:xfrm>
            <a:off x="7382107" y="4703337"/>
            <a:ext cx="3238605" cy="1503123"/>
          </a:xfrm>
          <a:prstGeom prst="rect">
            <a:avLst/>
          </a:prstGeom>
        </p:spPr>
        <p:txBody>
          <a:bodyPr vert="horz" lIns="0" tIns="228600" rIns="0" bIns="0" rtlCol="0">
            <a:normAutofit/>
          </a:bodyPr>
          <a:lstStyle>
            <a:defPPr>
              <a:defRPr lang="ja-JP"/>
            </a:defPPr>
            <a:lvl1pPr marL="283464" indent="-283464" algn="l" defTabSz="914400" rtl="0" eaLnBrk="1" latinLnBrk="0" hangingPunct="1">
              <a:lnSpc>
                <a:spcPct val="80000"/>
              </a:lnSpc>
              <a:spcBef>
                <a:spcPts val="2200"/>
              </a:spcBef>
              <a:buFont typeface="Arial" panose="020B0604020202020204" pitchFamily="34" charset="0"/>
              <a:buChar char="•"/>
              <a:defRPr kumimoji="1" lang="ja-JP" sz="2400" b="1" i="0" kern="1200" dirty="0">
                <a:solidFill>
                  <a:schemeClr val="tx2">
                    <a:lumMod val="75000"/>
                  </a:schemeClr>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6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en-US" altLang="ja-JP" dirty="0"/>
              <a:t>Ethernet</a:t>
            </a:r>
          </a:p>
          <a:p>
            <a:r>
              <a:rPr lang="en-US" altLang="ja-JP" dirty="0"/>
              <a:t>ARP</a:t>
            </a:r>
          </a:p>
        </p:txBody>
      </p:sp>
      <p:sp>
        <p:nvSpPr>
          <p:cNvPr id="9" name="四角形: 角を丸くする 8">
            <a:extLst>
              <a:ext uri="{FF2B5EF4-FFF2-40B4-BE49-F238E27FC236}">
                <a16:creationId xmlns:a16="http://schemas.microsoft.com/office/drawing/2014/main" id="{C5055669-71F5-D5F4-9F6A-1A1D5DA9B794}"/>
              </a:ext>
            </a:extLst>
          </p:cNvPr>
          <p:cNvSpPr/>
          <p:nvPr/>
        </p:nvSpPr>
        <p:spPr>
          <a:xfrm>
            <a:off x="7382107" y="4202296"/>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chemeClr val="bg1"/>
                </a:solidFill>
              </a:rPr>
              <a:t>具体例</a:t>
            </a:r>
            <a:endParaRPr kumimoji="1" lang="ja-JP" altLang="en-US" sz="3200" dirty="0">
              <a:solidFill>
                <a:schemeClr val="bg1"/>
              </a:solidFill>
            </a:endParaRPr>
          </a:p>
        </p:txBody>
      </p:sp>
      <p:sp>
        <p:nvSpPr>
          <p:cNvPr id="4" name="テキスト ボックス 3">
            <a:extLst>
              <a:ext uri="{FF2B5EF4-FFF2-40B4-BE49-F238E27FC236}">
                <a16:creationId xmlns:a16="http://schemas.microsoft.com/office/drawing/2014/main" id="{B9CEF842-47E1-9A40-5DEF-A5CC1C75DA83}"/>
              </a:ext>
            </a:extLst>
          </p:cNvPr>
          <p:cNvSpPr txBox="1"/>
          <p:nvPr/>
        </p:nvSpPr>
        <p:spPr>
          <a:xfrm>
            <a:off x="594360" y="2577189"/>
            <a:ext cx="5894122" cy="461665"/>
          </a:xfrm>
          <a:prstGeom prst="rect">
            <a:avLst/>
          </a:prstGeom>
          <a:noFill/>
        </p:spPr>
        <p:txBody>
          <a:bodyPr wrap="square">
            <a:spAutoFit/>
          </a:bodyPr>
          <a:lstStyle/>
          <a:p>
            <a:r>
              <a:rPr lang="ja-JP" altLang="en-US" sz="2400" dirty="0">
                <a:solidFill>
                  <a:schemeClr val="bg1"/>
                </a:solidFill>
              </a:rPr>
              <a:t>同一ネットワーク内での信頼性あるデータ転送</a:t>
            </a:r>
          </a:p>
        </p:txBody>
      </p:sp>
    </p:spTree>
    <p:extLst>
      <p:ext uri="{BB962C8B-B14F-4D97-AF65-F5344CB8AC3E}">
        <p14:creationId xmlns:p14="http://schemas.microsoft.com/office/powerpoint/2010/main" val="34058664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2C2F3-BDD5-A84D-E22D-DA3C70DB4E5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B6F3BA-B404-067F-2821-123827E2E82E}"/>
              </a:ext>
            </a:extLst>
          </p:cNvPr>
          <p:cNvSpPr>
            <a:spLocks noGrp="1"/>
          </p:cNvSpPr>
          <p:nvPr>
            <p:ph type="title"/>
          </p:nvPr>
        </p:nvSpPr>
        <p:spPr/>
        <p:txBody>
          <a:bodyPr rtlCol="0"/>
          <a:lstStyle>
            <a:defPPr>
              <a:defRPr lang="ja-JP"/>
            </a:defPPr>
          </a:lstStyle>
          <a:p>
            <a:r>
              <a:rPr lang="zh-TW" altLang="en-US" dirty="0">
                <a:effectLst/>
                <a:latin typeface="Consolas" panose="020B0609020204030204" pitchFamily="49" charset="0"/>
              </a:rPr>
              <a:t>第</a:t>
            </a:r>
            <a:r>
              <a:rPr lang="en-US" altLang="zh-TW" dirty="0">
                <a:effectLst/>
                <a:latin typeface="Consolas" panose="020B0609020204030204" pitchFamily="49" charset="0"/>
              </a:rPr>
              <a:t>1</a:t>
            </a:r>
            <a:r>
              <a:rPr lang="zh-TW" altLang="en-US" dirty="0">
                <a:effectLst/>
                <a:latin typeface="Consolas" panose="020B0609020204030204" pitchFamily="49" charset="0"/>
              </a:rPr>
              <a:t>層：物理層</a:t>
            </a:r>
          </a:p>
        </p:txBody>
      </p:sp>
      <p:sp>
        <p:nvSpPr>
          <p:cNvPr id="3" name="コンテンツ プレースホルダー 2">
            <a:extLst>
              <a:ext uri="{FF2B5EF4-FFF2-40B4-BE49-F238E27FC236}">
                <a16:creationId xmlns:a16="http://schemas.microsoft.com/office/drawing/2014/main" id="{740FE3AB-90EF-C379-46BA-1D03843756DF}"/>
              </a:ext>
            </a:extLst>
          </p:cNvPr>
          <p:cNvSpPr>
            <a:spLocks noGrp="1"/>
          </p:cNvSpPr>
          <p:nvPr>
            <p:ph sz="quarter" idx="13"/>
          </p:nvPr>
        </p:nvSpPr>
        <p:spPr>
          <a:xfrm>
            <a:off x="594360" y="4559474"/>
            <a:ext cx="6470321" cy="1503123"/>
          </a:xfrm>
        </p:spPr>
        <p:txBody>
          <a:bodyPr rtlCol="0">
            <a:normAutofit/>
          </a:bodyPr>
          <a:lstStyle>
            <a:defPPr>
              <a:defRPr lang="ja-JP"/>
            </a:defPPr>
          </a:lstStyle>
          <a:p>
            <a:pPr rtl="0"/>
            <a:r>
              <a:rPr lang="zh-TW" altLang="en-US" dirty="0"/>
              <a:t>電圧、光、電波</a:t>
            </a:r>
            <a:endParaRPr lang="en-US" altLang="zh-TW" dirty="0"/>
          </a:p>
          <a:p>
            <a:pPr rtl="0"/>
            <a:r>
              <a:rPr lang="ja-JP" altLang="en-US" dirty="0"/>
              <a:t>コネクタ形状、ケーブル長、通信速度</a:t>
            </a:r>
            <a:endParaRPr lang="ja-JP" dirty="0"/>
          </a:p>
        </p:txBody>
      </p:sp>
      <p:sp>
        <p:nvSpPr>
          <p:cNvPr id="7" name="四角形: 角を丸くする 6">
            <a:extLst>
              <a:ext uri="{FF2B5EF4-FFF2-40B4-BE49-F238E27FC236}">
                <a16:creationId xmlns:a16="http://schemas.microsoft.com/office/drawing/2014/main" id="{C4DDDA7A-7DB9-2D68-3A00-2BF13B0244CA}"/>
              </a:ext>
            </a:extLst>
          </p:cNvPr>
          <p:cNvSpPr/>
          <p:nvPr/>
        </p:nvSpPr>
        <p:spPr>
          <a:xfrm>
            <a:off x="594360" y="4058433"/>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ysClr val="windowText" lastClr="000000"/>
                </a:solidFill>
              </a:rPr>
              <a:t>役割</a:t>
            </a:r>
            <a:endParaRPr kumimoji="1" lang="ja-JP" altLang="en-US" sz="3200" dirty="0">
              <a:solidFill>
                <a:sysClr val="windowText" lastClr="000000"/>
              </a:solidFill>
            </a:endParaRPr>
          </a:p>
        </p:txBody>
      </p:sp>
      <p:sp>
        <p:nvSpPr>
          <p:cNvPr id="8" name="コンテンツ プレースホルダー 2">
            <a:extLst>
              <a:ext uri="{FF2B5EF4-FFF2-40B4-BE49-F238E27FC236}">
                <a16:creationId xmlns:a16="http://schemas.microsoft.com/office/drawing/2014/main" id="{D0862551-58E1-0A52-4CA7-A8DCEF764329}"/>
              </a:ext>
            </a:extLst>
          </p:cNvPr>
          <p:cNvSpPr txBox="1">
            <a:spLocks/>
          </p:cNvSpPr>
          <p:nvPr/>
        </p:nvSpPr>
        <p:spPr>
          <a:xfrm>
            <a:off x="7265096" y="4559474"/>
            <a:ext cx="6670737" cy="1503123"/>
          </a:xfrm>
          <a:prstGeom prst="rect">
            <a:avLst/>
          </a:prstGeom>
        </p:spPr>
        <p:txBody>
          <a:bodyPr vert="horz" lIns="0" tIns="228600" rIns="0" bIns="0" rtlCol="0">
            <a:normAutofit fontScale="92500" lnSpcReduction="10000"/>
          </a:bodyPr>
          <a:lstStyle>
            <a:defPPr>
              <a:defRPr lang="ja-JP"/>
            </a:defPPr>
            <a:lvl1pPr marL="283464" indent="-283464" algn="l" defTabSz="914400" rtl="0" eaLnBrk="1" latinLnBrk="0" hangingPunct="1">
              <a:lnSpc>
                <a:spcPct val="80000"/>
              </a:lnSpc>
              <a:spcBef>
                <a:spcPts val="2200"/>
              </a:spcBef>
              <a:buFont typeface="Arial" panose="020B0604020202020204" pitchFamily="34" charset="0"/>
              <a:buChar char="•"/>
              <a:defRPr kumimoji="1" lang="ja-JP" sz="2400" b="1" i="0" kern="1200" dirty="0">
                <a:solidFill>
                  <a:schemeClr val="tx2">
                    <a:lumMod val="75000"/>
                  </a:schemeClr>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6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en-US" altLang="ja-JP" dirty="0"/>
              <a:t>LAN</a:t>
            </a:r>
            <a:r>
              <a:rPr lang="ja-JP" altLang="en-US" dirty="0"/>
              <a:t>ケーブル（</a:t>
            </a:r>
            <a:r>
              <a:rPr lang="en-US" altLang="ja-JP" dirty="0"/>
              <a:t>UTP</a:t>
            </a:r>
            <a:r>
              <a:rPr lang="ja-JP" altLang="en-US" dirty="0"/>
              <a:t>）</a:t>
            </a:r>
            <a:endParaRPr lang="en-US" altLang="ja-JP" dirty="0"/>
          </a:p>
          <a:p>
            <a:r>
              <a:rPr lang="ja-JP" altLang="en-US" dirty="0"/>
              <a:t>光ファイバー</a:t>
            </a:r>
            <a:endParaRPr lang="en-US" altLang="ja-JP" dirty="0"/>
          </a:p>
          <a:p>
            <a:r>
              <a:rPr lang="ja-JP" altLang="en-US" dirty="0"/>
              <a:t>無線（</a:t>
            </a:r>
            <a:r>
              <a:rPr lang="en-US" altLang="ja-JP" dirty="0"/>
              <a:t>Wi-Fi</a:t>
            </a:r>
            <a:r>
              <a:rPr lang="ja-JP" altLang="en-US" dirty="0"/>
              <a:t>の物理部分）</a:t>
            </a:r>
          </a:p>
        </p:txBody>
      </p:sp>
      <p:sp>
        <p:nvSpPr>
          <p:cNvPr id="9" name="四角形: 角を丸くする 8">
            <a:extLst>
              <a:ext uri="{FF2B5EF4-FFF2-40B4-BE49-F238E27FC236}">
                <a16:creationId xmlns:a16="http://schemas.microsoft.com/office/drawing/2014/main" id="{95A19306-F75D-80D4-2521-D97C6CECA9A6}"/>
              </a:ext>
            </a:extLst>
          </p:cNvPr>
          <p:cNvSpPr/>
          <p:nvPr/>
        </p:nvSpPr>
        <p:spPr>
          <a:xfrm>
            <a:off x="7265096" y="4058433"/>
            <a:ext cx="1735482" cy="501041"/>
          </a:xfrm>
          <a:prstGeom prst="round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3200" dirty="0">
                <a:solidFill>
                  <a:schemeClr val="bg1"/>
                </a:solidFill>
              </a:rPr>
              <a:t>具体例</a:t>
            </a:r>
            <a:endParaRPr kumimoji="1" lang="ja-JP" altLang="en-US" sz="3200" dirty="0">
              <a:solidFill>
                <a:schemeClr val="bg1"/>
              </a:solidFill>
            </a:endParaRPr>
          </a:p>
        </p:txBody>
      </p:sp>
      <p:sp>
        <p:nvSpPr>
          <p:cNvPr id="4" name="テキスト ボックス 3">
            <a:extLst>
              <a:ext uri="{FF2B5EF4-FFF2-40B4-BE49-F238E27FC236}">
                <a16:creationId xmlns:a16="http://schemas.microsoft.com/office/drawing/2014/main" id="{143FBCB2-7F26-B4F6-339B-90C78E0F4409}"/>
              </a:ext>
            </a:extLst>
          </p:cNvPr>
          <p:cNvSpPr txBox="1"/>
          <p:nvPr/>
        </p:nvSpPr>
        <p:spPr>
          <a:xfrm>
            <a:off x="594360" y="2577189"/>
            <a:ext cx="5894122" cy="461665"/>
          </a:xfrm>
          <a:prstGeom prst="rect">
            <a:avLst/>
          </a:prstGeom>
          <a:noFill/>
        </p:spPr>
        <p:txBody>
          <a:bodyPr wrap="square">
            <a:spAutoFit/>
          </a:bodyPr>
          <a:lstStyle/>
          <a:p>
            <a:r>
              <a:rPr lang="ja-JP" altLang="en-US" sz="2400" dirty="0">
                <a:solidFill>
                  <a:schemeClr val="bg1"/>
                </a:solidFill>
              </a:rPr>
              <a:t>ビット列を物理信号として送受信</a:t>
            </a:r>
          </a:p>
        </p:txBody>
      </p:sp>
    </p:spTree>
    <p:extLst>
      <p:ext uri="{BB962C8B-B14F-4D97-AF65-F5344CB8AC3E}">
        <p14:creationId xmlns:p14="http://schemas.microsoft.com/office/powerpoint/2010/main" val="1020165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EC65-E9AF-D1B3-6107-9855144DB3E4}"/>
            </a:ext>
          </a:extLst>
        </p:cNvPr>
        <p:cNvGrpSpPr/>
        <p:nvPr/>
      </p:nvGrpSpPr>
      <p:grpSpPr>
        <a:xfrm>
          <a:off x="0" y="0"/>
          <a:ext cx="0" cy="0"/>
          <a:chOff x="0" y="0"/>
          <a:chExt cx="0" cy="0"/>
        </a:xfrm>
      </p:grpSpPr>
      <p:pic>
        <p:nvPicPr>
          <p:cNvPr id="12" name="図プレースホルダー 52">
            <a:extLst>
              <a:ext uri="{FF2B5EF4-FFF2-40B4-BE49-F238E27FC236}">
                <a16:creationId xmlns:a16="http://schemas.microsoft.com/office/drawing/2014/main" id="{2934F7F1-38A6-2E74-C75D-A32BCCE9AB7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563398" y="2760180"/>
            <a:ext cx="2399208" cy="2314644"/>
          </a:xfrm>
          <a:prstGeom prst="rect">
            <a:avLst/>
          </a:prstGeom>
          <a:noFill/>
        </p:spPr>
      </p:pic>
      <p:sp>
        <p:nvSpPr>
          <p:cNvPr id="2" name="タイトル 1">
            <a:extLst>
              <a:ext uri="{FF2B5EF4-FFF2-40B4-BE49-F238E27FC236}">
                <a16:creationId xmlns:a16="http://schemas.microsoft.com/office/drawing/2014/main" id="{3D2D2A63-80E3-CA23-4055-6DBA22B2BC79}"/>
              </a:ext>
            </a:extLst>
          </p:cNvPr>
          <p:cNvSpPr>
            <a:spLocks noGrp="1"/>
          </p:cNvSpPr>
          <p:nvPr>
            <p:ph type="title"/>
          </p:nvPr>
        </p:nvSpPr>
        <p:spPr/>
        <p:txBody>
          <a:bodyPr rtlCol="0" anchor="b">
            <a:normAutofit/>
          </a:bodyPr>
          <a:lstStyle>
            <a:defPPr>
              <a:defRPr lang="ja-JP"/>
            </a:defPPr>
          </a:lstStyle>
          <a:p>
            <a:pPr rtl="0"/>
            <a:r>
              <a:rPr lang="ja-JP" altLang="en-US" dirty="0"/>
              <a:t>各レイヤーの代表機器</a:t>
            </a:r>
            <a:endParaRPr lang="ja-JP" dirty="0"/>
          </a:p>
        </p:txBody>
      </p:sp>
      <p:sp>
        <p:nvSpPr>
          <p:cNvPr id="9" name="コンテンツ プレースホルダー 8">
            <a:extLst>
              <a:ext uri="{FF2B5EF4-FFF2-40B4-BE49-F238E27FC236}">
                <a16:creationId xmlns:a16="http://schemas.microsoft.com/office/drawing/2014/main" id="{C23D8EBB-FAF8-9D6F-C43F-D051EE2C79B9}"/>
              </a:ext>
              <a:ext uri="{C183D7F6-B498-43B3-948B-1728B52AA6E4}">
                <adec:decorative xmlns:adec="http://schemas.microsoft.com/office/drawing/2017/decorative" val="0"/>
              </a:ext>
            </a:extLst>
          </p:cNvPr>
          <p:cNvSpPr>
            <a:spLocks noGrp="1"/>
          </p:cNvSpPr>
          <p:nvPr>
            <p:ph sz="quarter" idx="14"/>
          </p:nvPr>
        </p:nvSpPr>
        <p:spPr>
          <a:xfrm>
            <a:off x="603885" y="1706113"/>
            <a:ext cx="2825115" cy="2876952"/>
          </a:xfrm>
        </p:spPr>
        <p:txBody>
          <a:bodyPr/>
          <a:lstStyle/>
          <a:p>
            <a:pPr marL="342900" indent="-342900">
              <a:buFont typeface="Arial" panose="020B0604020202020204" pitchFamily="34" charset="0"/>
              <a:buChar char="•"/>
            </a:pPr>
            <a:r>
              <a:rPr lang="en-US" altLang="ja-JP" dirty="0"/>
              <a:t>ONU</a:t>
            </a:r>
          </a:p>
          <a:p>
            <a:pPr marL="342900" indent="-342900">
              <a:buFont typeface="Arial" panose="020B0604020202020204" pitchFamily="34" charset="0"/>
              <a:buChar char="•"/>
            </a:pPr>
            <a:r>
              <a:rPr lang="en-US" altLang="ja-JP" dirty="0"/>
              <a:t>LAN</a:t>
            </a:r>
            <a:r>
              <a:rPr lang="ja-JP" altLang="en-US" dirty="0"/>
              <a:t>ケーブル</a:t>
            </a:r>
            <a:endParaRPr lang="en-US" altLang="ja-JP" dirty="0"/>
          </a:p>
          <a:p>
            <a:pPr marL="342900" indent="-342900">
              <a:buFont typeface="Arial" panose="020B0604020202020204" pitchFamily="34" charset="0"/>
              <a:buChar char="•"/>
            </a:pPr>
            <a:r>
              <a:rPr lang="ja-JP" altLang="en-US" dirty="0"/>
              <a:t>光ファイバーケーブル</a:t>
            </a:r>
          </a:p>
        </p:txBody>
      </p:sp>
      <p:pic>
        <p:nvPicPr>
          <p:cNvPr id="5" name="図プレースホルダー 52">
            <a:extLst>
              <a:ext uri="{FF2B5EF4-FFF2-40B4-BE49-F238E27FC236}">
                <a16:creationId xmlns:a16="http://schemas.microsoft.com/office/drawing/2014/main" id="{557CF62A-3E91-55A6-3B3C-76D828D1AD02}"/>
              </a:ext>
            </a:extLst>
          </p:cNvPr>
          <p:cNvPicPr>
            <a:picLocks noGrp="1" noChangeAspect="1"/>
          </p:cNvPicPr>
          <p:nvPr>
            <p:ph sz="quarter" idx="13"/>
          </p:nvPr>
        </p:nvPicPr>
        <p:blipFill>
          <a:blip r:embed="rId4">
            <a:extLst>
              <a:ext uri="{28A0092B-C50C-407E-A947-70E740481C1C}">
                <a14:useLocalDpi xmlns:a14="http://schemas.microsoft.com/office/drawing/2010/main" val="0"/>
              </a:ext>
            </a:extLst>
          </a:blip>
          <a:stretch/>
        </p:blipFill>
        <p:spPr>
          <a:xfrm>
            <a:off x="5186125" y="1706114"/>
            <a:ext cx="2267266" cy="2876951"/>
          </a:xfrm>
          <a:noFill/>
        </p:spPr>
      </p:pic>
      <p:sp>
        <p:nvSpPr>
          <p:cNvPr id="10" name="タイトル 1">
            <a:extLst>
              <a:ext uri="{FF2B5EF4-FFF2-40B4-BE49-F238E27FC236}">
                <a16:creationId xmlns:a16="http://schemas.microsoft.com/office/drawing/2014/main" id="{D26A3956-4C64-7420-4515-6E1A40F3FF43}"/>
              </a:ext>
            </a:extLst>
          </p:cNvPr>
          <p:cNvSpPr txBox="1">
            <a:spLocks/>
          </p:cNvSpPr>
          <p:nvPr/>
        </p:nvSpPr>
        <p:spPr>
          <a:xfrm>
            <a:off x="594361" y="189572"/>
            <a:ext cx="5217716" cy="987875"/>
          </a:xfrm>
          <a:prstGeom prst="rect">
            <a:avLst/>
          </a:prstGeom>
        </p:spPr>
        <p:txBody>
          <a:bodyPr vert="horz" lIns="0" tIns="0" rIns="0" bIns="0" rtlCol="0" anchor="b" anchorCtr="0">
            <a:noAutofit/>
          </a:bodyPr>
          <a:lstStyle>
            <a:defPPr>
              <a:defRPr lang="ja-JP"/>
            </a:defPPr>
            <a:lvl1pPr algn="l" defTabSz="914400" rtl="0" eaLnBrk="1" latinLnBrk="0" hangingPunct="1">
              <a:lnSpc>
                <a:spcPct val="80000"/>
              </a:lnSpc>
              <a:spcBef>
                <a:spcPct val="0"/>
              </a:spcBef>
              <a:buNone/>
              <a:defRPr kumimoji="1" lang="ja-JP" sz="44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a:lstStyle>
          <a:p>
            <a:r>
              <a:rPr lang="zh-TW" altLang="en-US" dirty="0">
                <a:latin typeface="Consolas" panose="020B0609020204030204" pitchFamily="49" charset="0"/>
              </a:rPr>
              <a:t>第</a:t>
            </a:r>
            <a:r>
              <a:rPr lang="en-US" altLang="zh-TW" dirty="0">
                <a:latin typeface="Consolas" panose="020B0609020204030204" pitchFamily="49" charset="0"/>
              </a:rPr>
              <a:t>1</a:t>
            </a:r>
            <a:r>
              <a:rPr lang="zh-TW" altLang="en-US" dirty="0">
                <a:latin typeface="Consolas" panose="020B0609020204030204" pitchFamily="49" charset="0"/>
              </a:rPr>
              <a:t>層：物理層</a:t>
            </a:r>
            <a:r>
              <a:rPr lang="en-US" altLang="zh-TW" dirty="0">
                <a:latin typeface="Consolas" panose="020B0609020204030204" pitchFamily="49" charset="0"/>
              </a:rPr>
              <a:t>(L1)</a:t>
            </a:r>
            <a:endParaRPr lang="zh-TW" altLang="en-US" dirty="0">
              <a:latin typeface="Consolas" panose="020B0609020204030204" pitchFamily="49" charset="0"/>
            </a:endParaRPr>
          </a:p>
        </p:txBody>
      </p:sp>
      <p:pic>
        <p:nvPicPr>
          <p:cNvPr id="11" name="図プレースホルダー 52">
            <a:extLst>
              <a:ext uri="{FF2B5EF4-FFF2-40B4-BE49-F238E27FC236}">
                <a16:creationId xmlns:a16="http://schemas.microsoft.com/office/drawing/2014/main" id="{7DF621BF-634D-5D21-D2AE-CCEABDFD17D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875780" y="1212354"/>
            <a:ext cx="3070271" cy="1728145"/>
          </a:xfrm>
          <a:prstGeom prst="rect">
            <a:avLst/>
          </a:prstGeom>
          <a:noFill/>
        </p:spPr>
      </p:pic>
      <p:sp>
        <p:nvSpPr>
          <p:cNvPr id="4" name="四角形: 角を丸くする 3">
            <a:extLst>
              <a:ext uri="{FF2B5EF4-FFF2-40B4-BE49-F238E27FC236}">
                <a16:creationId xmlns:a16="http://schemas.microsoft.com/office/drawing/2014/main" id="{0737E22C-F180-7155-F7F3-99A2CD2CB2C9}"/>
              </a:ext>
            </a:extLst>
          </p:cNvPr>
          <p:cNvSpPr/>
          <p:nvPr/>
        </p:nvSpPr>
        <p:spPr>
          <a:xfrm>
            <a:off x="479059" y="3917502"/>
            <a:ext cx="3828503" cy="1380760"/>
          </a:xfrm>
          <a:prstGeom prst="roundRect">
            <a:avLst/>
          </a:prstGeom>
          <a:effectLst>
            <a:innerShdw blurRad="63500" dist="50800" dir="27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cene3d>
              <a:camera prst="orthographicFront"/>
              <a:lightRig rig="soft" dir="t">
                <a:rot lat="0" lon="0" rev="15600000"/>
              </a:lightRig>
            </a:scene3d>
            <a:sp3d extrusionH="57150" prstMaterial="softEdge">
              <a:bevelT w="25400" h="38100"/>
            </a:sp3d>
          </a:bodyPr>
          <a:lstStyle/>
          <a:p>
            <a:pPr algn="ctr"/>
            <a:r>
              <a:rPr kumimoji="1" lang="ja-JP" altLang="en-US" sz="3200" b="1" dirty="0">
                <a:ln/>
                <a:solidFill>
                  <a:schemeClr val="accent4"/>
                </a:solidFill>
              </a:rPr>
              <a:t>扱う信号に</a:t>
            </a:r>
            <a:endParaRPr kumimoji="1" lang="en-US" altLang="ja-JP" sz="3200" b="1" dirty="0">
              <a:ln/>
              <a:solidFill>
                <a:schemeClr val="accent4"/>
              </a:solidFill>
            </a:endParaRPr>
          </a:p>
          <a:p>
            <a:pPr algn="ctr"/>
            <a:r>
              <a:rPr kumimoji="1" lang="ja-JP" altLang="en-US" sz="3200" b="1" dirty="0">
                <a:ln/>
                <a:solidFill>
                  <a:schemeClr val="accent4"/>
                </a:solidFill>
              </a:rPr>
              <a:t>合わせて選ぶ</a:t>
            </a:r>
          </a:p>
        </p:txBody>
      </p:sp>
    </p:spTree>
    <p:extLst>
      <p:ext uri="{BB962C8B-B14F-4D97-AF65-F5344CB8AC3E}">
        <p14:creationId xmlns:p14="http://schemas.microsoft.com/office/powerpoint/2010/main" val="22918299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8E4D8-B2FD-F983-2B93-9265B32C80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466F20E-DA1E-58C6-711B-F3A75DF70AAF}"/>
              </a:ext>
            </a:extLst>
          </p:cNvPr>
          <p:cNvSpPr>
            <a:spLocks noGrp="1"/>
          </p:cNvSpPr>
          <p:nvPr>
            <p:ph type="title"/>
          </p:nvPr>
        </p:nvSpPr>
        <p:spPr/>
        <p:txBody>
          <a:bodyPr rtlCol="0" anchor="b">
            <a:normAutofit/>
          </a:bodyPr>
          <a:lstStyle>
            <a:defPPr>
              <a:defRPr lang="ja-JP"/>
            </a:defPPr>
          </a:lstStyle>
          <a:p>
            <a:pPr rtl="0"/>
            <a:r>
              <a:rPr lang="ja-JP" altLang="en-US" dirty="0"/>
              <a:t>各レイヤーの代表機器</a:t>
            </a:r>
            <a:endParaRPr lang="ja-JP" dirty="0"/>
          </a:p>
        </p:txBody>
      </p:sp>
      <p:sp>
        <p:nvSpPr>
          <p:cNvPr id="9" name="コンテンツ プレースホルダー 8">
            <a:extLst>
              <a:ext uri="{FF2B5EF4-FFF2-40B4-BE49-F238E27FC236}">
                <a16:creationId xmlns:a16="http://schemas.microsoft.com/office/drawing/2014/main" id="{1A8CF5C2-A351-1E09-499E-CB640C53E8A6}"/>
              </a:ext>
              <a:ext uri="{C183D7F6-B498-43B3-948B-1728B52AA6E4}">
                <adec:decorative xmlns:adec="http://schemas.microsoft.com/office/drawing/2017/decorative" val="0"/>
              </a:ext>
            </a:extLst>
          </p:cNvPr>
          <p:cNvSpPr>
            <a:spLocks noGrp="1"/>
          </p:cNvSpPr>
          <p:nvPr>
            <p:ph sz="quarter" idx="14"/>
          </p:nvPr>
        </p:nvSpPr>
        <p:spPr>
          <a:xfrm>
            <a:off x="603884" y="1706113"/>
            <a:ext cx="4030745" cy="1526944"/>
          </a:xfrm>
        </p:spPr>
        <p:txBody>
          <a:bodyPr/>
          <a:lstStyle/>
          <a:p>
            <a:pPr marL="342900" indent="-342900">
              <a:buFont typeface="Arial" panose="020B0604020202020204" pitchFamily="34" charset="0"/>
              <a:buChar char="•"/>
            </a:pPr>
            <a:r>
              <a:rPr lang="en-US" altLang="ja-JP" dirty="0"/>
              <a:t>L2</a:t>
            </a:r>
            <a:r>
              <a:rPr lang="ja-JP" altLang="en-US" dirty="0"/>
              <a:t>スイッチ</a:t>
            </a:r>
            <a:endParaRPr lang="en-US" altLang="ja-JP" dirty="0"/>
          </a:p>
          <a:p>
            <a:pPr marL="342900" indent="-342900">
              <a:buFont typeface="Arial" panose="020B0604020202020204" pitchFamily="34" charset="0"/>
              <a:buChar char="•"/>
            </a:pPr>
            <a:r>
              <a:rPr lang="ja-JP" altLang="en-US" dirty="0"/>
              <a:t>ブリッジ</a:t>
            </a:r>
            <a:endParaRPr lang="en-US" altLang="ja-JP" dirty="0"/>
          </a:p>
        </p:txBody>
      </p:sp>
      <p:pic>
        <p:nvPicPr>
          <p:cNvPr id="5" name="図プレースホルダー 52">
            <a:extLst>
              <a:ext uri="{FF2B5EF4-FFF2-40B4-BE49-F238E27FC236}">
                <a16:creationId xmlns:a16="http://schemas.microsoft.com/office/drawing/2014/main" id="{6A2F6BB9-9D01-5612-1E54-6F6B2EBE56A0}"/>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6726825" y="1706113"/>
            <a:ext cx="3156209" cy="2876951"/>
          </a:xfrm>
          <a:noFill/>
        </p:spPr>
      </p:pic>
      <p:sp>
        <p:nvSpPr>
          <p:cNvPr id="10" name="タイトル 1">
            <a:extLst>
              <a:ext uri="{FF2B5EF4-FFF2-40B4-BE49-F238E27FC236}">
                <a16:creationId xmlns:a16="http://schemas.microsoft.com/office/drawing/2014/main" id="{0AFDCCEB-05F3-8913-0223-EB1F1DD4D6FB}"/>
              </a:ext>
            </a:extLst>
          </p:cNvPr>
          <p:cNvSpPr txBox="1">
            <a:spLocks/>
          </p:cNvSpPr>
          <p:nvPr/>
        </p:nvSpPr>
        <p:spPr>
          <a:xfrm>
            <a:off x="594360" y="189572"/>
            <a:ext cx="6595579" cy="987875"/>
          </a:xfrm>
          <a:prstGeom prst="rect">
            <a:avLst/>
          </a:prstGeom>
        </p:spPr>
        <p:txBody>
          <a:bodyPr vert="horz" lIns="0" tIns="0" rIns="0" bIns="0" rtlCol="0" anchor="b" anchorCtr="0">
            <a:noAutofit/>
          </a:bodyPr>
          <a:lstStyle>
            <a:defPPr>
              <a:defRPr lang="ja-JP"/>
            </a:defPPr>
            <a:lvl1pPr algn="l" defTabSz="914400" rtl="0" eaLnBrk="1" latinLnBrk="0" hangingPunct="1">
              <a:lnSpc>
                <a:spcPct val="80000"/>
              </a:lnSpc>
              <a:spcBef>
                <a:spcPct val="0"/>
              </a:spcBef>
              <a:buNone/>
              <a:defRPr kumimoji="1" lang="ja-JP" sz="44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a:lstStyle>
          <a:p>
            <a:r>
              <a:rPr lang="ja-JP" altLang="en-US" dirty="0"/>
              <a:t>第</a:t>
            </a:r>
            <a:r>
              <a:rPr lang="en-US" altLang="ja-JP" dirty="0"/>
              <a:t>2</a:t>
            </a:r>
            <a:r>
              <a:rPr lang="ja-JP" altLang="en-US" dirty="0"/>
              <a:t>層：データリンク層</a:t>
            </a:r>
            <a:r>
              <a:rPr lang="en-US" altLang="zh-TW" dirty="0">
                <a:latin typeface="Consolas" panose="020B0609020204030204" pitchFamily="49" charset="0"/>
              </a:rPr>
              <a:t>(L2)</a:t>
            </a:r>
            <a:endParaRPr lang="zh-TW" altLang="en-US" dirty="0">
              <a:latin typeface="Consolas" panose="020B0609020204030204" pitchFamily="49" charset="0"/>
            </a:endParaRPr>
          </a:p>
        </p:txBody>
      </p:sp>
      <p:sp>
        <p:nvSpPr>
          <p:cNvPr id="3" name="四角形: 角を丸くする 2">
            <a:extLst>
              <a:ext uri="{FF2B5EF4-FFF2-40B4-BE49-F238E27FC236}">
                <a16:creationId xmlns:a16="http://schemas.microsoft.com/office/drawing/2014/main" id="{42565195-768C-C32C-8EFB-AE0C9B6316F0}"/>
              </a:ext>
            </a:extLst>
          </p:cNvPr>
          <p:cNvSpPr/>
          <p:nvPr/>
        </p:nvSpPr>
        <p:spPr>
          <a:xfrm>
            <a:off x="936259" y="3429000"/>
            <a:ext cx="3828503" cy="1380760"/>
          </a:xfrm>
          <a:prstGeom prst="roundRect">
            <a:avLst/>
          </a:prstGeom>
          <a:effectLst>
            <a:innerShdw blurRad="63500" dist="50800" dir="27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cene3d>
              <a:camera prst="orthographicFront"/>
              <a:lightRig rig="soft" dir="t">
                <a:rot lat="0" lon="0" rev="15600000"/>
              </a:lightRig>
            </a:scene3d>
            <a:sp3d extrusionH="57150" prstMaterial="softEdge">
              <a:bevelT w="25400" h="38100"/>
            </a:sp3d>
          </a:bodyPr>
          <a:lstStyle/>
          <a:p>
            <a:pPr algn="ctr"/>
            <a:r>
              <a:rPr kumimoji="1" lang="en-US" altLang="ja-JP" sz="3200" b="1" dirty="0">
                <a:ln/>
                <a:solidFill>
                  <a:schemeClr val="accent4"/>
                </a:solidFill>
              </a:rPr>
              <a:t>L2</a:t>
            </a:r>
            <a:r>
              <a:rPr kumimoji="1" lang="ja-JP" altLang="en-US" sz="3200" b="1" dirty="0">
                <a:ln/>
                <a:solidFill>
                  <a:schemeClr val="accent4"/>
                </a:solidFill>
              </a:rPr>
              <a:t>スイッチ</a:t>
            </a:r>
            <a:r>
              <a:rPr kumimoji="1" lang="en-US" altLang="ja-JP" sz="3200" b="1" dirty="0">
                <a:ln/>
                <a:solidFill>
                  <a:schemeClr val="accent4"/>
                </a:solidFill>
              </a:rPr>
              <a:t>&gt;</a:t>
            </a:r>
            <a:r>
              <a:rPr kumimoji="1" lang="ja-JP" altLang="en-US" sz="3200" b="1" dirty="0">
                <a:ln/>
                <a:solidFill>
                  <a:schemeClr val="accent4"/>
                </a:solidFill>
              </a:rPr>
              <a:t>ブリッジ</a:t>
            </a:r>
            <a:endParaRPr kumimoji="1" lang="en-US" altLang="ja-JP" sz="3200" b="1" dirty="0">
              <a:ln/>
              <a:solidFill>
                <a:schemeClr val="accent4"/>
              </a:solidFill>
            </a:endParaRPr>
          </a:p>
          <a:p>
            <a:pPr algn="ctr"/>
            <a:r>
              <a:rPr kumimoji="1" lang="ja-JP" altLang="en-US" sz="3200" b="1" dirty="0">
                <a:ln/>
                <a:solidFill>
                  <a:schemeClr val="accent4"/>
                </a:solidFill>
              </a:rPr>
              <a:t>という認識で</a:t>
            </a:r>
            <a:r>
              <a:rPr kumimoji="1" lang="en-US" altLang="ja-JP" sz="3200" b="1" dirty="0">
                <a:ln/>
                <a:solidFill>
                  <a:schemeClr val="accent4"/>
                </a:solidFill>
              </a:rPr>
              <a:t>OK</a:t>
            </a:r>
            <a:endParaRPr kumimoji="1" lang="ja-JP" altLang="en-US" sz="3200" b="1" dirty="0">
              <a:ln/>
              <a:solidFill>
                <a:schemeClr val="accent4"/>
              </a:solidFill>
            </a:endParaRPr>
          </a:p>
        </p:txBody>
      </p:sp>
    </p:spTree>
    <p:extLst>
      <p:ext uri="{BB962C8B-B14F-4D97-AF65-F5344CB8AC3E}">
        <p14:creationId xmlns:p14="http://schemas.microsoft.com/office/powerpoint/2010/main" val="30158774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3B14-99E0-E7E8-64D5-5DFBD16326F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E09E019-4876-6C9C-7754-9C301A9E7603}"/>
              </a:ext>
            </a:extLst>
          </p:cNvPr>
          <p:cNvSpPr>
            <a:spLocks noGrp="1"/>
          </p:cNvSpPr>
          <p:nvPr>
            <p:ph type="title"/>
          </p:nvPr>
        </p:nvSpPr>
        <p:spPr/>
        <p:txBody>
          <a:bodyPr rtlCol="0" anchor="b">
            <a:normAutofit/>
          </a:bodyPr>
          <a:lstStyle>
            <a:defPPr>
              <a:defRPr lang="ja-JP"/>
            </a:defPPr>
          </a:lstStyle>
          <a:p>
            <a:pPr rtl="0"/>
            <a:r>
              <a:rPr lang="ja-JP" altLang="en-US" dirty="0"/>
              <a:t>各レイヤーの代表機器</a:t>
            </a:r>
            <a:endParaRPr lang="ja-JP" dirty="0"/>
          </a:p>
        </p:txBody>
      </p:sp>
      <p:sp>
        <p:nvSpPr>
          <p:cNvPr id="9" name="コンテンツ プレースホルダー 8">
            <a:extLst>
              <a:ext uri="{FF2B5EF4-FFF2-40B4-BE49-F238E27FC236}">
                <a16:creationId xmlns:a16="http://schemas.microsoft.com/office/drawing/2014/main" id="{879799EE-1520-A45F-B91C-C48B0309103C}"/>
              </a:ext>
              <a:ext uri="{C183D7F6-B498-43B3-948B-1728B52AA6E4}">
                <adec:decorative xmlns:adec="http://schemas.microsoft.com/office/drawing/2017/decorative" val="0"/>
              </a:ext>
            </a:extLst>
          </p:cNvPr>
          <p:cNvSpPr>
            <a:spLocks noGrp="1"/>
          </p:cNvSpPr>
          <p:nvPr>
            <p:ph sz="quarter" idx="14"/>
          </p:nvPr>
        </p:nvSpPr>
        <p:spPr>
          <a:xfrm>
            <a:off x="603885" y="1706113"/>
            <a:ext cx="2825115" cy="2876952"/>
          </a:xfrm>
        </p:spPr>
        <p:txBody>
          <a:bodyPr/>
          <a:lstStyle/>
          <a:p>
            <a:pPr marL="342900" indent="-342900">
              <a:buFont typeface="Arial" panose="020B0604020202020204" pitchFamily="34" charset="0"/>
              <a:buChar char="•"/>
            </a:pPr>
            <a:r>
              <a:rPr lang="en-US" altLang="ja-JP" dirty="0"/>
              <a:t>L3</a:t>
            </a:r>
            <a:r>
              <a:rPr lang="ja-JP" altLang="en-US" dirty="0"/>
              <a:t>スイッチ</a:t>
            </a:r>
            <a:endParaRPr lang="en-US" altLang="ja-JP" dirty="0"/>
          </a:p>
          <a:p>
            <a:pPr marL="342900" indent="-342900">
              <a:buFont typeface="Arial" panose="020B0604020202020204" pitchFamily="34" charset="0"/>
              <a:buChar char="•"/>
            </a:pPr>
            <a:r>
              <a:rPr lang="ja-JP" altLang="en-US" dirty="0"/>
              <a:t>ルーター</a:t>
            </a:r>
          </a:p>
        </p:txBody>
      </p:sp>
      <p:pic>
        <p:nvPicPr>
          <p:cNvPr id="5" name="図プレースホルダー 52">
            <a:extLst>
              <a:ext uri="{FF2B5EF4-FFF2-40B4-BE49-F238E27FC236}">
                <a16:creationId xmlns:a16="http://schemas.microsoft.com/office/drawing/2014/main" id="{16655520-0DA5-CC25-ED63-D5162028456D}"/>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5137946" y="2108366"/>
            <a:ext cx="2616940" cy="3320655"/>
          </a:xfrm>
          <a:noFill/>
        </p:spPr>
      </p:pic>
      <p:sp>
        <p:nvSpPr>
          <p:cNvPr id="10" name="タイトル 1">
            <a:extLst>
              <a:ext uri="{FF2B5EF4-FFF2-40B4-BE49-F238E27FC236}">
                <a16:creationId xmlns:a16="http://schemas.microsoft.com/office/drawing/2014/main" id="{A5DA94E6-6E52-86FA-AF86-C1C3E5F3A13C}"/>
              </a:ext>
            </a:extLst>
          </p:cNvPr>
          <p:cNvSpPr txBox="1">
            <a:spLocks/>
          </p:cNvSpPr>
          <p:nvPr/>
        </p:nvSpPr>
        <p:spPr>
          <a:xfrm>
            <a:off x="594361" y="189572"/>
            <a:ext cx="6969038" cy="987875"/>
          </a:xfrm>
          <a:prstGeom prst="rect">
            <a:avLst/>
          </a:prstGeom>
        </p:spPr>
        <p:txBody>
          <a:bodyPr vert="horz" lIns="0" tIns="0" rIns="0" bIns="0" rtlCol="0" anchor="b" anchorCtr="0">
            <a:noAutofit/>
          </a:bodyPr>
          <a:lstStyle>
            <a:defPPr>
              <a:defRPr lang="ja-JP"/>
            </a:defPPr>
            <a:lvl1pPr algn="l" defTabSz="914400" rtl="0" eaLnBrk="1" latinLnBrk="0" hangingPunct="1">
              <a:lnSpc>
                <a:spcPct val="80000"/>
              </a:lnSpc>
              <a:spcBef>
                <a:spcPct val="0"/>
              </a:spcBef>
              <a:buNone/>
              <a:defRPr kumimoji="1" lang="ja-JP" sz="44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a:lstStyle>
          <a:p>
            <a:r>
              <a:rPr lang="ja-JP" altLang="en-US" dirty="0"/>
              <a:t>第</a:t>
            </a:r>
            <a:r>
              <a:rPr lang="en-US" altLang="ja-JP" dirty="0"/>
              <a:t>3</a:t>
            </a:r>
            <a:r>
              <a:rPr lang="ja-JP" altLang="en-US" dirty="0"/>
              <a:t>層：ネットワーク層</a:t>
            </a:r>
            <a:r>
              <a:rPr lang="en-US" altLang="ja-JP" dirty="0"/>
              <a:t>(L3)</a:t>
            </a:r>
            <a:endParaRPr lang="zh-TW" altLang="en-US" dirty="0">
              <a:latin typeface="Consolas" panose="020B0609020204030204" pitchFamily="49" charset="0"/>
            </a:endParaRPr>
          </a:p>
        </p:txBody>
      </p:sp>
      <p:pic>
        <p:nvPicPr>
          <p:cNvPr id="11" name="図プレースホルダー 52">
            <a:extLst>
              <a:ext uri="{FF2B5EF4-FFF2-40B4-BE49-F238E27FC236}">
                <a16:creationId xmlns:a16="http://schemas.microsoft.com/office/drawing/2014/main" id="{867E07AE-250A-B49C-2FD4-EE0222D836C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362193" y="1177447"/>
            <a:ext cx="2825114" cy="2825114"/>
          </a:xfrm>
          <a:prstGeom prst="rect">
            <a:avLst/>
          </a:prstGeom>
          <a:noFill/>
        </p:spPr>
      </p:pic>
      <p:sp>
        <p:nvSpPr>
          <p:cNvPr id="3" name="四角形: 角を丸くする 2">
            <a:extLst>
              <a:ext uri="{FF2B5EF4-FFF2-40B4-BE49-F238E27FC236}">
                <a16:creationId xmlns:a16="http://schemas.microsoft.com/office/drawing/2014/main" id="{74547DCD-6FDC-02A7-6C7F-B06157A85FEA}"/>
              </a:ext>
            </a:extLst>
          </p:cNvPr>
          <p:cNvSpPr/>
          <p:nvPr/>
        </p:nvSpPr>
        <p:spPr>
          <a:xfrm>
            <a:off x="936259" y="3429000"/>
            <a:ext cx="3828503" cy="1380760"/>
          </a:xfrm>
          <a:prstGeom prst="roundRect">
            <a:avLst/>
          </a:prstGeom>
          <a:effectLst>
            <a:innerShdw blurRad="63500" dist="50800" dir="27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cene3d>
              <a:camera prst="orthographicFront"/>
              <a:lightRig rig="soft" dir="t">
                <a:rot lat="0" lon="0" rev="15600000"/>
              </a:lightRig>
            </a:scene3d>
            <a:sp3d extrusionH="57150" prstMaterial="softEdge">
              <a:bevelT w="25400" h="38100"/>
            </a:sp3d>
          </a:bodyPr>
          <a:lstStyle/>
          <a:p>
            <a:pPr algn="ctr"/>
            <a:r>
              <a:rPr kumimoji="1" lang="en-US" altLang="ja-JP" sz="3200" b="1" dirty="0">
                <a:ln/>
                <a:solidFill>
                  <a:schemeClr val="accent4"/>
                </a:solidFill>
              </a:rPr>
              <a:t>WAN=</a:t>
            </a:r>
            <a:r>
              <a:rPr kumimoji="1" lang="ja-JP" altLang="en-US" sz="3200" b="1" dirty="0">
                <a:ln/>
                <a:solidFill>
                  <a:schemeClr val="accent4"/>
                </a:solidFill>
              </a:rPr>
              <a:t>ルーター</a:t>
            </a:r>
            <a:endParaRPr kumimoji="1" lang="en-US" altLang="ja-JP" sz="3200" b="1" dirty="0">
              <a:ln/>
              <a:solidFill>
                <a:schemeClr val="accent4"/>
              </a:solidFill>
            </a:endParaRPr>
          </a:p>
          <a:p>
            <a:pPr algn="ctr"/>
            <a:r>
              <a:rPr kumimoji="1" lang="en-US" altLang="ja-JP" sz="3200" b="1" dirty="0">
                <a:ln/>
                <a:solidFill>
                  <a:schemeClr val="accent4"/>
                </a:solidFill>
              </a:rPr>
              <a:t>LAN=L3</a:t>
            </a:r>
            <a:r>
              <a:rPr kumimoji="1" lang="ja-JP" altLang="en-US" sz="3200" b="1" dirty="0">
                <a:ln/>
                <a:solidFill>
                  <a:schemeClr val="accent4"/>
                </a:solidFill>
              </a:rPr>
              <a:t>スイッチ</a:t>
            </a:r>
          </a:p>
        </p:txBody>
      </p:sp>
    </p:spTree>
    <p:extLst>
      <p:ext uri="{BB962C8B-B14F-4D97-AF65-F5344CB8AC3E}">
        <p14:creationId xmlns:p14="http://schemas.microsoft.com/office/powerpoint/2010/main" val="2645847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BCCC3-EBF9-D20D-475F-3DEF78710C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52FD875-D32C-6107-A045-5CD0A83EAA32}"/>
              </a:ext>
            </a:extLst>
          </p:cNvPr>
          <p:cNvSpPr>
            <a:spLocks noGrp="1"/>
          </p:cNvSpPr>
          <p:nvPr>
            <p:ph type="title"/>
          </p:nvPr>
        </p:nvSpPr>
        <p:spPr>
          <a:xfrm>
            <a:off x="594360" y="278129"/>
            <a:ext cx="9778365" cy="1494596"/>
          </a:xfrm>
        </p:spPr>
        <p:txBody>
          <a:bodyPr rtlCol="0" anchor="b">
            <a:normAutofit/>
          </a:bodyPr>
          <a:lstStyle>
            <a:defPPr>
              <a:defRPr lang="ja-JP"/>
            </a:defPPr>
          </a:lstStyle>
          <a:p>
            <a:pPr rtl="0"/>
            <a:r>
              <a:rPr lang="ja-JP" altLang="en-US" dirty="0"/>
              <a:t>障害対応の基本は下位から確認</a:t>
            </a:r>
            <a:endParaRPr lang="ja-JP" dirty="0"/>
          </a:p>
        </p:txBody>
      </p:sp>
      <p:pic>
        <p:nvPicPr>
          <p:cNvPr id="5" name="図プレースホルダー 52">
            <a:extLst>
              <a:ext uri="{FF2B5EF4-FFF2-40B4-BE49-F238E27FC236}">
                <a16:creationId xmlns:a16="http://schemas.microsoft.com/office/drawing/2014/main" id="{4B216705-4640-495C-F901-F920618FD72C}"/>
              </a:ext>
            </a:extLst>
          </p:cNvPr>
          <p:cNvPicPr>
            <a:picLocks noGrp="1" noChangeAspect="1"/>
          </p:cNvPicPr>
          <p:nvPr>
            <p:ph sz="quarter" idx="15"/>
          </p:nvPr>
        </p:nvPicPr>
        <p:blipFill>
          <a:blip r:embed="rId3">
            <a:extLst>
              <a:ext uri="{28A0092B-C50C-407E-A947-70E740481C1C}">
                <a14:useLocalDpi xmlns:a14="http://schemas.microsoft.com/office/drawing/2010/main" val="0"/>
              </a:ext>
            </a:extLst>
          </a:blip>
          <a:srcRect l="620" r="620"/>
          <a:stretch/>
        </p:blipFill>
        <p:spPr>
          <a:xfrm>
            <a:off x="594359" y="2481943"/>
            <a:ext cx="6379096" cy="3792052"/>
          </a:xfrm>
          <a:noFill/>
        </p:spPr>
      </p:pic>
      <p:sp>
        <p:nvSpPr>
          <p:cNvPr id="3" name="コンテンツ プレースホルダー 2">
            <a:extLst>
              <a:ext uri="{FF2B5EF4-FFF2-40B4-BE49-F238E27FC236}">
                <a16:creationId xmlns:a16="http://schemas.microsoft.com/office/drawing/2014/main" id="{C307AEDA-5D80-39FF-F440-010929B69899}"/>
              </a:ext>
            </a:extLst>
          </p:cNvPr>
          <p:cNvSpPr>
            <a:spLocks noGrp="1"/>
          </p:cNvSpPr>
          <p:nvPr>
            <p:ph sz="quarter" idx="16"/>
          </p:nvPr>
        </p:nvSpPr>
        <p:spPr>
          <a:xfrm>
            <a:off x="8030322" y="3081403"/>
            <a:ext cx="3306907" cy="3192592"/>
          </a:xfrm>
        </p:spPr>
        <p:txBody>
          <a:bodyPr rtlCol="0">
            <a:normAutofit/>
          </a:bodyPr>
          <a:lstStyle>
            <a:defPPr>
              <a:defRPr lang="ja-JP"/>
            </a:defPPr>
          </a:lstStyle>
          <a:p>
            <a:pPr rtl="0"/>
            <a:r>
              <a:rPr lang="ja-JP" altLang="en-US" sz="1800" dirty="0"/>
              <a:t>上位レイヤーは下位のレイヤーが成り立って初めて機能するのでネットワークの障害発生時には下位レイヤーから確認するのが基本と言われています。</a:t>
            </a:r>
            <a:endParaRPr lang="en-US" altLang="ja-JP" sz="1800" dirty="0"/>
          </a:p>
          <a:p>
            <a:pPr rtl="0"/>
            <a:r>
              <a:rPr lang="en-US" altLang="ja-JP" sz="1800" dirty="0"/>
              <a:t>LAN</a:t>
            </a:r>
            <a:r>
              <a:rPr lang="ja-JP" altLang="en-US" sz="1800" dirty="0"/>
              <a:t>ケーブルが抜けているのに他を試しても何をしても無駄なのはイメージがつくと思います。</a:t>
            </a:r>
            <a:endParaRPr lang="en-US" altLang="ja-JP" sz="1800" dirty="0"/>
          </a:p>
        </p:txBody>
      </p:sp>
      <p:sp>
        <p:nvSpPr>
          <p:cNvPr id="7" name="矢印: 下 6">
            <a:extLst>
              <a:ext uri="{FF2B5EF4-FFF2-40B4-BE49-F238E27FC236}">
                <a16:creationId xmlns:a16="http://schemas.microsoft.com/office/drawing/2014/main" id="{A743DEBD-E601-D6A8-56D8-CE8B15ACBD11}"/>
              </a:ext>
            </a:extLst>
          </p:cNvPr>
          <p:cNvSpPr/>
          <p:nvPr/>
        </p:nvSpPr>
        <p:spPr>
          <a:xfrm rot="10800000">
            <a:off x="6973455" y="2993721"/>
            <a:ext cx="266589" cy="328027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コンテンツ プレースホルダー 2">
            <a:extLst>
              <a:ext uri="{FF2B5EF4-FFF2-40B4-BE49-F238E27FC236}">
                <a16:creationId xmlns:a16="http://schemas.microsoft.com/office/drawing/2014/main" id="{74BC258D-F61F-38FA-0783-4874D17F3775}"/>
              </a:ext>
            </a:extLst>
          </p:cNvPr>
          <p:cNvSpPr txBox="1">
            <a:spLocks/>
          </p:cNvSpPr>
          <p:nvPr/>
        </p:nvSpPr>
        <p:spPr>
          <a:xfrm>
            <a:off x="7368593" y="3429000"/>
            <a:ext cx="266590" cy="3192592"/>
          </a:xfrm>
          <a:prstGeom prst="rect">
            <a:avLst/>
          </a:prstGeom>
        </p:spPr>
        <p:txBody>
          <a:bodyPr vert="eaVert" lIns="0" tIns="45720" rIns="0" bIns="0" rtlCol="0">
            <a:normAutofit/>
          </a:bodyPr>
          <a:lstStyle>
            <a:defPPr>
              <a:defRPr lang="ja-JP"/>
            </a:defPPr>
            <a:lvl1pPr marL="0" indent="0" algn="l" defTabSz="914400" rtl="0" eaLnBrk="1" latinLnBrk="0" hangingPunct="1">
              <a:lnSpc>
                <a:spcPct val="90000"/>
              </a:lnSpc>
              <a:spcBef>
                <a:spcPts val="1800"/>
              </a:spcBef>
              <a:buFont typeface="Arial" panose="020B0604020202020204" pitchFamily="34" charset="0"/>
              <a:buNone/>
              <a:defRPr kumimoji="1" lang="ja-JP" sz="2000" b="0" i="0" kern="1200">
                <a:solidFill>
                  <a:schemeClr val="bg1"/>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5486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82296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10058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ja-JP" altLang="en-US" sz="1800" dirty="0"/>
              <a:t>下から確認する</a:t>
            </a:r>
          </a:p>
        </p:txBody>
      </p:sp>
    </p:spTree>
    <p:extLst>
      <p:ext uri="{BB962C8B-B14F-4D97-AF65-F5344CB8AC3E}">
        <p14:creationId xmlns:p14="http://schemas.microsoft.com/office/powerpoint/2010/main" val="15484547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52F4F-9A37-0C52-973B-0D20F1567225}"/>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D1A44581-0C9B-DB61-2FE1-72D2D1E01771}"/>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第</a:t>
            </a:r>
            <a:r>
              <a:rPr lang="en-US" altLang="ja-JP" dirty="0"/>
              <a:t>2</a:t>
            </a:r>
            <a:r>
              <a:rPr lang="ja-JP" altLang="en-US" dirty="0"/>
              <a:t>章</a:t>
            </a:r>
            <a:endParaRPr lang="ja-JP" dirty="0"/>
          </a:p>
        </p:txBody>
      </p:sp>
      <p:sp>
        <p:nvSpPr>
          <p:cNvPr id="3" name="テキスト プレースホルダー 2">
            <a:extLst>
              <a:ext uri="{FF2B5EF4-FFF2-40B4-BE49-F238E27FC236}">
                <a16:creationId xmlns:a16="http://schemas.microsoft.com/office/drawing/2014/main" id="{14E2A7BD-A315-38C2-8C93-FD67AFECF124}"/>
              </a:ext>
            </a:extLst>
          </p:cNvPr>
          <p:cNvSpPr>
            <a:spLocks noGrp="1"/>
          </p:cNvSpPr>
          <p:nvPr>
            <p:ph type="body" sz="quarter" idx="11"/>
          </p:nvPr>
        </p:nvSpPr>
        <p:spPr>
          <a:xfrm flipV="1">
            <a:off x="11504023" y="6195471"/>
            <a:ext cx="292282" cy="100825"/>
          </a:xfrm>
        </p:spPr>
        <p:txBody>
          <a:bodyPr rtlCol="0">
            <a:normAutofit fontScale="32500" lnSpcReduction="20000"/>
          </a:bodyPr>
          <a:lstStyle>
            <a:defPPr>
              <a:defRPr lang="ja-JP"/>
            </a:defPPr>
          </a:lstStyle>
          <a:p>
            <a:pPr rtl="0"/>
            <a:endParaRPr lang="ja-JP" dirty="0"/>
          </a:p>
        </p:txBody>
      </p:sp>
    </p:spTree>
    <p:extLst>
      <p:ext uri="{BB962C8B-B14F-4D97-AF65-F5344CB8AC3E}">
        <p14:creationId xmlns:p14="http://schemas.microsoft.com/office/powerpoint/2010/main" val="38081803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B40C4-3010-F927-805F-CE921D29DB8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CE2958-3C84-45B1-1096-E83B4CEB69AC}"/>
              </a:ext>
            </a:extLst>
          </p:cNvPr>
          <p:cNvSpPr>
            <a:spLocks noGrp="1"/>
          </p:cNvSpPr>
          <p:nvPr>
            <p:ph type="title"/>
          </p:nvPr>
        </p:nvSpPr>
        <p:spPr>
          <a:xfrm>
            <a:off x="594360" y="189572"/>
            <a:ext cx="6787747" cy="1593507"/>
          </a:xfrm>
        </p:spPr>
        <p:txBody>
          <a:bodyPr rtlCol="0"/>
          <a:lstStyle>
            <a:defPPr>
              <a:defRPr lang="ja-JP"/>
            </a:defPPr>
          </a:lstStyle>
          <a:p>
            <a:pPr rtl="0"/>
            <a:r>
              <a:rPr lang="ja-JP" altLang="en-US" dirty="0"/>
              <a:t>第</a:t>
            </a:r>
            <a:r>
              <a:rPr lang="en-US" altLang="ja-JP" dirty="0"/>
              <a:t>2</a:t>
            </a:r>
            <a:r>
              <a:rPr lang="ja-JP" altLang="en-US" dirty="0"/>
              <a:t>章の目次</a:t>
            </a:r>
            <a:endParaRPr lang="ja-JP" dirty="0"/>
          </a:p>
        </p:txBody>
      </p:sp>
      <p:sp>
        <p:nvSpPr>
          <p:cNvPr id="3" name="テキスト プレースホルダー 2">
            <a:extLst>
              <a:ext uri="{FF2B5EF4-FFF2-40B4-BE49-F238E27FC236}">
                <a16:creationId xmlns:a16="http://schemas.microsoft.com/office/drawing/2014/main" id="{6A3F95FC-EEA6-3C96-787B-9057F0404A8A}"/>
              </a:ext>
            </a:extLst>
          </p:cNvPr>
          <p:cNvSpPr>
            <a:spLocks noGrp="1"/>
          </p:cNvSpPr>
          <p:nvPr>
            <p:ph sz="quarter" idx="13"/>
          </p:nvPr>
        </p:nvSpPr>
        <p:spPr>
          <a:xfrm>
            <a:off x="593725" y="2281238"/>
            <a:ext cx="6788150" cy="3709987"/>
          </a:xfrm>
        </p:spPr>
        <p:txBody>
          <a:bodyPr tIns="457200" rtlCol="0"/>
          <a:lstStyle>
            <a:defPPr>
              <a:defRPr lang="ja-JP"/>
            </a:defPPr>
          </a:lstStyle>
          <a:p>
            <a:pPr rtl="0"/>
            <a:r>
              <a:rPr lang="ja-JP" altLang="en-US" dirty="0"/>
              <a:t>ネットワークの基礎用語</a:t>
            </a:r>
            <a:r>
              <a:rPr lang="en-US" altLang="ja-JP" dirty="0"/>
              <a:t>2</a:t>
            </a:r>
            <a:endParaRPr lang="ja-JP" dirty="0"/>
          </a:p>
          <a:p>
            <a:pPr rtl="0"/>
            <a:r>
              <a:rPr lang="ja-JP" altLang="en-US" dirty="0"/>
              <a:t>ネットワークの流れ</a:t>
            </a:r>
            <a:endParaRPr lang="en-US" altLang="ja-JP" dirty="0"/>
          </a:p>
          <a:p>
            <a:pPr rtl="0"/>
            <a:r>
              <a:rPr lang="ja-JP" altLang="en-US" dirty="0"/>
              <a:t>到達性の確認方法</a:t>
            </a:r>
            <a:endParaRPr lang="en-US" altLang="ja-JP" dirty="0"/>
          </a:p>
        </p:txBody>
      </p:sp>
    </p:spTree>
    <p:extLst>
      <p:ext uri="{BB962C8B-B14F-4D97-AF65-F5344CB8AC3E}">
        <p14:creationId xmlns:p14="http://schemas.microsoft.com/office/powerpoint/2010/main" val="39525564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652E8-6526-17D4-7795-D96277FB0FD2}"/>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56D8DB37-8BA4-BBD9-91BE-53F1D4CBFEC6}"/>
              </a:ext>
            </a:extLst>
          </p:cNvPr>
          <p:cNvSpPr>
            <a:spLocks noGrp="1"/>
          </p:cNvSpPr>
          <p:nvPr>
            <p:ph type="ctrTitle"/>
          </p:nvPr>
        </p:nvSpPr>
        <p:spPr>
          <a:xfrm>
            <a:off x="6309904" y="411479"/>
            <a:ext cx="5486400" cy="3291840"/>
          </a:xfrm>
        </p:spPr>
        <p:txBody>
          <a:bodyPr rtlCol="0"/>
          <a:lstStyle>
            <a:defPPr>
              <a:defRPr lang="ja-JP"/>
            </a:defPPr>
          </a:lstStyle>
          <a:p>
            <a:pPr algn="ctr" rtl="0"/>
            <a:br>
              <a:rPr lang="en-US" altLang="ja-JP" dirty="0"/>
            </a:br>
            <a:r>
              <a:rPr lang="ja-JP" altLang="en-US" dirty="0"/>
              <a:t>ネットワークの</a:t>
            </a:r>
            <a:br>
              <a:rPr lang="en-US" altLang="ja-JP" dirty="0"/>
            </a:br>
            <a:r>
              <a:rPr lang="ja-JP" altLang="en-US" dirty="0"/>
              <a:t>基礎用語</a:t>
            </a:r>
            <a:r>
              <a:rPr lang="en-US" altLang="ja-JP" dirty="0"/>
              <a:t>2</a:t>
            </a:r>
            <a:endParaRPr lang="ja-JP" dirty="0"/>
          </a:p>
        </p:txBody>
      </p:sp>
      <p:sp>
        <p:nvSpPr>
          <p:cNvPr id="3" name="テキスト プレースホルダー 2">
            <a:extLst>
              <a:ext uri="{FF2B5EF4-FFF2-40B4-BE49-F238E27FC236}">
                <a16:creationId xmlns:a16="http://schemas.microsoft.com/office/drawing/2014/main" id="{BADE0ED9-E976-DE3E-479C-A3FA1358561D}"/>
              </a:ext>
            </a:extLst>
          </p:cNvPr>
          <p:cNvSpPr>
            <a:spLocks noGrp="1"/>
          </p:cNvSpPr>
          <p:nvPr>
            <p:ph type="body" sz="quarter" idx="11"/>
          </p:nvPr>
        </p:nvSpPr>
        <p:spPr>
          <a:xfrm flipV="1">
            <a:off x="11504023" y="6195471"/>
            <a:ext cx="292282" cy="100825"/>
          </a:xfrm>
        </p:spPr>
        <p:txBody>
          <a:bodyPr rtlCol="0">
            <a:normAutofit fontScale="32500" lnSpcReduction="20000"/>
          </a:bodyPr>
          <a:lstStyle>
            <a:defPPr>
              <a:defRPr lang="ja-JP"/>
            </a:defPPr>
          </a:lstStyle>
          <a:p>
            <a:pPr rtl="0"/>
            <a:endParaRPr lang="ja-JP" dirty="0"/>
          </a:p>
        </p:txBody>
      </p:sp>
    </p:spTree>
    <p:extLst>
      <p:ext uri="{BB962C8B-B14F-4D97-AF65-F5344CB8AC3E}">
        <p14:creationId xmlns:p14="http://schemas.microsoft.com/office/powerpoint/2010/main" val="19230922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2E1CF-8FAE-561F-9303-A7E6750F1923}"/>
            </a:ext>
          </a:extLst>
        </p:cNvPr>
        <p:cNvGrpSpPr/>
        <p:nvPr/>
      </p:nvGrpSpPr>
      <p:grpSpPr>
        <a:xfrm>
          <a:off x="0" y="0"/>
          <a:ext cx="0" cy="0"/>
          <a:chOff x="0" y="0"/>
          <a:chExt cx="0" cy="0"/>
        </a:xfrm>
      </p:grpSpPr>
      <p:sp>
        <p:nvSpPr>
          <p:cNvPr id="10" name="四角形: 角を丸くする 9">
            <a:extLst>
              <a:ext uri="{FF2B5EF4-FFF2-40B4-BE49-F238E27FC236}">
                <a16:creationId xmlns:a16="http://schemas.microsoft.com/office/drawing/2014/main" id="{67753109-0CE2-0C9F-0596-4AFC18986F20}"/>
              </a:ext>
            </a:extLst>
          </p:cNvPr>
          <p:cNvSpPr/>
          <p:nvPr/>
        </p:nvSpPr>
        <p:spPr>
          <a:xfrm>
            <a:off x="5628052" y="3087222"/>
            <a:ext cx="4744673" cy="3492649"/>
          </a:xfrm>
          <a:prstGeom prst="roundRect">
            <a:avLst/>
          </a:prstGeom>
          <a:solidFill>
            <a:schemeClr val="tx2">
              <a:lumMod val="60000"/>
              <a:lumOff val="40000"/>
            </a:schemeClr>
          </a:solidFill>
          <a:ln>
            <a:solidFill>
              <a:schemeClr val="tx1"/>
            </a:solidFill>
          </a:ln>
          <a:effectLst>
            <a:innerShdw blurRad="63500" dist="50800" dir="27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B8F51552-5F6B-A03C-1978-F930951D1735}"/>
              </a:ext>
            </a:extLst>
          </p:cNvPr>
          <p:cNvSpPr>
            <a:spLocks noGrp="1"/>
          </p:cNvSpPr>
          <p:nvPr>
            <p:ph type="title"/>
          </p:nvPr>
        </p:nvSpPr>
        <p:spPr>
          <a:xfrm>
            <a:off x="594361" y="278129"/>
            <a:ext cx="8909858" cy="1494596"/>
          </a:xfrm>
        </p:spPr>
        <p:txBody>
          <a:bodyPr rtlCol="0"/>
          <a:lstStyle>
            <a:defPPr>
              <a:defRPr lang="ja-JP"/>
            </a:defPPr>
          </a:lstStyle>
          <a:p>
            <a:pPr rtl="0">
              <a:lnSpc>
                <a:spcPct val="90000"/>
              </a:lnSpc>
            </a:pPr>
            <a:r>
              <a:rPr lang="ja-JP" altLang="en-US" dirty="0"/>
              <a:t>基礎用語</a:t>
            </a:r>
            <a:r>
              <a:rPr lang="en-US" altLang="ja-JP" dirty="0"/>
              <a:t>2</a:t>
            </a:r>
            <a:endParaRPr lang="ja-JP" dirty="0"/>
          </a:p>
        </p:txBody>
      </p:sp>
      <p:sp>
        <p:nvSpPr>
          <p:cNvPr id="3" name="コンテンツ プレースホルダー 2">
            <a:extLst>
              <a:ext uri="{FF2B5EF4-FFF2-40B4-BE49-F238E27FC236}">
                <a16:creationId xmlns:a16="http://schemas.microsoft.com/office/drawing/2014/main" id="{79F81F12-A825-1541-1D3E-29AB40B3B792}"/>
              </a:ext>
            </a:extLst>
          </p:cNvPr>
          <p:cNvSpPr>
            <a:spLocks noGrp="1"/>
          </p:cNvSpPr>
          <p:nvPr>
            <p:ph sz="quarter" idx="15"/>
          </p:nvPr>
        </p:nvSpPr>
        <p:spPr>
          <a:xfrm>
            <a:off x="594360" y="2676525"/>
            <a:ext cx="4490827" cy="3597470"/>
          </a:xfrm>
        </p:spPr>
        <p:txBody>
          <a:bodyPr rtlCol="0"/>
          <a:lstStyle>
            <a:defPPr>
              <a:defRPr lang="ja-JP"/>
            </a:defPPr>
          </a:lstStyle>
          <a:p>
            <a:pPr marL="0" lvl="1" indent="0" rtl="0">
              <a:buNone/>
            </a:pPr>
            <a:r>
              <a:rPr lang="ja-JP" altLang="en-US" dirty="0"/>
              <a:t>次に進むために他の用語も覚えましょう</a:t>
            </a:r>
            <a:endParaRPr lang="en-US" altLang="ja-JP" dirty="0"/>
          </a:p>
        </p:txBody>
      </p:sp>
      <p:sp>
        <p:nvSpPr>
          <p:cNvPr id="4" name="コンテンツ プレースホルダー 3">
            <a:extLst>
              <a:ext uri="{FF2B5EF4-FFF2-40B4-BE49-F238E27FC236}">
                <a16:creationId xmlns:a16="http://schemas.microsoft.com/office/drawing/2014/main" id="{6ABD3813-69DA-6AA3-9996-B467FEF3FD90}"/>
              </a:ext>
            </a:extLst>
          </p:cNvPr>
          <p:cNvSpPr>
            <a:spLocks noGrp="1"/>
          </p:cNvSpPr>
          <p:nvPr>
            <p:ph sz="quarter" idx="16"/>
          </p:nvPr>
        </p:nvSpPr>
        <p:spPr>
          <a:xfrm>
            <a:off x="5881898" y="2676525"/>
            <a:ext cx="4490827" cy="3597470"/>
          </a:xfrm>
        </p:spPr>
        <p:txBody>
          <a:bodyPr rtlCol="0">
            <a:normAutofit/>
          </a:bodyPr>
          <a:lstStyle>
            <a:defPPr>
              <a:defRPr lang="ja-JP"/>
            </a:defPPr>
          </a:lstStyle>
          <a:p>
            <a:pPr marL="0" lvl="1" indent="0" rtl="0">
              <a:buNone/>
            </a:pPr>
            <a:r>
              <a:rPr lang="ja-JP" altLang="en-US" dirty="0"/>
              <a:t>今回扱う用語</a:t>
            </a:r>
            <a:endParaRPr lang="en-US" altLang="ja-JP" dirty="0"/>
          </a:p>
          <a:p>
            <a:pPr lvl="1"/>
            <a:r>
              <a:rPr lang="en-US" altLang="ja-JP" dirty="0">
                <a:solidFill>
                  <a:schemeClr val="accent3">
                    <a:lumMod val="50000"/>
                  </a:schemeClr>
                </a:solidFill>
              </a:rPr>
              <a:t>IP(v4,v6)</a:t>
            </a:r>
            <a:r>
              <a:rPr lang="ja-JP" altLang="en-US" dirty="0">
                <a:solidFill>
                  <a:schemeClr val="accent3">
                    <a:lumMod val="50000"/>
                  </a:schemeClr>
                </a:solidFill>
              </a:rPr>
              <a:t>アドレス</a:t>
            </a:r>
            <a:endParaRPr lang="en-US" altLang="ja-JP" dirty="0">
              <a:solidFill>
                <a:schemeClr val="accent3">
                  <a:lumMod val="50000"/>
                </a:schemeClr>
              </a:solidFill>
            </a:endParaRPr>
          </a:p>
          <a:p>
            <a:pPr lvl="1" rtl="0"/>
            <a:r>
              <a:rPr lang="en-US" altLang="ja-JP" dirty="0">
                <a:solidFill>
                  <a:schemeClr val="accent3">
                    <a:lumMod val="50000"/>
                  </a:schemeClr>
                </a:solidFill>
              </a:rPr>
              <a:t>ipconfig</a:t>
            </a:r>
            <a:r>
              <a:rPr lang="ja-JP" altLang="en-US" dirty="0">
                <a:solidFill>
                  <a:schemeClr val="accent3">
                    <a:lumMod val="50000"/>
                  </a:schemeClr>
                </a:solidFill>
              </a:rPr>
              <a:t>とサブネット</a:t>
            </a:r>
            <a:endParaRPr lang="en-US" altLang="ja-JP" dirty="0">
              <a:solidFill>
                <a:schemeClr val="accent3">
                  <a:lumMod val="50000"/>
                </a:schemeClr>
              </a:solidFill>
            </a:endParaRPr>
          </a:p>
          <a:p>
            <a:pPr lvl="1" rtl="0"/>
            <a:r>
              <a:rPr lang="ja-JP" altLang="en-US" dirty="0">
                <a:solidFill>
                  <a:schemeClr val="accent3">
                    <a:lumMod val="50000"/>
                  </a:schemeClr>
                </a:solidFill>
              </a:rPr>
              <a:t>ダイナミックとスタティック</a:t>
            </a:r>
            <a:endParaRPr lang="ja-JP" altLang="ja-JP" dirty="0">
              <a:solidFill>
                <a:schemeClr val="accent3">
                  <a:lumMod val="50000"/>
                </a:schemeClr>
              </a:solidFill>
            </a:endParaRPr>
          </a:p>
          <a:p>
            <a:pPr lvl="1" rtl="0"/>
            <a:r>
              <a:rPr lang="en-US" altLang="ja-JP" dirty="0">
                <a:solidFill>
                  <a:schemeClr val="accent3">
                    <a:lumMod val="50000"/>
                  </a:schemeClr>
                </a:solidFill>
              </a:rPr>
              <a:t>ping</a:t>
            </a:r>
            <a:r>
              <a:rPr lang="ja-JP" altLang="en-US" dirty="0">
                <a:solidFill>
                  <a:schemeClr val="accent3">
                    <a:lumMod val="50000"/>
                  </a:schemeClr>
                </a:solidFill>
              </a:rPr>
              <a:t>と</a:t>
            </a:r>
            <a:r>
              <a:rPr lang="en-US" altLang="ja-JP" dirty="0">
                <a:solidFill>
                  <a:schemeClr val="accent3">
                    <a:lumMod val="50000"/>
                  </a:schemeClr>
                </a:solidFill>
              </a:rPr>
              <a:t>ICMP</a:t>
            </a:r>
            <a:endParaRPr lang="ja-JP" altLang="ja-JP" dirty="0">
              <a:solidFill>
                <a:schemeClr val="accent3">
                  <a:lumMod val="50000"/>
                </a:schemeClr>
              </a:solidFill>
            </a:endParaRPr>
          </a:p>
          <a:p>
            <a:pPr lvl="1" rtl="0"/>
            <a:r>
              <a:rPr lang="ja-JP" altLang="en-US" dirty="0">
                <a:solidFill>
                  <a:schemeClr val="accent3">
                    <a:lumMod val="50000"/>
                  </a:schemeClr>
                </a:solidFill>
              </a:rPr>
              <a:t>ルーティングとゲートウェイ</a:t>
            </a:r>
            <a:endParaRPr lang="ja-JP" altLang="ja-JP" dirty="0">
              <a:solidFill>
                <a:schemeClr val="accent3">
                  <a:lumMod val="50000"/>
                </a:schemeClr>
              </a:solidFill>
            </a:endParaRPr>
          </a:p>
        </p:txBody>
      </p:sp>
    </p:spTree>
    <p:extLst>
      <p:ext uri="{BB962C8B-B14F-4D97-AF65-F5344CB8AC3E}">
        <p14:creationId xmlns:p14="http://schemas.microsoft.com/office/powerpoint/2010/main" val="36876914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4E4286-2550-C261-841B-9C5372FA771F}"/>
              </a:ext>
            </a:extLst>
          </p:cNvPr>
          <p:cNvSpPr>
            <a:spLocks noGrp="1"/>
          </p:cNvSpPr>
          <p:nvPr>
            <p:ph type="title"/>
          </p:nvPr>
        </p:nvSpPr>
        <p:spPr/>
        <p:txBody>
          <a:bodyPr/>
          <a:lstStyle/>
          <a:p>
            <a:endParaRPr kumimoji="1" lang="ja-JP" altLang="en-US"/>
          </a:p>
        </p:txBody>
      </p:sp>
      <p:pic>
        <p:nvPicPr>
          <p:cNvPr id="6" name="コンテンツ プレースホルダー 5">
            <a:extLst>
              <a:ext uri="{FF2B5EF4-FFF2-40B4-BE49-F238E27FC236}">
                <a16:creationId xmlns:a16="http://schemas.microsoft.com/office/drawing/2014/main" id="{084C7FE3-110C-0A57-47DE-04144A58CAA7}"/>
              </a:ext>
            </a:extLst>
          </p:cNvPr>
          <p:cNvPicPr>
            <a:picLocks noGrp="1" noChangeAspect="1"/>
          </p:cNvPicPr>
          <p:nvPr>
            <p:ph sz="quarter" idx="15"/>
          </p:nvPr>
        </p:nvPicPr>
        <p:blipFill>
          <a:blip r:embed="rId2">
            <a:extLst>
              <a:ext uri="{28A0092B-C50C-407E-A947-70E740481C1C}">
                <a14:useLocalDpi xmlns:a14="http://schemas.microsoft.com/office/drawing/2010/main" val="0"/>
              </a:ext>
            </a:extLst>
          </a:blip>
          <a:srcRect/>
          <a:stretch/>
        </p:blipFill>
        <p:spPr>
          <a:xfrm>
            <a:off x="0" y="0"/>
            <a:ext cx="12192000" cy="2083981"/>
          </a:xfrm>
        </p:spPr>
      </p:pic>
      <p:sp>
        <p:nvSpPr>
          <p:cNvPr id="9" name="四角形: 角を丸くする 8">
            <a:extLst>
              <a:ext uri="{FF2B5EF4-FFF2-40B4-BE49-F238E27FC236}">
                <a16:creationId xmlns:a16="http://schemas.microsoft.com/office/drawing/2014/main" id="{2FA55CB5-7E7A-E25D-2F69-FA668B5B6CD9}"/>
              </a:ext>
            </a:extLst>
          </p:cNvPr>
          <p:cNvSpPr/>
          <p:nvPr/>
        </p:nvSpPr>
        <p:spPr>
          <a:xfrm>
            <a:off x="594360" y="2225040"/>
            <a:ext cx="4744673" cy="4354831"/>
          </a:xfrm>
          <a:prstGeom prst="roundRect">
            <a:avLst/>
          </a:prstGeom>
          <a:solidFill>
            <a:srgbClr val="4495A2"/>
          </a:solidFill>
          <a:ln>
            <a:solidFill>
              <a:schemeClr val="tx1"/>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kumimoji="1" lang="en-US" altLang="ja-JP" sz="2800" dirty="0"/>
              <a:t>IPv4</a:t>
            </a:r>
            <a:r>
              <a:rPr kumimoji="1" lang="ja-JP" altLang="en-US" sz="2800" dirty="0"/>
              <a:t>アドレス</a:t>
            </a:r>
          </a:p>
        </p:txBody>
      </p:sp>
      <p:sp>
        <p:nvSpPr>
          <p:cNvPr id="11" name="四角形: 角を丸くする 10">
            <a:extLst>
              <a:ext uri="{FF2B5EF4-FFF2-40B4-BE49-F238E27FC236}">
                <a16:creationId xmlns:a16="http://schemas.microsoft.com/office/drawing/2014/main" id="{F0C86FD3-F8F7-D6D9-6012-52AAA32BCDBC}"/>
              </a:ext>
            </a:extLst>
          </p:cNvPr>
          <p:cNvSpPr/>
          <p:nvPr/>
        </p:nvSpPr>
        <p:spPr>
          <a:xfrm>
            <a:off x="6852969" y="2209800"/>
            <a:ext cx="4744673" cy="4354831"/>
          </a:xfrm>
          <a:prstGeom prst="roundRect">
            <a:avLst/>
          </a:prstGeom>
          <a:solidFill>
            <a:srgbClr val="4495A2"/>
          </a:solidFill>
          <a:ln>
            <a:solidFill>
              <a:schemeClr val="tx1"/>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kumimoji="1" lang="en-US" altLang="ja-JP" sz="2800" dirty="0"/>
              <a:t>IPv6</a:t>
            </a:r>
            <a:r>
              <a:rPr kumimoji="1" lang="ja-JP" altLang="en-US" sz="2800" dirty="0"/>
              <a:t>アドレス</a:t>
            </a:r>
          </a:p>
        </p:txBody>
      </p:sp>
      <p:sp>
        <p:nvSpPr>
          <p:cNvPr id="13" name="コンテンツ プレースホルダー 3">
            <a:extLst>
              <a:ext uri="{FF2B5EF4-FFF2-40B4-BE49-F238E27FC236}">
                <a16:creationId xmlns:a16="http://schemas.microsoft.com/office/drawing/2014/main" id="{8CEE8BDD-B0E5-2CD1-08C7-1AABCEC27D60}"/>
              </a:ext>
            </a:extLst>
          </p:cNvPr>
          <p:cNvSpPr>
            <a:spLocks noGrp="1"/>
          </p:cNvSpPr>
          <p:nvPr>
            <p:ph sz="quarter" idx="16"/>
          </p:nvPr>
        </p:nvSpPr>
        <p:spPr>
          <a:xfrm>
            <a:off x="1447801" y="2996901"/>
            <a:ext cx="4490827" cy="3597470"/>
          </a:xfrm>
        </p:spPr>
        <p:txBody>
          <a:bodyPr rtlCol="0">
            <a:normAutofit/>
          </a:bodyPr>
          <a:lstStyle>
            <a:defPPr>
              <a:defRPr lang="ja-JP"/>
            </a:defPPr>
          </a:lstStyle>
          <a:p>
            <a:pPr lvl="1"/>
            <a:r>
              <a:rPr lang="ja-JP" altLang="en-US" dirty="0">
                <a:solidFill>
                  <a:schemeClr val="tx1"/>
                </a:solidFill>
              </a:rPr>
              <a:t>レガシー</a:t>
            </a:r>
            <a:endParaRPr lang="ja-JP" altLang="ja-JP" dirty="0">
              <a:solidFill>
                <a:schemeClr val="tx1"/>
              </a:solidFill>
            </a:endParaRPr>
          </a:p>
          <a:p>
            <a:pPr lvl="1"/>
            <a:r>
              <a:rPr lang="en-US" altLang="ja-JP" dirty="0">
                <a:solidFill>
                  <a:schemeClr val="tx1"/>
                </a:solidFill>
              </a:rPr>
              <a:t>2</a:t>
            </a:r>
            <a:r>
              <a:rPr lang="ja-JP" altLang="en-US" dirty="0">
                <a:solidFill>
                  <a:schemeClr val="tx1"/>
                </a:solidFill>
              </a:rPr>
              <a:t>進数</a:t>
            </a:r>
            <a:r>
              <a:rPr lang="en-US" altLang="ja-JP" dirty="0">
                <a:solidFill>
                  <a:schemeClr val="tx1"/>
                </a:solidFill>
              </a:rPr>
              <a:t>32</a:t>
            </a:r>
            <a:r>
              <a:rPr lang="ja-JP" altLang="en-US" dirty="0">
                <a:solidFill>
                  <a:schemeClr val="tx1"/>
                </a:solidFill>
              </a:rPr>
              <a:t>ビットで表現</a:t>
            </a:r>
            <a:endParaRPr lang="en-US" altLang="ja-JP" dirty="0">
              <a:solidFill>
                <a:schemeClr val="tx1"/>
              </a:solidFill>
            </a:endParaRPr>
          </a:p>
          <a:p>
            <a:pPr lvl="1" rtl="0"/>
            <a:r>
              <a:rPr lang="ja-JP" altLang="en-US" dirty="0">
                <a:solidFill>
                  <a:schemeClr val="tx1"/>
                </a:solidFill>
              </a:rPr>
              <a:t>一般的に使用される</a:t>
            </a:r>
            <a:endParaRPr lang="en-US" altLang="ja-JP" dirty="0">
              <a:solidFill>
                <a:schemeClr val="tx1"/>
              </a:solidFill>
            </a:endParaRPr>
          </a:p>
          <a:p>
            <a:pPr lvl="1" rtl="0"/>
            <a:r>
              <a:rPr lang="en-US" altLang="ja-JP" dirty="0">
                <a:solidFill>
                  <a:schemeClr val="tx1"/>
                </a:solidFill>
              </a:rPr>
              <a:t>[.] </a:t>
            </a:r>
            <a:r>
              <a:rPr lang="ja-JP" altLang="en-US" dirty="0">
                <a:solidFill>
                  <a:schemeClr val="tx1"/>
                </a:solidFill>
              </a:rPr>
              <a:t>ドットで区切られる</a:t>
            </a:r>
            <a:endParaRPr lang="ja-JP" altLang="ja-JP" dirty="0">
              <a:solidFill>
                <a:schemeClr val="tx1"/>
              </a:solidFill>
            </a:endParaRPr>
          </a:p>
          <a:p>
            <a:pPr lvl="1" rtl="0"/>
            <a:r>
              <a:rPr lang="ja-JP" altLang="en-US" dirty="0">
                <a:solidFill>
                  <a:schemeClr val="tx1"/>
                </a:solidFill>
              </a:rPr>
              <a:t>多いけど足りなくなってきている</a:t>
            </a:r>
            <a:endParaRPr lang="en-US" altLang="ja-JP" dirty="0">
              <a:solidFill>
                <a:schemeClr val="tx1"/>
              </a:solidFill>
            </a:endParaRPr>
          </a:p>
          <a:p>
            <a:pPr lvl="1" rtl="0"/>
            <a:r>
              <a:rPr lang="ja-JP" altLang="en-US" dirty="0">
                <a:solidFill>
                  <a:schemeClr val="tx1"/>
                </a:solidFill>
              </a:rPr>
              <a:t>普通</a:t>
            </a:r>
            <a:endParaRPr lang="en-US" altLang="ja-JP" dirty="0">
              <a:solidFill>
                <a:schemeClr val="tx1"/>
              </a:solidFill>
            </a:endParaRPr>
          </a:p>
          <a:p>
            <a:pPr lvl="1" rtl="0"/>
            <a:r>
              <a:rPr lang="ja-JP" altLang="en-US" dirty="0">
                <a:solidFill>
                  <a:schemeClr val="tx1"/>
                </a:solidFill>
              </a:rPr>
              <a:t>重要</a:t>
            </a:r>
            <a:endParaRPr lang="en-US" altLang="ja-JP" dirty="0">
              <a:solidFill>
                <a:schemeClr val="tx1"/>
              </a:solidFill>
            </a:endParaRPr>
          </a:p>
        </p:txBody>
      </p:sp>
      <p:sp>
        <p:nvSpPr>
          <p:cNvPr id="14" name="コンテンツ プレースホルダー 3">
            <a:extLst>
              <a:ext uri="{FF2B5EF4-FFF2-40B4-BE49-F238E27FC236}">
                <a16:creationId xmlns:a16="http://schemas.microsoft.com/office/drawing/2014/main" id="{BF2D6D15-AB59-48EF-3666-45C4B1F7D3F0}"/>
              </a:ext>
            </a:extLst>
          </p:cNvPr>
          <p:cNvSpPr txBox="1">
            <a:spLocks/>
          </p:cNvSpPr>
          <p:nvPr/>
        </p:nvSpPr>
        <p:spPr>
          <a:xfrm>
            <a:off x="7701173" y="3026641"/>
            <a:ext cx="4490827" cy="3597470"/>
          </a:xfrm>
          <a:prstGeom prst="rect">
            <a:avLst/>
          </a:prstGeom>
        </p:spPr>
        <p:txBody>
          <a:bodyPr vert="horz" lIns="0" tIns="45720" rIns="0" bIns="0" rtlCol="0">
            <a:normAutofit/>
          </a:bodyPr>
          <a:lstStyle>
            <a:defPPr>
              <a:defRPr lang="ja-JP"/>
            </a:defPPr>
            <a:lvl1pPr marL="0" indent="0" algn="l" defTabSz="914400" rtl="0" eaLnBrk="1" latinLnBrk="0" hangingPunct="1">
              <a:lnSpc>
                <a:spcPct val="90000"/>
              </a:lnSpc>
              <a:spcBef>
                <a:spcPts val="1800"/>
              </a:spcBef>
              <a:buFont typeface="Arial" panose="020B0604020202020204" pitchFamily="34" charset="0"/>
              <a:buNone/>
              <a:defRPr kumimoji="1" lang="ja-JP" sz="2000" b="0" i="0" kern="1200">
                <a:solidFill>
                  <a:schemeClr val="bg1"/>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5486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82296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10058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pPr lvl="1"/>
            <a:r>
              <a:rPr lang="ja-JP" altLang="en-US" dirty="0">
                <a:solidFill>
                  <a:schemeClr val="tx1"/>
                </a:solidFill>
              </a:rPr>
              <a:t>モダン</a:t>
            </a:r>
            <a:endParaRPr lang="en-US" altLang="ja-JP" dirty="0">
              <a:solidFill>
                <a:schemeClr val="tx1"/>
              </a:solidFill>
            </a:endParaRPr>
          </a:p>
          <a:p>
            <a:pPr lvl="1"/>
            <a:r>
              <a:rPr lang="en-US" altLang="ja-JP" dirty="0">
                <a:solidFill>
                  <a:schemeClr val="tx1"/>
                </a:solidFill>
              </a:rPr>
              <a:t>16</a:t>
            </a:r>
            <a:r>
              <a:rPr lang="ja-JP" altLang="en-US" dirty="0">
                <a:solidFill>
                  <a:schemeClr val="tx1"/>
                </a:solidFill>
              </a:rPr>
              <a:t>進数</a:t>
            </a:r>
            <a:r>
              <a:rPr lang="en-US" altLang="ja-JP" dirty="0">
                <a:solidFill>
                  <a:schemeClr val="tx1"/>
                </a:solidFill>
              </a:rPr>
              <a:t>128</a:t>
            </a:r>
            <a:r>
              <a:rPr lang="ja-JP" altLang="en-US" dirty="0">
                <a:solidFill>
                  <a:schemeClr val="tx1"/>
                </a:solidFill>
              </a:rPr>
              <a:t>ビットで表現</a:t>
            </a:r>
          </a:p>
          <a:p>
            <a:pPr lvl="1"/>
            <a:r>
              <a:rPr lang="ja-JP" altLang="en-US" dirty="0">
                <a:solidFill>
                  <a:schemeClr val="tx1"/>
                </a:solidFill>
              </a:rPr>
              <a:t>主流ではない</a:t>
            </a:r>
            <a:endParaRPr lang="en-US" altLang="ja-JP" dirty="0">
              <a:solidFill>
                <a:schemeClr val="tx1"/>
              </a:solidFill>
            </a:endParaRPr>
          </a:p>
          <a:p>
            <a:pPr lvl="1"/>
            <a:r>
              <a:rPr lang="en-US" altLang="ja-JP" dirty="0">
                <a:solidFill>
                  <a:schemeClr val="tx1"/>
                </a:solidFill>
              </a:rPr>
              <a:t>[:] </a:t>
            </a:r>
            <a:r>
              <a:rPr lang="ja-JP" altLang="en-US" dirty="0">
                <a:solidFill>
                  <a:schemeClr val="tx1"/>
                </a:solidFill>
              </a:rPr>
              <a:t>コロンで区切られる</a:t>
            </a:r>
            <a:endParaRPr lang="en-US" altLang="ja-JP" dirty="0">
              <a:solidFill>
                <a:schemeClr val="tx1"/>
              </a:solidFill>
            </a:endParaRPr>
          </a:p>
          <a:p>
            <a:pPr lvl="1"/>
            <a:r>
              <a:rPr lang="ja-JP" altLang="en-US" dirty="0">
                <a:solidFill>
                  <a:schemeClr val="tx1"/>
                </a:solidFill>
              </a:rPr>
              <a:t>めっちゃやばいくらい多い</a:t>
            </a:r>
            <a:endParaRPr lang="en-US" altLang="ja-JP" dirty="0">
              <a:solidFill>
                <a:schemeClr val="tx1"/>
              </a:solidFill>
            </a:endParaRPr>
          </a:p>
          <a:p>
            <a:pPr lvl="1"/>
            <a:r>
              <a:rPr lang="ja-JP" altLang="en-US" dirty="0">
                <a:solidFill>
                  <a:schemeClr val="tx1"/>
                </a:solidFill>
              </a:rPr>
              <a:t>早いらしい</a:t>
            </a:r>
            <a:endParaRPr lang="en-US" altLang="ja-JP" dirty="0">
              <a:solidFill>
                <a:schemeClr val="tx1"/>
              </a:solidFill>
            </a:endParaRPr>
          </a:p>
          <a:p>
            <a:pPr lvl="1"/>
            <a:r>
              <a:rPr lang="ja-JP" altLang="en-US" dirty="0">
                <a:solidFill>
                  <a:schemeClr val="tx1"/>
                </a:solidFill>
              </a:rPr>
              <a:t>あるんだなぁくらい</a:t>
            </a:r>
          </a:p>
        </p:txBody>
      </p:sp>
      <p:sp>
        <p:nvSpPr>
          <p:cNvPr id="5" name="矢印: 左右 4">
            <a:extLst>
              <a:ext uri="{FF2B5EF4-FFF2-40B4-BE49-F238E27FC236}">
                <a16:creationId xmlns:a16="http://schemas.microsoft.com/office/drawing/2014/main" id="{6D939206-4D33-3CB9-56AA-28C74698EFC9}"/>
              </a:ext>
            </a:extLst>
          </p:cNvPr>
          <p:cNvSpPr/>
          <p:nvPr/>
        </p:nvSpPr>
        <p:spPr>
          <a:xfrm>
            <a:off x="4750672" y="3639959"/>
            <a:ext cx="2717447" cy="1494511"/>
          </a:xfrm>
          <a:prstGeom prst="lef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 name="乗算記号 3">
            <a:extLst>
              <a:ext uri="{FF2B5EF4-FFF2-40B4-BE49-F238E27FC236}">
                <a16:creationId xmlns:a16="http://schemas.microsoft.com/office/drawing/2014/main" id="{476DE23A-5810-015E-E539-C16BCACA3155}"/>
              </a:ext>
            </a:extLst>
          </p:cNvPr>
          <p:cNvSpPr/>
          <p:nvPr/>
        </p:nvSpPr>
        <p:spPr>
          <a:xfrm>
            <a:off x="5079923" y="3542105"/>
            <a:ext cx="2058943" cy="17207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solidFill>
                  <a:schemeClr val="tx1"/>
                </a:solidFill>
                <a:effectLst>
                  <a:outerShdw blurRad="38100" dist="38100" dir="2700000" algn="tl">
                    <a:srgbClr val="000000">
                      <a:alpha val="43137"/>
                    </a:srgbClr>
                  </a:outerShdw>
                </a:effectLst>
              </a:rPr>
              <a:t>互換性</a:t>
            </a:r>
            <a:endParaRPr kumimoji="1" lang="en-US" altLang="ja-JP" b="1" dirty="0">
              <a:solidFill>
                <a:schemeClr val="tx1"/>
              </a:solidFill>
              <a:effectLst>
                <a:outerShdw blurRad="38100" dist="38100" dir="2700000" algn="tl">
                  <a:srgbClr val="000000">
                    <a:alpha val="43137"/>
                  </a:srgbClr>
                </a:outerShdw>
              </a:effectLst>
            </a:endParaRPr>
          </a:p>
          <a:p>
            <a:pPr algn="ctr"/>
            <a:r>
              <a:rPr kumimoji="1" lang="ja-JP" altLang="en-US" b="1" dirty="0">
                <a:solidFill>
                  <a:schemeClr val="tx1"/>
                </a:solidFill>
                <a:effectLst>
                  <a:outerShdw blurRad="38100" dist="38100" dir="2700000" algn="tl">
                    <a:srgbClr val="000000">
                      <a:alpha val="43137"/>
                    </a:srgbClr>
                  </a:outerShdw>
                </a:effectLst>
              </a:rPr>
              <a:t>がない</a:t>
            </a:r>
          </a:p>
        </p:txBody>
      </p:sp>
    </p:spTree>
    <p:extLst>
      <p:ext uri="{BB962C8B-B14F-4D97-AF65-F5344CB8AC3E}">
        <p14:creationId xmlns:p14="http://schemas.microsoft.com/office/powerpoint/2010/main" val="37072865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EE284-DB90-5049-40E3-BE95E11AB16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9C8A292-D433-44D3-7757-9517C6AEEE43}"/>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en-US" altLang="ja-JP" dirty="0"/>
              <a:t>ipconfig</a:t>
            </a:r>
            <a:endParaRPr lang="ja-JP" dirty="0"/>
          </a:p>
        </p:txBody>
      </p:sp>
      <p:sp>
        <p:nvSpPr>
          <p:cNvPr id="3" name="コンテンツ プレースホルダー 2">
            <a:extLst>
              <a:ext uri="{FF2B5EF4-FFF2-40B4-BE49-F238E27FC236}">
                <a16:creationId xmlns:a16="http://schemas.microsoft.com/office/drawing/2014/main" id="{B484BD71-E67C-1CD9-76D1-E182B800BED7}"/>
              </a:ext>
            </a:extLst>
          </p:cNvPr>
          <p:cNvSpPr>
            <a:spLocks noGrp="1"/>
          </p:cNvSpPr>
          <p:nvPr>
            <p:ph sz="quarter" idx="14"/>
          </p:nvPr>
        </p:nvSpPr>
        <p:spPr>
          <a:xfrm>
            <a:off x="603885" y="584004"/>
            <a:ext cx="3853815" cy="4727638"/>
          </a:xfrm>
        </p:spPr>
        <p:txBody>
          <a:bodyPr rtlCol="0">
            <a:normAutofit/>
          </a:bodyPr>
          <a:lstStyle>
            <a:defPPr>
              <a:defRPr lang="ja-JP"/>
            </a:defPPr>
          </a:lstStyle>
          <a:p>
            <a:pPr rtl="0"/>
            <a:r>
              <a:rPr lang="en-US" altLang="ja-JP" sz="2400" b="1" dirty="0"/>
              <a:t>ipconfig</a:t>
            </a:r>
          </a:p>
          <a:p>
            <a:pPr rtl="0"/>
            <a:r>
              <a:rPr lang="en-US" altLang="ja-JP" dirty="0"/>
              <a:t>Windows</a:t>
            </a:r>
            <a:r>
              <a:rPr lang="ja-JP" altLang="en-US" dirty="0"/>
              <a:t>で使用できるコマンドでコマンドプロンプトまたは</a:t>
            </a:r>
            <a:r>
              <a:rPr lang="en-US" altLang="ja-JP" dirty="0"/>
              <a:t>PowerShell</a:t>
            </a:r>
            <a:r>
              <a:rPr lang="ja-JP" altLang="en-US" dirty="0"/>
              <a:t>を使用して実行できます。</a:t>
            </a:r>
            <a:endParaRPr lang="en-US" altLang="ja-JP" dirty="0"/>
          </a:p>
          <a:p>
            <a:pPr rtl="0"/>
            <a:r>
              <a:rPr lang="ja-JP" altLang="en-US" dirty="0"/>
              <a:t>実行するとその</a:t>
            </a:r>
            <a:r>
              <a:rPr lang="en-US" altLang="ja-JP" dirty="0"/>
              <a:t>PC</a:t>
            </a:r>
            <a:r>
              <a:rPr lang="ja-JP" altLang="en-US" dirty="0"/>
              <a:t>のネットワークの基本構成を確認する事ができます。</a:t>
            </a:r>
            <a:endParaRPr lang="en-US" altLang="ja-JP" dirty="0"/>
          </a:p>
          <a:p>
            <a:pPr rtl="0"/>
            <a:r>
              <a:rPr lang="ja-JP" altLang="en-US" dirty="0"/>
              <a:t>タイポがなければ画像のような表示になります。</a:t>
            </a:r>
            <a:endParaRPr lang="ja-JP" dirty="0"/>
          </a:p>
        </p:txBody>
      </p:sp>
      <p:pic>
        <p:nvPicPr>
          <p:cNvPr id="5" name="図プレースホルダー 52">
            <a:extLst>
              <a:ext uri="{FF2B5EF4-FFF2-40B4-BE49-F238E27FC236}">
                <a16:creationId xmlns:a16="http://schemas.microsoft.com/office/drawing/2014/main" id="{B218A404-68AC-1BAA-4A78-53EAA65FE0D2}"/>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4729399" y="584005"/>
            <a:ext cx="6868239" cy="4727638"/>
          </a:xfrm>
          <a:noFill/>
        </p:spPr>
      </p:pic>
    </p:spTree>
    <p:extLst>
      <p:ext uri="{BB962C8B-B14F-4D97-AF65-F5344CB8AC3E}">
        <p14:creationId xmlns:p14="http://schemas.microsoft.com/office/powerpoint/2010/main" val="26063361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5814C-446F-9689-FE4C-31DAF585F44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FC58AD-B71D-FBAE-918F-89F045004A37}"/>
              </a:ext>
            </a:extLst>
          </p:cNvPr>
          <p:cNvSpPr>
            <a:spLocks noGrp="1"/>
          </p:cNvSpPr>
          <p:nvPr>
            <p:ph type="title"/>
          </p:nvPr>
        </p:nvSpPr>
        <p:spPr>
          <a:xfrm>
            <a:off x="6318885" y="3499667"/>
            <a:ext cx="4626206" cy="2542810"/>
          </a:xfrm>
        </p:spPr>
        <p:txBody>
          <a:bodyPr rtlCol="0"/>
          <a:lstStyle>
            <a:defPPr>
              <a:defRPr lang="ja-JP"/>
            </a:defPPr>
          </a:lstStyle>
          <a:p>
            <a:pPr rtl="0">
              <a:lnSpc>
                <a:spcPct val="100000"/>
              </a:lnSpc>
            </a:pPr>
            <a:r>
              <a:rPr lang="ja-JP" altLang="en-US" dirty="0"/>
              <a:t>サブネット</a:t>
            </a:r>
            <a:endParaRPr lang="ja-JP" dirty="0"/>
          </a:p>
        </p:txBody>
      </p:sp>
      <p:sp>
        <p:nvSpPr>
          <p:cNvPr id="4" name="コンテンツ プレースホルダー 3">
            <a:extLst>
              <a:ext uri="{FF2B5EF4-FFF2-40B4-BE49-F238E27FC236}">
                <a16:creationId xmlns:a16="http://schemas.microsoft.com/office/drawing/2014/main" id="{54B995C5-FF88-6C49-FCD3-F154D0CFB121}"/>
              </a:ext>
            </a:extLst>
          </p:cNvPr>
          <p:cNvSpPr>
            <a:spLocks noGrp="1"/>
          </p:cNvSpPr>
          <p:nvPr>
            <p:ph sz="quarter" idx="14"/>
          </p:nvPr>
        </p:nvSpPr>
        <p:spPr>
          <a:xfrm>
            <a:off x="603885" y="457200"/>
            <a:ext cx="5198269" cy="3870960"/>
          </a:xfrm>
        </p:spPr>
        <p:txBody>
          <a:bodyPr rtlCol="0">
            <a:normAutofit fontScale="92500" lnSpcReduction="20000"/>
          </a:bodyPr>
          <a:lstStyle>
            <a:defPPr>
              <a:defRPr lang="ja-JP"/>
            </a:defPPr>
          </a:lstStyle>
          <a:p>
            <a:pPr marL="0" indent="0" rtl="0">
              <a:buNone/>
            </a:pPr>
            <a:r>
              <a:rPr lang="ja-JP" altLang="en-US" sz="3200" dirty="0"/>
              <a:t>サブネット</a:t>
            </a:r>
            <a:endParaRPr lang="en-US" altLang="ja-JP" sz="3200" dirty="0"/>
          </a:p>
          <a:p>
            <a:pPr marL="0" indent="0" rtl="0">
              <a:buNone/>
            </a:pPr>
            <a:r>
              <a:rPr lang="en-US" altLang="ja-JP" b="1" dirty="0"/>
              <a:t>1</a:t>
            </a:r>
            <a:r>
              <a:rPr lang="ja-JP" altLang="en-US" b="1" dirty="0"/>
              <a:t>つのネットワークを、複数の小さなネットワークに分割する仕組み</a:t>
            </a:r>
            <a:r>
              <a:rPr lang="ja-JP" altLang="en-US" dirty="0"/>
              <a:t>です。</a:t>
            </a:r>
            <a:endParaRPr lang="en-US" altLang="ja-JP" dirty="0"/>
          </a:p>
          <a:p>
            <a:pPr marL="0" indent="0" rtl="0">
              <a:buNone/>
            </a:pPr>
            <a:r>
              <a:rPr lang="en-US" altLang="ja-JP" dirty="0"/>
              <a:t>IP</a:t>
            </a:r>
            <a:r>
              <a:rPr lang="ja-JP" altLang="en-US" dirty="0"/>
              <a:t>アドレスにはホスト部とネットワーク部と呼ばれる領域で分けられていていますが、その区切りをずらすことにより実現できます。</a:t>
            </a:r>
            <a:endParaRPr lang="en-US" altLang="ja-JP" dirty="0"/>
          </a:p>
          <a:p>
            <a:pPr marL="0" indent="0" rtl="0">
              <a:buNone/>
            </a:pPr>
            <a:r>
              <a:rPr lang="ja-JP" altLang="en-US" dirty="0"/>
              <a:t>家庭規模</a:t>
            </a:r>
            <a:r>
              <a:rPr lang="en-US" altLang="ja-JP" dirty="0"/>
              <a:t>LAN</a:t>
            </a:r>
            <a:r>
              <a:rPr lang="ja-JP" altLang="en-US" dirty="0"/>
              <a:t>をサブネット化している人はほぼいないと思うのでイメージがつきづらいと思いますが、そういうものだと認識してください。</a:t>
            </a:r>
            <a:endParaRPr lang="en-US" altLang="ja-JP" dirty="0"/>
          </a:p>
          <a:p>
            <a:pPr marL="0" indent="0" rtl="0">
              <a:buNone/>
            </a:pPr>
            <a:r>
              <a:rPr lang="ja-JP" altLang="en-US" dirty="0"/>
              <a:t>理由やメリットについては今回は割愛させていただきます。</a:t>
            </a:r>
            <a:endParaRPr lang="en-US" altLang="ja-JP" dirty="0"/>
          </a:p>
        </p:txBody>
      </p:sp>
      <p:sp>
        <p:nvSpPr>
          <p:cNvPr id="3" name="コンテンツ プレースホルダー 2">
            <a:extLst>
              <a:ext uri="{FF2B5EF4-FFF2-40B4-BE49-F238E27FC236}">
                <a16:creationId xmlns:a16="http://schemas.microsoft.com/office/drawing/2014/main" id="{710E7CE2-C3BF-F858-59F5-446B3197EA1F}"/>
              </a:ext>
            </a:extLst>
          </p:cNvPr>
          <p:cNvSpPr>
            <a:spLocks noGrp="1"/>
          </p:cNvSpPr>
          <p:nvPr>
            <p:ph sz="quarter" idx="15"/>
          </p:nvPr>
        </p:nvSpPr>
        <p:spPr>
          <a:xfrm>
            <a:off x="2151017" y="4511040"/>
            <a:ext cx="3641612" cy="1889760"/>
          </a:xfrm>
        </p:spPr>
        <p:txBody>
          <a:bodyPr rtlCol="0">
            <a:normAutofit/>
          </a:bodyPr>
          <a:lstStyle>
            <a:defPPr>
              <a:defRPr lang="ja-JP"/>
            </a:defPPr>
          </a:lstStyle>
          <a:p>
            <a:pPr rtl="0"/>
            <a:r>
              <a:rPr lang="ja-JP" altLang="en-US" dirty="0"/>
              <a:t>サブネットマスクについて</a:t>
            </a:r>
            <a:endParaRPr lang="en-US" altLang="ja-JP" dirty="0"/>
          </a:p>
          <a:p>
            <a:pPr rtl="0"/>
            <a:r>
              <a:rPr lang="en-US" altLang="ja-JP" dirty="0"/>
              <a:t>IP</a:t>
            </a:r>
            <a:r>
              <a:rPr lang="ja-JP" altLang="en-US" dirty="0"/>
              <a:t>アドレスとのマスク演算という論理演算を用いてその</a:t>
            </a:r>
            <a:r>
              <a:rPr lang="en-US" altLang="ja-JP" dirty="0"/>
              <a:t>IP</a:t>
            </a:r>
            <a:r>
              <a:rPr lang="ja-JP" altLang="en-US" dirty="0"/>
              <a:t>アドレスがどのネットワークに所属しているか特定する際に用いられる値</a:t>
            </a:r>
            <a:endParaRPr lang="ja-JP" dirty="0"/>
          </a:p>
        </p:txBody>
      </p:sp>
    </p:spTree>
    <p:extLst>
      <p:ext uri="{BB962C8B-B14F-4D97-AF65-F5344CB8AC3E}">
        <p14:creationId xmlns:p14="http://schemas.microsoft.com/office/powerpoint/2010/main" val="40358694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C6E54-5A0E-C864-CBB9-0E331D8F92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8804A4A-F993-7590-3F8E-B824A1BFA672}"/>
              </a:ext>
            </a:extLst>
          </p:cNvPr>
          <p:cNvSpPr>
            <a:spLocks noGrp="1"/>
          </p:cNvSpPr>
          <p:nvPr>
            <p:ph type="title"/>
          </p:nvPr>
        </p:nvSpPr>
        <p:spPr>
          <a:xfrm>
            <a:off x="1049445" y="340456"/>
            <a:ext cx="9778365" cy="1494596"/>
          </a:xfrm>
        </p:spPr>
        <p:txBody>
          <a:bodyPr/>
          <a:lstStyle/>
          <a:p>
            <a:pPr algn="ctr"/>
            <a:r>
              <a:rPr kumimoji="1" lang="ja-JP" altLang="en-US" sz="6000" dirty="0"/>
              <a:t>ダイナミックとスタティック</a:t>
            </a:r>
          </a:p>
        </p:txBody>
      </p:sp>
      <p:sp>
        <p:nvSpPr>
          <p:cNvPr id="9" name="四角形: 角を丸くする 8">
            <a:extLst>
              <a:ext uri="{FF2B5EF4-FFF2-40B4-BE49-F238E27FC236}">
                <a16:creationId xmlns:a16="http://schemas.microsoft.com/office/drawing/2014/main" id="{1CB1AB8B-3069-FAD3-E7B9-27FD718D3B0C}"/>
              </a:ext>
            </a:extLst>
          </p:cNvPr>
          <p:cNvSpPr/>
          <p:nvPr/>
        </p:nvSpPr>
        <p:spPr>
          <a:xfrm>
            <a:off x="594360" y="3428999"/>
            <a:ext cx="4744673" cy="3150872"/>
          </a:xfrm>
          <a:prstGeom prst="roundRect">
            <a:avLst/>
          </a:prstGeom>
          <a:solidFill>
            <a:srgbClr val="4495A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kumimoji="1" lang="ja-JP" altLang="en-US" sz="2800" dirty="0"/>
              <a:t>ダイナミック</a:t>
            </a:r>
            <a:r>
              <a:rPr kumimoji="1" lang="en-US" altLang="ja-JP" sz="2800" dirty="0"/>
              <a:t>(</a:t>
            </a:r>
            <a:r>
              <a:rPr kumimoji="1" lang="ja-JP" altLang="en-US" sz="2800" dirty="0"/>
              <a:t>動的</a:t>
            </a:r>
            <a:r>
              <a:rPr kumimoji="1" lang="en-US" altLang="ja-JP" sz="2800" dirty="0"/>
              <a:t>)</a:t>
            </a:r>
            <a:endParaRPr kumimoji="1" lang="ja-JP" altLang="en-US" sz="2800" dirty="0"/>
          </a:p>
        </p:txBody>
      </p:sp>
      <p:sp>
        <p:nvSpPr>
          <p:cNvPr id="11" name="四角形: 角を丸くする 10">
            <a:extLst>
              <a:ext uri="{FF2B5EF4-FFF2-40B4-BE49-F238E27FC236}">
                <a16:creationId xmlns:a16="http://schemas.microsoft.com/office/drawing/2014/main" id="{6E3F8607-CD0A-6708-0829-30AC79E7E82A}"/>
              </a:ext>
            </a:extLst>
          </p:cNvPr>
          <p:cNvSpPr/>
          <p:nvPr/>
        </p:nvSpPr>
        <p:spPr>
          <a:xfrm>
            <a:off x="6852969" y="3428999"/>
            <a:ext cx="4744673" cy="3135632"/>
          </a:xfrm>
          <a:prstGeom prst="roundRect">
            <a:avLst/>
          </a:prstGeom>
          <a:solidFill>
            <a:srgbClr val="4495A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kumimoji="1" lang="ja-JP" altLang="en-US" sz="2800" dirty="0"/>
              <a:t>スタティック</a:t>
            </a:r>
            <a:r>
              <a:rPr kumimoji="1" lang="en-US" altLang="ja-JP" sz="2800" dirty="0"/>
              <a:t>(</a:t>
            </a:r>
            <a:r>
              <a:rPr kumimoji="1" lang="ja-JP" altLang="en-US" sz="2800" dirty="0"/>
              <a:t>静的</a:t>
            </a:r>
            <a:r>
              <a:rPr kumimoji="1" lang="en-US" altLang="ja-JP" sz="2800" dirty="0"/>
              <a:t>)</a:t>
            </a:r>
            <a:endParaRPr kumimoji="1" lang="ja-JP" altLang="en-US" sz="2800" dirty="0"/>
          </a:p>
        </p:txBody>
      </p:sp>
      <p:sp>
        <p:nvSpPr>
          <p:cNvPr id="13" name="コンテンツ プレースホルダー 3">
            <a:extLst>
              <a:ext uri="{FF2B5EF4-FFF2-40B4-BE49-F238E27FC236}">
                <a16:creationId xmlns:a16="http://schemas.microsoft.com/office/drawing/2014/main" id="{7A5BF1FE-1D95-ED8B-6630-8083968D9AF9}"/>
              </a:ext>
            </a:extLst>
          </p:cNvPr>
          <p:cNvSpPr>
            <a:spLocks noGrp="1"/>
          </p:cNvSpPr>
          <p:nvPr>
            <p:ph sz="quarter" idx="16"/>
          </p:nvPr>
        </p:nvSpPr>
        <p:spPr>
          <a:xfrm>
            <a:off x="1447801" y="4389120"/>
            <a:ext cx="4490827" cy="2205250"/>
          </a:xfrm>
        </p:spPr>
        <p:txBody>
          <a:bodyPr rtlCol="0">
            <a:normAutofit/>
          </a:bodyPr>
          <a:lstStyle>
            <a:defPPr>
              <a:defRPr lang="ja-JP"/>
            </a:defPPr>
          </a:lstStyle>
          <a:p>
            <a:pPr lvl="1"/>
            <a:r>
              <a:rPr lang="ja-JP" altLang="en-US" dirty="0">
                <a:solidFill>
                  <a:schemeClr val="tx1"/>
                </a:solidFill>
              </a:rPr>
              <a:t>自動</a:t>
            </a:r>
            <a:endParaRPr lang="ja-JP" altLang="ja-JP" dirty="0">
              <a:solidFill>
                <a:schemeClr val="tx1"/>
              </a:solidFill>
            </a:endParaRPr>
          </a:p>
          <a:p>
            <a:pPr lvl="1"/>
            <a:r>
              <a:rPr lang="ja-JP" altLang="en-US" dirty="0">
                <a:solidFill>
                  <a:schemeClr val="tx1"/>
                </a:solidFill>
              </a:rPr>
              <a:t>柔軟性が高い</a:t>
            </a:r>
            <a:endParaRPr lang="en-US" altLang="ja-JP" dirty="0">
              <a:solidFill>
                <a:schemeClr val="tx1"/>
              </a:solidFill>
            </a:endParaRPr>
          </a:p>
          <a:p>
            <a:pPr lvl="1"/>
            <a:r>
              <a:rPr lang="ja-JP" altLang="en-US" dirty="0">
                <a:solidFill>
                  <a:schemeClr val="tx1"/>
                </a:solidFill>
              </a:rPr>
              <a:t>勝手にやってもらいたときに使う</a:t>
            </a:r>
            <a:endParaRPr lang="en-US" altLang="ja-JP" dirty="0">
              <a:solidFill>
                <a:schemeClr val="tx1"/>
              </a:solidFill>
            </a:endParaRPr>
          </a:p>
        </p:txBody>
      </p:sp>
      <p:sp>
        <p:nvSpPr>
          <p:cNvPr id="14" name="コンテンツ プレースホルダー 3">
            <a:extLst>
              <a:ext uri="{FF2B5EF4-FFF2-40B4-BE49-F238E27FC236}">
                <a16:creationId xmlns:a16="http://schemas.microsoft.com/office/drawing/2014/main" id="{FD40AF7B-8784-3B5E-6E5D-8DF96BB3949E}"/>
              </a:ext>
            </a:extLst>
          </p:cNvPr>
          <p:cNvSpPr txBox="1">
            <a:spLocks/>
          </p:cNvSpPr>
          <p:nvPr/>
        </p:nvSpPr>
        <p:spPr>
          <a:xfrm>
            <a:off x="7452564" y="4374250"/>
            <a:ext cx="4490827" cy="2234990"/>
          </a:xfrm>
          <a:prstGeom prst="rect">
            <a:avLst/>
          </a:prstGeom>
        </p:spPr>
        <p:txBody>
          <a:bodyPr vert="horz" lIns="0" tIns="45720" rIns="0" bIns="0" rtlCol="0">
            <a:normAutofit/>
          </a:bodyPr>
          <a:lstStyle>
            <a:defPPr>
              <a:defRPr lang="ja-JP"/>
            </a:defPPr>
            <a:lvl1pPr marL="0" indent="0" algn="l" defTabSz="914400" rtl="0" eaLnBrk="1" latinLnBrk="0" hangingPunct="1">
              <a:lnSpc>
                <a:spcPct val="90000"/>
              </a:lnSpc>
              <a:spcBef>
                <a:spcPts val="1800"/>
              </a:spcBef>
              <a:buFont typeface="Arial" panose="020B0604020202020204" pitchFamily="34" charset="0"/>
              <a:buNone/>
              <a:defRPr kumimoji="1" lang="ja-JP" sz="2000" b="0" i="0" kern="1200">
                <a:solidFill>
                  <a:schemeClr val="bg1"/>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5486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82296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100584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pPr lvl="1"/>
            <a:r>
              <a:rPr lang="ja-JP" altLang="en-US" dirty="0">
                <a:solidFill>
                  <a:schemeClr val="tx1"/>
                </a:solidFill>
              </a:rPr>
              <a:t>手動</a:t>
            </a:r>
            <a:endParaRPr lang="en-US" altLang="ja-JP" dirty="0">
              <a:solidFill>
                <a:schemeClr val="tx1"/>
              </a:solidFill>
            </a:endParaRPr>
          </a:p>
          <a:p>
            <a:pPr lvl="1"/>
            <a:r>
              <a:rPr lang="ja-JP" altLang="en-US" dirty="0">
                <a:solidFill>
                  <a:schemeClr val="tx1"/>
                </a:solidFill>
              </a:rPr>
              <a:t>柔軟性が低い</a:t>
            </a:r>
            <a:endParaRPr lang="en-US" altLang="ja-JP" dirty="0">
              <a:solidFill>
                <a:schemeClr val="tx1"/>
              </a:solidFill>
            </a:endParaRPr>
          </a:p>
          <a:p>
            <a:pPr lvl="1"/>
            <a:r>
              <a:rPr lang="ja-JP" altLang="en-US" dirty="0">
                <a:solidFill>
                  <a:schemeClr val="tx1"/>
                </a:solidFill>
              </a:rPr>
              <a:t>勝手にやられると困る場合に使う</a:t>
            </a:r>
            <a:endParaRPr lang="en-US" altLang="ja-JP" dirty="0">
              <a:solidFill>
                <a:schemeClr val="tx1"/>
              </a:solidFill>
            </a:endParaRPr>
          </a:p>
        </p:txBody>
      </p:sp>
      <p:sp>
        <p:nvSpPr>
          <p:cNvPr id="5" name="タイトル 1">
            <a:extLst>
              <a:ext uri="{FF2B5EF4-FFF2-40B4-BE49-F238E27FC236}">
                <a16:creationId xmlns:a16="http://schemas.microsoft.com/office/drawing/2014/main" id="{A4983F40-2DB8-BB4D-8DB9-27771521A0F1}"/>
              </a:ext>
            </a:extLst>
          </p:cNvPr>
          <p:cNvSpPr txBox="1">
            <a:spLocks/>
          </p:cNvSpPr>
          <p:nvPr/>
        </p:nvSpPr>
        <p:spPr>
          <a:xfrm>
            <a:off x="594360" y="2179320"/>
            <a:ext cx="9778365" cy="901602"/>
          </a:xfrm>
          <a:prstGeom prst="rect">
            <a:avLst/>
          </a:prstGeom>
        </p:spPr>
        <p:txBody>
          <a:bodyPr vert="horz" lIns="0" tIns="0" rIns="0" bIns="0" rtlCol="0" anchor="ctr" anchorCtr="0">
            <a:noAutofit/>
          </a:bodyPr>
          <a:lstStyle>
            <a:defPPr>
              <a:defRPr lang="ja-JP"/>
            </a:defPPr>
            <a:lvl1pPr algn="l" defTabSz="914400" rtl="0" eaLnBrk="1" latinLnBrk="0" hangingPunct="1">
              <a:lnSpc>
                <a:spcPct val="80000"/>
              </a:lnSpc>
              <a:spcBef>
                <a:spcPct val="0"/>
              </a:spcBef>
              <a:buNone/>
              <a:defRPr kumimoji="1" lang="ja-JP" sz="44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a:lstStyle>
          <a:p>
            <a:pPr algn="ctr"/>
            <a:r>
              <a:rPr lang="ja-JP" altLang="en-US" sz="1800" b="0" dirty="0"/>
              <a:t>色々な単語とくっついて出てきます。</a:t>
            </a:r>
            <a:endParaRPr lang="en-US" altLang="ja-JP" sz="1800" b="0" dirty="0"/>
          </a:p>
          <a:p>
            <a:pPr algn="ctr"/>
            <a:r>
              <a:rPr lang="ja-JP" altLang="en-US" sz="1800" b="0" dirty="0"/>
              <a:t>設定値の決め方について指していることが多いです。</a:t>
            </a:r>
          </a:p>
        </p:txBody>
      </p:sp>
    </p:spTree>
    <p:extLst>
      <p:ext uri="{BB962C8B-B14F-4D97-AF65-F5344CB8AC3E}">
        <p14:creationId xmlns:p14="http://schemas.microsoft.com/office/powerpoint/2010/main" val="523704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14A96-D229-2EA8-A397-35193D65BFB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467A62-37DE-70E7-F06B-1FDA0A5B2858}"/>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en-US" altLang="ja-JP" dirty="0"/>
              <a:t>ping</a:t>
            </a:r>
            <a:endParaRPr lang="ja-JP" dirty="0"/>
          </a:p>
        </p:txBody>
      </p:sp>
      <p:sp>
        <p:nvSpPr>
          <p:cNvPr id="3" name="コンテンツ プレースホルダー 2">
            <a:extLst>
              <a:ext uri="{FF2B5EF4-FFF2-40B4-BE49-F238E27FC236}">
                <a16:creationId xmlns:a16="http://schemas.microsoft.com/office/drawing/2014/main" id="{41B86E50-8EFC-7F9E-7A70-B002B4D84CF0}"/>
              </a:ext>
            </a:extLst>
          </p:cNvPr>
          <p:cNvSpPr>
            <a:spLocks noGrp="1"/>
          </p:cNvSpPr>
          <p:nvPr>
            <p:ph sz="quarter" idx="14"/>
          </p:nvPr>
        </p:nvSpPr>
        <p:spPr>
          <a:xfrm>
            <a:off x="603885" y="584004"/>
            <a:ext cx="3983355" cy="4399476"/>
          </a:xfrm>
        </p:spPr>
        <p:txBody>
          <a:bodyPr rtlCol="0">
            <a:normAutofit/>
          </a:bodyPr>
          <a:lstStyle>
            <a:defPPr>
              <a:defRPr lang="ja-JP"/>
            </a:defPPr>
          </a:lstStyle>
          <a:p>
            <a:pPr rtl="0"/>
            <a:r>
              <a:rPr lang="en-US" altLang="ja-JP" sz="2400" b="1" dirty="0"/>
              <a:t>ping(</a:t>
            </a:r>
            <a:r>
              <a:rPr lang="ja-JP" altLang="en-US" sz="2400" b="1" dirty="0"/>
              <a:t>ピング</a:t>
            </a:r>
            <a:r>
              <a:rPr lang="en-US" altLang="ja-JP" sz="2400" b="1" dirty="0"/>
              <a:t>)</a:t>
            </a:r>
          </a:p>
          <a:p>
            <a:pPr rtl="0"/>
            <a:r>
              <a:rPr lang="ja-JP" altLang="en-US" b="1" dirty="0"/>
              <a:t>ネットワークの疎通確認を行うコマンド</a:t>
            </a:r>
            <a:r>
              <a:rPr lang="ja-JP" altLang="en-US" dirty="0"/>
              <a:t> です。</a:t>
            </a:r>
            <a:endParaRPr lang="en-US" altLang="ja-JP" dirty="0"/>
          </a:p>
          <a:p>
            <a:pPr rtl="0"/>
            <a:r>
              <a:rPr lang="ja-JP" altLang="en-US" dirty="0"/>
              <a:t>実行して相手と疎通が取れれば画像のような表示で応答が表示されて通信が取れるのを確認ができます。</a:t>
            </a:r>
            <a:endParaRPr lang="en-US" altLang="ja-JP" dirty="0"/>
          </a:p>
          <a:p>
            <a:pPr rtl="0"/>
            <a:r>
              <a:rPr lang="ja-JP" altLang="en-US" dirty="0"/>
              <a:t>失敗すると</a:t>
            </a:r>
            <a:r>
              <a:rPr lang="en-US" altLang="ja-JP" dirty="0"/>
              <a:t>[</a:t>
            </a:r>
            <a:r>
              <a:rPr lang="ja-JP" altLang="en-US" dirty="0"/>
              <a:t>応答がありません</a:t>
            </a:r>
            <a:r>
              <a:rPr lang="en-US" altLang="ja-JP" dirty="0"/>
              <a:t>]</a:t>
            </a:r>
            <a:r>
              <a:rPr lang="ja-JP" altLang="en-US" dirty="0"/>
              <a:t>等の表示がでます。</a:t>
            </a:r>
            <a:endParaRPr lang="en-US" altLang="ja-JP" dirty="0"/>
          </a:p>
          <a:p>
            <a:pPr rtl="0"/>
            <a:r>
              <a:rPr lang="ja-JP" altLang="en-US" dirty="0"/>
              <a:t>書式は</a:t>
            </a:r>
            <a:r>
              <a:rPr lang="en-US" altLang="ja-JP" dirty="0"/>
              <a:t>[ping IP</a:t>
            </a:r>
            <a:r>
              <a:rPr lang="ja-JP" altLang="en-US" dirty="0"/>
              <a:t>アドレス</a:t>
            </a:r>
            <a:r>
              <a:rPr lang="en-US" altLang="ja-JP" dirty="0"/>
              <a:t>]</a:t>
            </a:r>
            <a:r>
              <a:rPr lang="ja-JP" altLang="en-US" dirty="0"/>
              <a:t>ですがドメインでも可能です。</a:t>
            </a:r>
            <a:endParaRPr lang="en-US" altLang="ja-JP" dirty="0"/>
          </a:p>
          <a:p>
            <a:pPr rtl="0"/>
            <a:endParaRPr lang="en-US" altLang="ja-JP" dirty="0"/>
          </a:p>
          <a:p>
            <a:pPr rtl="0"/>
            <a:endParaRPr lang="en-US" altLang="ja-JP" dirty="0"/>
          </a:p>
        </p:txBody>
      </p:sp>
      <p:pic>
        <p:nvPicPr>
          <p:cNvPr id="5" name="図プレースホルダー 52">
            <a:extLst>
              <a:ext uri="{FF2B5EF4-FFF2-40B4-BE49-F238E27FC236}">
                <a16:creationId xmlns:a16="http://schemas.microsoft.com/office/drawing/2014/main" id="{6DB570E2-25F8-19B4-07B1-475ACADD8C51}"/>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4729400" y="584005"/>
            <a:ext cx="5809772" cy="3999060"/>
          </a:xfrm>
          <a:noFill/>
        </p:spPr>
      </p:pic>
    </p:spTree>
    <p:extLst>
      <p:ext uri="{BB962C8B-B14F-4D97-AF65-F5344CB8AC3E}">
        <p14:creationId xmlns:p14="http://schemas.microsoft.com/office/powerpoint/2010/main" val="24217190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8F0EA-EE1A-757B-F30A-EA391D061D8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D6E12-D464-09D8-7496-0FEBBC8CB4E9}"/>
              </a:ext>
            </a:extLst>
          </p:cNvPr>
          <p:cNvSpPr>
            <a:spLocks noGrp="1"/>
          </p:cNvSpPr>
          <p:nvPr>
            <p:ph type="title"/>
          </p:nvPr>
        </p:nvSpPr>
        <p:spPr>
          <a:xfrm>
            <a:off x="6318885" y="3499667"/>
            <a:ext cx="4626206" cy="2542810"/>
          </a:xfrm>
        </p:spPr>
        <p:txBody>
          <a:bodyPr rtlCol="0"/>
          <a:lstStyle>
            <a:defPPr>
              <a:defRPr lang="ja-JP"/>
            </a:defPPr>
          </a:lstStyle>
          <a:p>
            <a:pPr rtl="0">
              <a:lnSpc>
                <a:spcPct val="100000"/>
              </a:lnSpc>
            </a:pPr>
            <a:r>
              <a:rPr lang="en-US" altLang="ja-JP" dirty="0"/>
              <a:t>ICMP</a:t>
            </a:r>
            <a:endParaRPr lang="ja-JP" dirty="0"/>
          </a:p>
        </p:txBody>
      </p:sp>
      <p:sp>
        <p:nvSpPr>
          <p:cNvPr id="4" name="コンテンツ プレースホルダー 3">
            <a:extLst>
              <a:ext uri="{FF2B5EF4-FFF2-40B4-BE49-F238E27FC236}">
                <a16:creationId xmlns:a16="http://schemas.microsoft.com/office/drawing/2014/main" id="{5B460C7B-D7EC-1544-9542-082412F88146}"/>
              </a:ext>
            </a:extLst>
          </p:cNvPr>
          <p:cNvSpPr>
            <a:spLocks noGrp="1"/>
          </p:cNvSpPr>
          <p:nvPr>
            <p:ph sz="quarter" idx="14"/>
          </p:nvPr>
        </p:nvSpPr>
        <p:spPr>
          <a:xfrm>
            <a:off x="603885" y="457200"/>
            <a:ext cx="5198269" cy="3870960"/>
          </a:xfrm>
        </p:spPr>
        <p:txBody>
          <a:bodyPr rtlCol="0">
            <a:normAutofit/>
          </a:bodyPr>
          <a:lstStyle>
            <a:defPPr>
              <a:defRPr lang="ja-JP"/>
            </a:defPPr>
          </a:lstStyle>
          <a:p>
            <a:pPr marL="0" indent="0" rtl="0">
              <a:buNone/>
            </a:pPr>
            <a:r>
              <a:rPr lang="en-US" altLang="ja-JP" sz="3200" dirty="0"/>
              <a:t>ICMP</a:t>
            </a:r>
          </a:p>
          <a:p>
            <a:pPr marL="0" indent="0" rtl="0">
              <a:buNone/>
            </a:pPr>
            <a:r>
              <a:rPr lang="ja-JP" altLang="en-US" dirty="0"/>
              <a:t>制御用プロトコルで</a:t>
            </a:r>
            <a:r>
              <a:rPr lang="en-US" altLang="ja-JP" dirty="0"/>
              <a:t>ping</a:t>
            </a:r>
            <a:r>
              <a:rPr lang="ja-JP" altLang="en-US" dirty="0"/>
              <a:t>コマンドを打つと</a:t>
            </a:r>
            <a:r>
              <a:rPr lang="en-US" altLang="ja-JP" dirty="0"/>
              <a:t>ICMP</a:t>
            </a:r>
            <a:r>
              <a:rPr lang="ja-JP" altLang="en-US" dirty="0"/>
              <a:t>エコー要求が送信されます。</a:t>
            </a:r>
            <a:endParaRPr lang="en-US" altLang="ja-JP" dirty="0"/>
          </a:p>
          <a:p>
            <a:pPr marL="0" indent="0" rtl="0">
              <a:buNone/>
            </a:pPr>
            <a:r>
              <a:rPr lang="ja-JP" altLang="en-US" dirty="0"/>
              <a:t>宛先ノードで</a:t>
            </a:r>
            <a:r>
              <a:rPr lang="en-US" altLang="ja-JP" dirty="0"/>
              <a:t>ICMP</a:t>
            </a:r>
            <a:r>
              <a:rPr lang="ja-JP" altLang="en-US" dirty="0"/>
              <a:t>エコー要求に応答しない設定がされていると通信は通るが、</a:t>
            </a:r>
            <a:r>
              <a:rPr lang="en-US" altLang="ja-JP" dirty="0"/>
              <a:t>ping</a:t>
            </a:r>
            <a:r>
              <a:rPr lang="ja-JP" altLang="en-US" dirty="0"/>
              <a:t>は通らないという事が発生されます。</a:t>
            </a:r>
            <a:endParaRPr lang="en-US" altLang="ja-JP" dirty="0"/>
          </a:p>
          <a:p>
            <a:pPr marL="0" indent="0" rtl="0">
              <a:buNone/>
            </a:pPr>
            <a:r>
              <a:rPr lang="en-US" altLang="ja-JP" dirty="0"/>
              <a:t>ICMP</a:t>
            </a:r>
            <a:r>
              <a:rPr lang="ja-JP" altLang="en-US" dirty="0"/>
              <a:t>は他にも多く利用されているのでなんとなく単語として押さえておくといいです。</a:t>
            </a:r>
            <a:endParaRPr lang="en-US" altLang="ja-JP" dirty="0"/>
          </a:p>
        </p:txBody>
      </p:sp>
    </p:spTree>
    <p:extLst>
      <p:ext uri="{BB962C8B-B14F-4D97-AF65-F5344CB8AC3E}">
        <p14:creationId xmlns:p14="http://schemas.microsoft.com/office/powerpoint/2010/main" val="14898504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D618C8B4-BBD7-291F-A19C-4E4BDA5BEC93}"/>
              </a:ext>
            </a:extLst>
          </p:cNvPr>
          <p:cNvSpPr>
            <a:spLocks noGrp="1"/>
          </p:cNvSpPr>
          <p:nvPr>
            <p:ph type="title"/>
          </p:nvPr>
        </p:nvSpPr>
        <p:spPr>
          <a:xfrm>
            <a:off x="594360" y="198408"/>
            <a:ext cx="10972800" cy="1574317"/>
          </a:xfrm>
        </p:spPr>
        <p:txBody>
          <a:bodyPr/>
          <a:lstStyle/>
          <a:p>
            <a:r>
              <a:rPr lang="ja-JP" altLang="en-US" dirty="0"/>
              <a:t>ゲートウェイ</a:t>
            </a:r>
            <a:endParaRPr lang="en-US" dirty="0"/>
          </a:p>
        </p:txBody>
      </p:sp>
      <p:pic>
        <p:nvPicPr>
          <p:cNvPr id="6" name="コンテンツ プレースホルダー 5" descr="ダイアグラム&#10;&#10;自動的に生成された説明">
            <a:extLst>
              <a:ext uri="{FF2B5EF4-FFF2-40B4-BE49-F238E27FC236}">
                <a16:creationId xmlns:a16="http://schemas.microsoft.com/office/drawing/2014/main" id="{6D418C35-5D5E-80B2-ABFF-86C920004738}"/>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595523" y="2729685"/>
            <a:ext cx="5746750" cy="3491150"/>
          </a:xfrm>
          <a:noFill/>
        </p:spPr>
      </p:pic>
      <p:sp>
        <p:nvSpPr>
          <p:cNvPr id="16" name="Content Placeholder 3">
            <a:extLst>
              <a:ext uri="{FF2B5EF4-FFF2-40B4-BE49-F238E27FC236}">
                <a16:creationId xmlns:a16="http://schemas.microsoft.com/office/drawing/2014/main" id="{60B6D3D0-75C1-4401-1F75-B5B919E349AE}"/>
              </a:ext>
            </a:extLst>
          </p:cNvPr>
          <p:cNvSpPr>
            <a:spLocks noGrp="1"/>
          </p:cNvSpPr>
          <p:nvPr>
            <p:ph sz="quarter" idx="14"/>
          </p:nvPr>
        </p:nvSpPr>
        <p:spPr>
          <a:xfrm>
            <a:off x="7620000" y="198408"/>
            <a:ext cx="3947160" cy="6075587"/>
          </a:xfrm>
        </p:spPr>
        <p:txBody>
          <a:bodyPr anchor="ctr"/>
          <a:lstStyle/>
          <a:p>
            <a:pPr marL="0" indent="0">
              <a:buNone/>
            </a:pPr>
            <a:r>
              <a:rPr lang="ja-JP" altLang="en-US" b="1" dirty="0"/>
              <a:t>異なるネットワーク同士をつなぎ、通信を中継・変換するための装置や機能</a:t>
            </a:r>
            <a:r>
              <a:rPr lang="ja-JP" altLang="en-US" dirty="0"/>
              <a:t>のことです。</a:t>
            </a:r>
            <a:endParaRPr lang="en-US" altLang="ja-JP" dirty="0"/>
          </a:p>
          <a:p>
            <a:pPr marL="0" indent="0">
              <a:buNone/>
            </a:pPr>
            <a:r>
              <a:rPr lang="en-US" dirty="0"/>
              <a:t>Gate(</a:t>
            </a:r>
            <a:r>
              <a:rPr lang="ja-JP" altLang="en-US" dirty="0"/>
              <a:t>門</a:t>
            </a:r>
            <a:r>
              <a:rPr lang="en-US" dirty="0"/>
              <a:t>)</a:t>
            </a:r>
            <a:r>
              <a:rPr lang="ja-JP" altLang="en-US" dirty="0"/>
              <a:t>という言葉が示すようにネットワーク同士を繋ぐネットワークの門です。</a:t>
            </a:r>
            <a:endParaRPr lang="en-US" altLang="ja-JP" dirty="0"/>
          </a:p>
          <a:p>
            <a:pPr marL="0" indent="0">
              <a:buNone/>
            </a:pPr>
            <a:r>
              <a:rPr lang="ja-JP" altLang="en-US" dirty="0"/>
              <a:t>普段意識されることはないと思いますが、それは</a:t>
            </a:r>
            <a:r>
              <a:rPr lang="ja-JP" altLang="en-US" b="1" dirty="0"/>
              <a:t>デフォルトゲートウェイ</a:t>
            </a:r>
            <a:r>
              <a:rPr lang="ja-JP" altLang="en-US" dirty="0"/>
              <a:t>設定されているので、指定がなければ全てそこに流れるようになっています。</a:t>
            </a:r>
            <a:endParaRPr lang="en-US" altLang="ja-JP" dirty="0"/>
          </a:p>
          <a:p>
            <a:pPr marL="0" indent="0">
              <a:buNone/>
            </a:pPr>
            <a:r>
              <a:rPr lang="ja-JP" altLang="en-US" dirty="0"/>
              <a:t>一般家庭のようなネットワークだと基本的にルーターがデフォルトゲートウェイになっていると思います。</a:t>
            </a:r>
            <a:endParaRPr lang="en-US" altLang="ja-JP" dirty="0"/>
          </a:p>
          <a:p>
            <a:pPr marL="0" indent="0">
              <a:buNone/>
            </a:pPr>
            <a:r>
              <a:rPr lang="ja-JP" altLang="en-US" dirty="0"/>
              <a:t>ただ特殊なネットワークの場合に特定の通信は別のゲートウェイを使いたいことも発生します。</a:t>
            </a:r>
            <a:endParaRPr lang="en-US" dirty="0"/>
          </a:p>
        </p:txBody>
      </p:sp>
    </p:spTree>
    <p:extLst>
      <p:ext uri="{BB962C8B-B14F-4D97-AF65-F5344CB8AC3E}">
        <p14:creationId xmlns:p14="http://schemas.microsoft.com/office/powerpoint/2010/main" val="417409120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C678BF8B-69E2-F81E-B40F-8A5AFA296E92}"/>
              </a:ext>
            </a:extLst>
          </p:cNvPr>
          <p:cNvSpPr>
            <a:spLocks noGrp="1"/>
          </p:cNvSpPr>
          <p:nvPr>
            <p:ph type="title"/>
          </p:nvPr>
        </p:nvSpPr>
        <p:spPr>
          <a:xfrm>
            <a:off x="594360" y="189572"/>
            <a:ext cx="6787747" cy="1593507"/>
          </a:xfrm>
        </p:spPr>
        <p:txBody>
          <a:bodyPr/>
          <a:lstStyle/>
          <a:p>
            <a:r>
              <a:rPr lang="ja-JP" altLang="en-US" dirty="0"/>
              <a:t>ルーティング</a:t>
            </a:r>
            <a:r>
              <a:rPr lang="en-US" altLang="ja-JP" dirty="0"/>
              <a:t>	</a:t>
            </a:r>
            <a:endParaRPr lang="en-US" dirty="0"/>
          </a:p>
        </p:txBody>
      </p:sp>
      <p:sp>
        <p:nvSpPr>
          <p:cNvPr id="11" name="Content Placeholder 2">
            <a:extLst>
              <a:ext uri="{FF2B5EF4-FFF2-40B4-BE49-F238E27FC236}">
                <a16:creationId xmlns:a16="http://schemas.microsoft.com/office/drawing/2014/main" id="{CDD7B516-4A2B-7EC1-7D99-2E69E3420DD1}"/>
              </a:ext>
            </a:extLst>
          </p:cNvPr>
          <p:cNvSpPr>
            <a:spLocks noGrp="1"/>
          </p:cNvSpPr>
          <p:nvPr>
            <p:ph sz="quarter" idx="13"/>
          </p:nvPr>
        </p:nvSpPr>
        <p:spPr>
          <a:xfrm>
            <a:off x="594359" y="2281918"/>
            <a:ext cx="7528561" cy="4179842"/>
          </a:xfrm>
        </p:spPr>
        <p:txBody>
          <a:bodyPr>
            <a:normAutofit/>
          </a:bodyPr>
          <a:lstStyle/>
          <a:p>
            <a:pPr marL="0" indent="0">
              <a:buNone/>
            </a:pPr>
            <a:r>
              <a:rPr lang="ja-JP" altLang="en-US" b="1" dirty="0"/>
              <a:t>データ（パケット）を送信元から宛先まで、どの経路を通して届けるかを決める仕組み</a:t>
            </a:r>
            <a:r>
              <a:rPr lang="ja-JP" altLang="en-US" dirty="0"/>
              <a:t>のことです。</a:t>
            </a:r>
            <a:endParaRPr lang="en-US" altLang="ja-JP" dirty="0"/>
          </a:p>
          <a:p>
            <a:pPr marL="0" indent="0">
              <a:buNone/>
            </a:pPr>
            <a:r>
              <a:rPr lang="ja-JP" altLang="en-US" dirty="0"/>
              <a:t>サブネット化されていたりする場合にゲートウェイを使い分ける必要が出てきます。</a:t>
            </a:r>
            <a:endParaRPr lang="en-US" altLang="ja-JP" dirty="0"/>
          </a:p>
          <a:p>
            <a:pPr marL="0" indent="0">
              <a:buNone/>
            </a:pPr>
            <a:r>
              <a:rPr lang="ja-JP" altLang="en-US" dirty="0"/>
              <a:t>その場合にこの通信はこのゲートウェイに流してねというようなルーティングが必要になります。</a:t>
            </a:r>
            <a:endParaRPr lang="en-US" altLang="ja-JP" dirty="0"/>
          </a:p>
          <a:p>
            <a:pPr marL="0" indent="0">
              <a:buNone/>
            </a:pPr>
            <a:r>
              <a:rPr lang="ja-JP" altLang="en-US" dirty="0"/>
              <a:t>通信のたびにルーティングテーブルというルーティング情報を参照して一致しなければデフォルトゲートウェイに流す</a:t>
            </a:r>
            <a:r>
              <a:rPr lang="en-US" altLang="ja-JP" dirty="0"/>
              <a:t>(</a:t>
            </a:r>
            <a:r>
              <a:rPr lang="ja-JP" altLang="en-US" dirty="0"/>
              <a:t>正確にはデフォルトルートに基づき送信する</a:t>
            </a:r>
            <a:r>
              <a:rPr lang="en-US" altLang="ja-JP" dirty="0"/>
              <a:t>)</a:t>
            </a:r>
            <a:r>
              <a:rPr lang="ja-JP" altLang="en-US" dirty="0"/>
              <a:t>という動作をします。</a:t>
            </a:r>
            <a:endParaRPr lang="en-US" altLang="ja-JP" dirty="0"/>
          </a:p>
        </p:txBody>
      </p:sp>
    </p:spTree>
    <p:extLst>
      <p:ext uri="{BB962C8B-B14F-4D97-AF65-F5344CB8AC3E}">
        <p14:creationId xmlns:p14="http://schemas.microsoft.com/office/powerpoint/2010/main" val="7336116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7DF64-4D3A-2A20-04D6-37A96E16140B}"/>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CA3DFC4A-CB45-DD82-44BC-11D0B72425CA}"/>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ネットワークの流れについて</a:t>
            </a:r>
            <a:endParaRPr lang="ja-JP" dirty="0"/>
          </a:p>
        </p:txBody>
      </p:sp>
      <p:sp>
        <p:nvSpPr>
          <p:cNvPr id="3" name="テキスト プレースホルダー 2">
            <a:extLst>
              <a:ext uri="{FF2B5EF4-FFF2-40B4-BE49-F238E27FC236}">
                <a16:creationId xmlns:a16="http://schemas.microsoft.com/office/drawing/2014/main" id="{884D6F90-C249-ADBA-16B3-BCBD7F2516E6}"/>
              </a:ext>
            </a:extLst>
          </p:cNvPr>
          <p:cNvSpPr>
            <a:spLocks noGrp="1"/>
          </p:cNvSpPr>
          <p:nvPr>
            <p:ph type="body" sz="quarter" idx="11"/>
          </p:nvPr>
        </p:nvSpPr>
        <p:spPr>
          <a:xfrm flipV="1">
            <a:off x="11504023" y="6195471"/>
            <a:ext cx="292282" cy="100825"/>
          </a:xfrm>
        </p:spPr>
        <p:txBody>
          <a:bodyPr rtlCol="0">
            <a:normAutofit fontScale="32500" lnSpcReduction="20000"/>
          </a:bodyPr>
          <a:lstStyle>
            <a:defPPr>
              <a:defRPr lang="ja-JP"/>
            </a:defPPr>
          </a:lstStyle>
          <a:p>
            <a:pPr rtl="0"/>
            <a:endParaRPr lang="ja-JP" dirty="0"/>
          </a:p>
        </p:txBody>
      </p:sp>
    </p:spTree>
    <p:extLst>
      <p:ext uri="{BB962C8B-B14F-4D97-AF65-F5344CB8AC3E}">
        <p14:creationId xmlns:p14="http://schemas.microsoft.com/office/powerpoint/2010/main" val="6671503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73B66-1EA7-2C41-0D9F-7A447CDF81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B9C914-6CE3-A3AB-A4CE-422125493EEB}"/>
              </a:ext>
            </a:extLst>
          </p:cNvPr>
          <p:cNvSpPr>
            <a:spLocks noGrp="1"/>
          </p:cNvSpPr>
          <p:nvPr>
            <p:ph type="title"/>
          </p:nvPr>
        </p:nvSpPr>
        <p:spPr>
          <a:xfrm>
            <a:off x="575310" y="278129"/>
            <a:ext cx="5063490" cy="2354026"/>
          </a:xfrm>
        </p:spPr>
        <p:txBody>
          <a:bodyPr rtlCol="0" anchor="b">
            <a:normAutofit/>
          </a:bodyPr>
          <a:lstStyle>
            <a:defPPr>
              <a:defRPr lang="ja-JP"/>
            </a:defPPr>
          </a:lstStyle>
          <a:p>
            <a:pPr rtl="0"/>
            <a:r>
              <a:rPr lang="ja-JP" altLang="en-US"/>
              <a:t>ネットワークはどのように流れていると思いますか</a:t>
            </a:r>
            <a:r>
              <a:rPr lang="en-US" altLang="ja-JP"/>
              <a:t>?</a:t>
            </a:r>
            <a:endParaRPr lang="ja-JP" altLang="ja-JP"/>
          </a:p>
        </p:txBody>
      </p:sp>
      <p:sp>
        <p:nvSpPr>
          <p:cNvPr id="3" name="テキスト プレースホルダー 2">
            <a:extLst>
              <a:ext uri="{FF2B5EF4-FFF2-40B4-BE49-F238E27FC236}">
                <a16:creationId xmlns:a16="http://schemas.microsoft.com/office/drawing/2014/main" id="{69F9F86D-5989-C30E-1018-23BCCF1E636D}"/>
              </a:ext>
            </a:extLst>
          </p:cNvPr>
          <p:cNvSpPr>
            <a:spLocks noGrp="1"/>
          </p:cNvSpPr>
          <p:nvPr>
            <p:ph sz="quarter" idx="16"/>
          </p:nvPr>
        </p:nvSpPr>
        <p:spPr>
          <a:xfrm>
            <a:off x="594360" y="3279579"/>
            <a:ext cx="5044440" cy="2994415"/>
          </a:xfrm>
        </p:spPr>
        <p:txBody>
          <a:bodyPr rtlCol="0">
            <a:normAutofit/>
          </a:bodyPr>
          <a:lstStyle>
            <a:defPPr>
              <a:defRPr lang="ja-JP"/>
            </a:defPPr>
          </a:lstStyle>
          <a:p>
            <a:pPr rtl="0"/>
            <a:r>
              <a:rPr lang="ja-JP" altLang="en-US" dirty="0"/>
              <a:t>突然ですが、ロールプレイをしながら考えてみましょう。</a:t>
            </a:r>
            <a:endParaRPr lang="en-US" altLang="ja-JP" dirty="0"/>
          </a:p>
          <a:p>
            <a:pPr rtl="0"/>
            <a:endParaRPr lang="ja-JP" dirty="0"/>
          </a:p>
        </p:txBody>
      </p:sp>
      <p:pic>
        <p:nvPicPr>
          <p:cNvPr id="12" name="図プレースホルダー 4">
            <a:extLst>
              <a:ext uri="{FF2B5EF4-FFF2-40B4-BE49-F238E27FC236}">
                <a16:creationId xmlns:a16="http://schemas.microsoft.com/office/drawing/2014/main" id="{C0A72BB9-15E3-8E0F-8037-BC0A6DD7E472}"/>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tretch/>
        </p:blipFill>
        <p:spPr>
          <a:xfrm>
            <a:off x="6669087" y="0"/>
            <a:ext cx="4972050" cy="6858000"/>
          </a:xfrm>
          <a:noFill/>
        </p:spPr>
      </p:pic>
    </p:spTree>
    <p:extLst>
      <p:ext uri="{BB962C8B-B14F-4D97-AF65-F5344CB8AC3E}">
        <p14:creationId xmlns:p14="http://schemas.microsoft.com/office/powerpoint/2010/main" val="41068011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E1F76-C90E-AF1B-4551-7C6356B8701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76BAB9-5B81-27C8-272E-DFD24C6894C2}"/>
              </a:ext>
            </a:extLst>
          </p:cNvPr>
          <p:cNvSpPr>
            <a:spLocks noGrp="1"/>
          </p:cNvSpPr>
          <p:nvPr>
            <p:ph type="title"/>
          </p:nvPr>
        </p:nvSpPr>
        <p:spPr>
          <a:xfrm>
            <a:off x="594360" y="189572"/>
            <a:ext cx="6787747" cy="1593507"/>
          </a:xfrm>
        </p:spPr>
        <p:txBody>
          <a:bodyPr vert="horz" lIns="0" tIns="0" rIns="0" bIns="0" rtlCol="0" anchor="b">
            <a:normAutofit/>
          </a:bodyPr>
          <a:lstStyle>
            <a:defPPr>
              <a:defRPr lang="ja-JP"/>
            </a:defPPr>
          </a:lstStyle>
          <a:p>
            <a:pPr>
              <a:spcBef>
                <a:spcPts val="1000"/>
              </a:spcBef>
            </a:pPr>
            <a:r>
              <a:rPr kumimoji="1" lang="ja-JP" altLang="en-US" b="1" i="0" kern="1200" dirty="0"/>
              <a:t>道を聞いていくイメージ</a:t>
            </a:r>
          </a:p>
        </p:txBody>
      </p:sp>
      <p:pic>
        <p:nvPicPr>
          <p:cNvPr id="5" name="図プレースホルダー 52">
            <a:extLst>
              <a:ext uri="{FF2B5EF4-FFF2-40B4-BE49-F238E27FC236}">
                <a16:creationId xmlns:a16="http://schemas.microsoft.com/office/drawing/2014/main" id="{D545A5CF-C945-9134-6EFD-5378E6DF89D6}"/>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p:blipFill>
        <p:spPr>
          <a:xfrm>
            <a:off x="2187170" y="2281918"/>
            <a:ext cx="3602125" cy="3708517"/>
          </a:xfrm>
          <a:noFill/>
        </p:spPr>
      </p:pic>
    </p:spTree>
    <p:extLst>
      <p:ext uri="{BB962C8B-B14F-4D97-AF65-F5344CB8AC3E}">
        <p14:creationId xmlns:p14="http://schemas.microsoft.com/office/powerpoint/2010/main" val="21195333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C522A01-A48E-7997-F9C3-2D1F61B2D766}"/>
              </a:ext>
            </a:extLst>
          </p:cNvPr>
          <p:cNvPicPr>
            <a:picLocks noChangeAspect="1"/>
          </p:cNvPicPr>
          <p:nvPr/>
        </p:nvPicPr>
        <p:blipFill>
          <a:blip r:embed="rId2">
            <a:extLst>
              <a:ext uri="{28A0092B-C50C-407E-A947-70E740481C1C}">
                <a14:useLocalDpi xmlns:a14="http://schemas.microsoft.com/office/drawing/2010/main" val="0"/>
              </a:ext>
            </a:extLst>
          </a:blip>
          <a:srcRect l="3229" r="3229"/>
          <a:stretch/>
        </p:blipFill>
        <p:spPr>
          <a:xfrm>
            <a:off x="3834810" y="0"/>
            <a:ext cx="8357190" cy="3699328"/>
          </a:xfrm>
          <a:prstGeom prst="rect">
            <a:avLst/>
          </a:prstGeom>
          <a:noFill/>
        </p:spPr>
      </p:pic>
      <p:sp>
        <p:nvSpPr>
          <p:cNvPr id="8" name="四角形: 角を丸くする 7">
            <a:extLst>
              <a:ext uri="{FF2B5EF4-FFF2-40B4-BE49-F238E27FC236}">
                <a16:creationId xmlns:a16="http://schemas.microsoft.com/office/drawing/2014/main" id="{CAB36C2D-EE7C-9ADD-595A-D38A96FF9346}"/>
              </a:ext>
            </a:extLst>
          </p:cNvPr>
          <p:cNvSpPr/>
          <p:nvPr/>
        </p:nvSpPr>
        <p:spPr>
          <a:xfrm>
            <a:off x="3370523" y="1148766"/>
            <a:ext cx="3060758" cy="2072538"/>
          </a:xfrm>
          <a:prstGeom prst="round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フレーム 5">
            <a:extLst>
              <a:ext uri="{FF2B5EF4-FFF2-40B4-BE49-F238E27FC236}">
                <a16:creationId xmlns:a16="http://schemas.microsoft.com/office/drawing/2014/main" id="{F29350B3-AF5E-DCC4-E751-34039D4817AC}"/>
              </a:ext>
            </a:extLst>
          </p:cNvPr>
          <p:cNvSpPr/>
          <p:nvPr/>
        </p:nvSpPr>
        <p:spPr>
          <a:xfrm>
            <a:off x="143186" y="2743201"/>
            <a:ext cx="7431094" cy="3947930"/>
          </a:xfrm>
          <a:prstGeom prst="frame">
            <a:avLst>
              <a:gd name="adj1" fmla="val 421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正方形/長方形 8">
            <a:extLst>
              <a:ext uri="{FF2B5EF4-FFF2-40B4-BE49-F238E27FC236}">
                <a16:creationId xmlns:a16="http://schemas.microsoft.com/office/drawing/2014/main" id="{107B066B-FFFF-EDF4-9825-CD1A6333F197}"/>
              </a:ext>
            </a:extLst>
          </p:cNvPr>
          <p:cNvSpPr/>
          <p:nvPr/>
        </p:nvSpPr>
        <p:spPr>
          <a:xfrm>
            <a:off x="438948" y="3017521"/>
            <a:ext cx="6845772" cy="330708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ja-JP" altLang="en-US" sz="1800" b="0" dirty="0">
                <a:solidFill>
                  <a:schemeClr val="bg1"/>
                </a:solidFill>
              </a:rPr>
              <a:t>通信をする際にはまず自分自身のルーティングテーブルを確認して送信先ノードを探します。</a:t>
            </a:r>
            <a:br>
              <a:rPr lang="ja-JP" altLang="en-US" sz="1800" b="0" dirty="0">
                <a:solidFill>
                  <a:schemeClr val="bg1"/>
                </a:solidFill>
              </a:rPr>
            </a:br>
            <a:r>
              <a:rPr lang="ja-JP" altLang="en-US" sz="1800" b="0" dirty="0">
                <a:solidFill>
                  <a:schemeClr val="bg1"/>
                </a:solidFill>
              </a:rPr>
              <a:t>一致しなければデフォルトゲートウェイへ送ります。</a:t>
            </a:r>
            <a:br>
              <a:rPr lang="ja-JP" altLang="en-US" sz="1800" b="0" dirty="0">
                <a:solidFill>
                  <a:schemeClr val="bg1"/>
                </a:solidFill>
              </a:rPr>
            </a:br>
            <a:r>
              <a:rPr lang="ja-JP" altLang="en-US" sz="1800" b="0" dirty="0">
                <a:solidFill>
                  <a:schemeClr val="bg1"/>
                </a:solidFill>
              </a:rPr>
              <a:t>一致した場合はその中間ノードへと送られます。</a:t>
            </a:r>
            <a:br>
              <a:rPr lang="ja-JP" altLang="en-US" sz="1800" b="0" dirty="0">
                <a:solidFill>
                  <a:schemeClr val="bg1"/>
                </a:solidFill>
              </a:rPr>
            </a:br>
            <a:r>
              <a:rPr lang="ja-JP" altLang="en-US" sz="1800" b="0" dirty="0">
                <a:solidFill>
                  <a:schemeClr val="bg1"/>
                </a:solidFill>
              </a:rPr>
              <a:t>受け取った中間ノードはまた自身ルーティングテーブルを参照してというようにして宛先へ送られます。</a:t>
            </a:r>
            <a:br>
              <a:rPr lang="ja-JP" altLang="en-US" sz="1800" b="0" dirty="0">
                <a:solidFill>
                  <a:schemeClr val="bg1"/>
                </a:solidFill>
              </a:rPr>
            </a:br>
            <a:r>
              <a:rPr lang="ja-JP" altLang="en-US" sz="1800" b="0" dirty="0">
                <a:solidFill>
                  <a:schemeClr val="bg1"/>
                </a:solidFill>
              </a:rPr>
              <a:t>途中で行先をなくした場合は破棄されるようです。</a:t>
            </a:r>
          </a:p>
        </p:txBody>
      </p:sp>
      <p:sp>
        <p:nvSpPr>
          <p:cNvPr id="11" name="テキスト ボックス 10">
            <a:extLst>
              <a:ext uri="{FF2B5EF4-FFF2-40B4-BE49-F238E27FC236}">
                <a16:creationId xmlns:a16="http://schemas.microsoft.com/office/drawing/2014/main" id="{D3B6CC39-43F5-F98A-51E1-8F24A7EB1C46}"/>
              </a:ext>
            </a:extLst>
          </p:cNvPr>
          <p:cNvSpPr txBox="1"/>
          <p:nvPr/>
        </p:nvSpPr>
        <p:spPr>
          <a:xfrm>
            <a:off x="143186" y="1238099"/>
            <a:ext cx="6608134" cy="646331"/>
          </a:xfrm>
          <a:prstGeom prst="rect">
            <a:avLst/>
          </a:prstGeom>
          <a:noFill/>
        </p:spPr>
        <p:txBody>
          <a:bodyPr wrap="square" rtlCol="0">
            <a:spAutoFit/>
          </a:bodyPr>
          <a:lstStyle/>
          <a:p>
            <a:r>
              <a:rPr kumimoji="1" lang="ja-JP" altLang="en-US" sz="3600" dirty="0">
                <a:solidFill>
                  <a:schemeClr val="bg1"/>
                </a:solidFill>
              </a:rPr>
              <a:t>順番に各ノードに聞いていきます。</a:t>
            </a:r>
          </a:p>
        </p:txBody>
      </p:sp>
    </p:spTree>
    <p:extLst>
      <p:ext uri="{BB962C8B-B14F-4D97-AF65-F5344CB8AC3E}">
        <p14:creationId xmlns:p14="http://schemas.microsoft.com/office/powerpoint/2010/main" val="14584012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プレースホルダー 52">
            <a:extLst>
              <a:ext uri="{FF2B5EF4-FFF2-40B4-BE49-F238E27FC236}">
                <a16:creationId xmlns:a16="http://schemas.microsoft.com/office/drawing/2014/main" id="{DD49BF49-2A59-00AA-6C5C-89311F22EEF6}"/>
              </a:ext>
            </a:extLst>
          </p:cNvPr>
          <p:cNvPicPr>
            <a:picLocks/>
          </p:cNvPicPr>
          <p:nvPr/>
        </p:nvPicPr>
        <p:blipFill>
          <a:blip r:embed="rId2">
            <a:extLst>
              <a:ext uri="{28A0092B-C50C-407E-A947-70E740481C1C}">
                <a14:useLocalDpi xmlns:a14="http://schemas.microsoft.com/office/drawing/2010/main" val="0"/>
              </a:ext>
            </a:extLst>
          </a:blip>
          <a:stretch/>
        </p:blipFill>
        <p:spPr>
          <a:xfrm>
            <a:off x="6375187" y="1429470"/>
            <a:ext cx="5816813" cy="3999060"/>
          </a:xfrm>
          <a:prstGeom prst="rect">
            <a:avLst/>
          </a:prstGeom>
          <a:noFill/>
        </p:spPr>
      </p:pic>
      <p:sp>
        <p:nvSpPr>
          <p:cNvPr id="14" name="Title 1">
            <a:extLst>
              <a:ext uri="{FF2B5EF4-FFF2-40B4-BE49-F238E27FC236}">
                <a16:creationId xmlns:a16="http://schemas.microsoft.com/office/drawing/2014/main" id="{50CD7569-C42C-5829-77F8-B532175646BE}"/>
              </a:ext>
            </a:extLst>
          </p:cNvPr>
          <p:cNvSpPr>
            <a:spLocks noGrp="1"/>
          </p:cNvSpPr>
          <p:nvPr>
            <p:ph type="title"/>
          </p:nvPr>
        </p:nvSpPr>
        <p:spPr>
          <a:xfrm>
            <a:off x="3661409" y="4661717"/>
            <a:ext cx="7936230" cy="1380760"/>
          </a:xfrm>
        </p:spPr>
        <p:txBody>
          <a:bodyPr/>
          <a:lstStyle/>
          <a:p>
            <a:r>
              <a:rPr lang="ja-JP" altLang="en-US" dirty="0"/>
              <a:t>その際に行われるのが上図です。</a:t>
            </a:r>
            <a:endParaRPr lang="en-US" dirty="0"/>
          </a:p>
        </p:txBody>
      </p:sp>
      <p:pic>
        <p:nvPicPr>
          <p:cNvPr id="6" name="図プレースホルダー 52">
            <a:extLst>
              <a:ext uri="{FF2B5EF4-FFF2-40B4-BE49-F238E27FC236}">
                <a16:creationId xmlns:a16="http://schemas.microsoft.com/office/drawing/2014/main" id="{B0A7175C-B5A9-047D-D469-59A04B9A41B8}"/>
              </a:ext>
            </a:extLst>
          </p:cNvPr>
          <p:cNvPicPr>
            <a:picLocks/>
          </p:cNvPicPr>
          <p:nvPr/>
        </p:nvPicPr>
        <p:blipFill>
          <a:blip r:embed="rId3">
            <a:extLst>
              <a:ext uri="{28A0092B-C50C-407E-A947-70E740481C1C}">
                <a14:useLocalDpi xmlns:a14="http://schemas.microsoft.com/office/drawing/2010/main" val="0"/>
              </a:ext>
            </a:extLst>
          </a:blip>
          <a:srcRect/>
          <a:stretch/>
        </p:blipFill>
        <p:spPr>
          <a:xfrm>
            <a:off x="3039268" y="261060"/>
            <a:ext cx="5546308" cy="3870445"/>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a:noFill/>
        </p:spPr>
      </p:pic>
      <p:sp>
        <p:nvSpPr>
          <p:cNvPr id="15" name="Content Placeholder 2">
            <a:extLst>
              <a:ext uri="{FF2B5EF4-FFF2-40B4-BE49-F238E27FC236}">
                <a16:creationId xmlns:a16="http://schemas.microsoft.com/office/drawing/2014/main" id="{1C12C094-A2F0-74F7-C927-91DE82B029EA}"/>
              </a:ext>
            </a:extLst>
          </p:cNvPr>
          <p:cNvSpPr>
            <a:spLocks noGrp="1"/>
          </p:cNvSpPr>
          <p:nvPr>
            <p:ph sz="quarter" idx="14"/>
          </p:nvPr>
        </p:nvSpPr>
        <p:spPr>
          <a:xfrm>
            <a:off x="391614" y="1046064"/>
            <a:ext cx="3541395" cy="3999060"/>
          </a:xfrm>
        </p:spPr>
        <p:txBody>
          <a:bodyPr/>
          <a:lstStyle/>
          <a:p>
            <a:pPr>
              <a:lnSpc>
                <a:spcPct val="150000"/>
              </a:lnSpc>
            </a:pPr>
            <a:r>
              <a:rPr lang="ja-JP" altLang="en-US" dirty="0"/>
              <a:t>受け取ったノードがカプセル化を解いていって宛先</a:t>
            </a:r>
            <a:r>
              <a:rPr lang="en-US" altLang="ja-JP" dirty="0"/>
              <a:t>IP</a:t>
            </a:r>
            <a:r>
              <a:rPr lang="ja-JP" altLang="en-US" dirty="0"/>
              <a:t>を確認して自分が受取先でなければルーティングテーブルを参照して一致した先にまた新たなヘッダー情報を付与後にカプセル化をして送ります。</a:t>
            </a:r>
            <a:endParaRPr lang="en-US" dirty="0"/>
          </a:p>
        </p:txBody>
      </p:sp>
    </p:spTree>
    <p:extLst>
      <p:ext uri="{BB962C8B-B14F-4D97-AF65-F5344CB8AC3E}">
        <p14:creationId xmlns:p14="http://schemas.microsoft.com/office/powerpoint/2010/main" val="301955122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C4D1A-D585-DBC7-560D-FB326AF63E67}"/>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8E80390A-C19D-3D71-9E97-4376934FFE66}"/>
              </a:ext>
            </a:extLst>
          </p:cNvPr>
          <p:cNvSpPr>
            <a:spLocks noGrp="1"/>
          </p:cNvSpPr>
          <p:nvPr>
            <p:ph type="ctrTitle"/>
          </p:nvPr>
        </p:nvSpPr>
        <p:spPr>
          <a:xfrm>
            <a:off x="5623560" y="411479"/>
            <a:ext cx="6172744" cy="3291840"/>
          </a:xfrm>
        </p:spPr>
        <p:txBody>
          <a:bodyPr rtlCol="0"/>
          <a:lstStyle>
            <a:defPPr>
              <a:defRPr lang="ja-JP"/>
            </a:defPPr>
          </a:lstStyle>
          <a:p>
            <a:pPr algn="ctr" rtl="0"/>
            <a:r>
              <a:rPr lang="ja-JP" altLang="en-US" dirty="0"/>
              <a:t>到達性の確認方法</a:t>
            </a:r>
            <a:endParaRPr lang="ja-JP" dirty="0"/>
          </a:p>
        </p:txBody>
      </p:sp>
    </p:spTree>
    <p:extLst>
      <p:ext uri="{BB962C8B-B14F-4D97-AF65-F5344CB8AC3E}">
        <p14:creationId xmlns:p14="http://schemas.microsoft.com/office/powerpoint/2010/main" val="19882813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63354A-CD7F-E97E-84D5-665217488663}"/>
              </a:ext>
            </a:extLst>
          </p:cNvPr>
          <p:cNvSpPr>
            <a:spLocks noGrp="1"/>
          </p:cNvSpPr>
          <p:nvPr>
            <p:ph type="title"/>
          </p:nvPr>
        </p:nvSpPr>
        <p:spPr>
          <a:xfrm>
            <a:off x="594360" y="198408"/>
            <a:ext cx="10972800" cy="1574317"/>
          </a:xfrm>
        </p:spPr>
        <p:txBody>
          <a:bodyPr anchor="b">
            <a:normAutofit/>
          </a:bodyPr>
          <a:lstStyle/>
          <a:p>
            <a:r>
              <a:rPr kumimoji="1" lang="ja-JP" altLang="en-US" dirty="0"/>
              <a:t>到達性とは</a:t>
            </a:r>
            <a:r>
              <a:rPr kumimoji="1" lang="en-US" altLang="ja-JP" dirty="0"/>
              <a:t>?</a:t>
            </a:r>
            <a:endParaRPr kumimoji="1" lang="ja-JP" altLang="en-US" dirty="0"/>
          </a:p>
        </p:txBody>
      </p:sp>
      <p:pic>
        <p:nvPicPr>
          <p:cNvPr id="4" name="図 3" descr="ダイアグラム&#10;&#10;自動的に生成された説明">
            <a:extLst>
              <a:ext uri="{FF2B5EF4-FFF2-40B4-BE49-F238E27FC236}">
                <a16:creationId xmlns:a16="http://schemas.microsoft.com/office/drawing/2014/main" id="{AC792E30-3996-31ED-CB13-06AD4A6DD059}"/>
              </a:ext>
            </a:extLst>
          </p:cNvPr>
          <p:cNvPicPr>
            <a:picLocks noChangeAspect="1"/>
          </p:cNvPicPr>
          <p:nvPr/>
        </p:nvPicPr>
        <p:blipFill>
          <a:blip r:embed="rId2">
            <a:extLst>
              <a:ext uri="{28A0092B-C50C-407E-A947-70E740481C1C}">
                <a14:useLocalDpi xmlns:a14="http://schemas.microsoft.com/office/drawing/2010/main" val="0"/>
              </a:ext>
            </a:extLst>
          </a:blip>
          <a:srcRect l="3229" r="3229"/>
          <a:stretch/>
        </p:blipFill>
        <p:spPr>
          <a:xfrm>
            <a:off x="595523" y="3200485"/>
            <a:ext cx="5746750" cy="2549550"/>
          </a:xfrm>
          <a:prstGeom prst="rect">
            <a:avLst/>
          </a:prstGeom>
          <a:noFill/>
        </p:spPr>
      </p:pic>
      <p:sp>
        <p:nvSpPr>
          <p:cNvPr id="3" name="コンテンツ プレースホルダー 2">
            <a:extLst>
              <a:ext uri="{FF2B5EF4-FFF2-40B4-BE49-F238E27FC236}">
                <a16:creationId xmlns:a16="http://schemas.microsoft.com/office/drawing/2014/main" id="{84B01D25-B876-2329-1E96-CD9AC3574826}"/>
              </a:ext>
            </a:extLst>
          </p:cNvPr>
          <p:cNvSpPr>
            <a:spLocks noGrp="1"/>
          </p:cNvSpPr>
          <p:nvPr>
            <p:ph sz="quarter" idx="14"/>
          </p:nvPr>
        </p:nvSpPr>
        <p:spPr>
          <a:xfrm>
            <a:off x="7620000" y="2676525"/>
            <a:ext cx="3947160" cy="3597470"/>
          </a:xfrm>
        </p:spPr>
        <p:txBody>
          <a:bodyPr>
            <a:normAutofit/>
          </a:bodyPr>
          <a:lstStyle/>
          <a:p>
            <a:pPr marL="0" indent="0">
              <a:buNone/>
            </a:pPr>
            <a:r>
              <a:rPr lang="ja-JP" altLang="en-US" dirty="0"/>
              <a:t>ネットワークにおける到達性とは「あるノード（送信元）から、別のノード（宛先）へネットワークを通じて通信が“届く状態”にあるかどうか」です。</a:t>
            </a:r>
            <a:endParaRPr lang="en-US" altLang="ja-JP" dirty="0"/>
          </a:p>
          <a:p>
            <a:pPr marL="0" indent="0">
              <a:buNone/>
            </a:pPr>
            <a:r>
              <a:rPr kumimoji="1" lang="ja-JP" altLang="en-US" dirty="0"/>
              <a:t>最後まで届けば問題ありませんが、中間ノードを挟んでいて途中で破棄されてしまうケースもあります。その場合にどこまで到達していてどこで破棄されているか確認する方法としてトレースルートというのが存在します。</a:t>
            </a:r>
          </a:p>
        </p:txBody>
      </p:sp>
      <p:sp>
        <p:nvSpPr>
          <p:cNvPr id="5" name="四角形: 角を丸くする 4">
            <a:extLst>
              <a:ext uri="{FF2B5EF4-FFF2-40B4-BE49-F238E27FC236}">
                <a16:creationId xmlns:a16="http://schemas.microsoft.com/office/drawing/2014/main" id="{50551039-F20B-A9D6-5787-CA8A32701575}"/>
              </a:ext>
            </a:extLst>
          </p:cNvPr>
          <p:cNvSpPr/>
          <p:nvPr/>
        </p:nvSpPr>
        <p:spPr>
          <a:xfrm>
            <a:off x="340242" y="4019107"/>
            <a:ext cx="2062716" cy="1574317"/>
          </a:xfrm>
          <a:prstGeom prst="round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乗算記号 5">
            <a:extLst>
              <a:ext uri="{FF2B5EF4-FFF2-40B4-BE49-F238E27FC236}">
                <a16:creationId xmlns:a16="http://schemas.microsoft.com/office/drawing/2014/main" id="{D33491BD-CEC6-77D9-861E-63BFBCF2187E}"/>
              </a:ext>
            </a:extLst>
          </p:cNvPr>
          <p:cNvSpPr/>
          <p:nvPr/>
        </p:nvSpPr>
        <p:spPr>
          <a:xfrm>
            <a:off x="3468898" y="4046241"/>
            <a:ext cx="762000" cy="858037"/>
          </a:xfrm>
          <a:prstGeom prst="mathMultiply">
            <a:avLst>
              <a:gd name="adj1" fmla="val 7732"/>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矢印: 右 6">
            <a:extLst>
              <a:ext uri="{FF2B5EF4-FFF2-40B4-BE49-F238E27FC236}">
                <a16:creationId xmlns:a16="http://schemas.microsoft.com/office/drawing/2014/main" id="{B5AF316E-2CAF-5D91-51FC-B4FF14AC40F6}"/>
              </a:ext>
            </a:extLst>
          </p:cNvPr>
          <p:cNvSpPr/>
          <p:nvPr/>
        </p:nvSpPr>
        <p:spPr>
          <a:xfrm rot="19320043">
            <a:off x="4105179" y="3760026"/>
            <a:ext cx="762000" cy="518160"/>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楕円 7">
            <a:extLst>
              <a:ext uri="{FF2B5EF4-FFF2-40B4-BE49-F238E27FC236}">
                <a16:creationId xmlns:a16="http://schemas.microsoft.com/office/drawing/2014/main" id="{3C5E830E-DC1E-4F4E-8BC4-4D44CEBFA080}"/>
              </a:ext>
            </a:extLst>
          </p:cNvPr>
          <p:cNvSpPr/>
          <p:nvPr/>
        </p:nvSpPr>
        <p:spPr>
          <a:xfrm>
            <a:off x="4590640" y="2834640"/>
            <a:ext cx="2385998" cy="877448"/>
          </a:xfrm>
          <a:prstGeom prst="ellipse">
            <a:avLst/>
          </a:prstGeom>
          <a:solidFill>
            <a:schemeClr val="accent2">
              <a:lumMod val="7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n>
                  <a:solidFill>
                    <a:schemeClr val="bg1"/>
                  </a:solidFill>
                </a:ln>
              </a:rPr>
              <a:t>破棄される</a:t>
            </a:r>
          </a:p>
        </p:txBody>
      </p:sp>
      <p:sp>
        <p:nvSpPr>
          <p:cNvPr id="11" name="吹き出し: 角を丸めた四角形 10">
            <a:extLst>
              <a:ext uri="{FF2B5EF4-FFF2-40B4-BE49-F238E27FC236}">
                <a16:creationId xmlns:a16="http://schemas.microsoft.com/office/drawing/2014/main" id="{C89EE33A-C416-F2BF-0097-8B85B90B3CDE}"/>
              </a:ext>
            </a:extLst>
          </p:cNvPr>
          <p:cNvSpPr/>
          <p:nvPr/>
        </p:nvSpPr>
        <p:spPr>
          <a:xfrm>
            <a:off x="5462837" y="4046240"/>
            <a:ext cx="1522798" cy="858037"/>
          </a:xfrm>
          <a:prstGeom prst="wedgeRoundRectCallout">
            <a:avLst>
              <a:gd name="adj1" fmla="val -13828"/>
              <a:gd name="adj2" fmla="val 76709"/>
              <a:gd name="adj3" fmla="val 16667"/>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solidFill>
              </a:rPr>
              <a:t>届かない</a:t>
            </a:r>
          </a:p>
        </p:txBody>
      </p:sp>
    </p:spTree>
    <p:extLst>
      <p:ext uri="{BB962C8B-B14F-4D97-AF65-F5344CB8AC3E}">
        <p14:creationId xmlns:p14="http://schemas.microsoft.com/office/powerpoint/2010/main" val="271259703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66FCE3E-3CA4-D234-9394-16C619A8516C}"/>
              </a:ext>
            </a:extLst>
          </p:cNvPr>
          <p:cNvSpPr>
            <a:spLocks noGrp="1"/>
          </p:cNvSpPr>
          <p:nvPr>
            <p:ph type="title"/>
          </p:nvPr>
        </p:nvSpPr>
        <p:spPr>
          <a:xfrm>
            <a:off x="594360" y="198408"/>
            <a:ext cx="6775286" cy="1574317"/>
          </a:xfrm>
        </p:spPr>
        <p:txBody>
          <a:bodyPr/>
          <a:lstStyle/>
          <a:p>
            <a:r>
              <a:rPr lang="ja-JP" altLang="en-US" dirty="0"/>
              <a:t>トレースルート</a:t>
            </a:r>
            <a:endParaRPr lang="en-US" dirty="0"/>
          </a:p>
        </p:txBody>
      </p:sp>
      <p:pic>
        <p:nvPicPr>
          <p:cNvPr id="5" name="コンテンツ プレースホルダー 4" descr="グラフィカル ユーザー インターフェイス, テキスト&#10;&#10;自動的に生成された説明">
            <a:extLst>
              <a:ext uri="{FF2B5EF4-FFF2-40B4-BE49-F238E27FC236}">
                <a16:creationId xmlns:a16="http://schemas.microsoft.com/office/drawing/2014/main" id="{EF44F729-54BC-78F3-0975-6824BC8937CC}"/>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595523" y="2573079"/>
            <a:ext cx="6775286" cy="3302951"/>
          </a:xfrm>
          <a:noFill/>
        </p:spPr>
      </p:pic>
      <p:sp>
        <p:nvSpPr>
          <p:cNvPr id="12" name="Content Placeholder 3">
            <a:extLst>
              <a:ext uri="{FF2B5EF4-FFF2-40B4-BE49-F238E27FC236}">
                <a16:creationId xmlns:a16="http://schemas.microsoft.com/office/drawing/2014/main" id="{07DA57A3-D0E7-EFB6-A654-A22A21E82C0A}"/>
              </a:ext>
            </a:extLst>
          </p:cNvPr>
          <p:cNvSpPr>
            <a:spLocks noGrp="1"/>
          </p:cNvSpPr>
          <p:nvPr>
            <p:ph sz="quarter" idx="14"/>
          </p:nvPr>
        </p:nvSpPr>
        <p:spPr>
          <a:xfrm>
            <a:off x="7620000" y="765544"/>
            <a:ext cx="3947160" cy="5508451"/>
          </a:xfrm>
        </p:spPr>
        <p:txBody>
          <a:bodyPr anchor="ctr"/>
          <a:lstStyle/>
          <a:p>
            <a:pPr marL="0" indent="0">
              <a:buNone/>
            </a:pPr>
            <a:r>
              <a:rPr lang="en-US" dirty="0"/>
              <a:t>Windows</a:t>
            </a:r>
            <a:r>
              <a:rPr lang="ja-JP" altLang="en-US" dirty="0"/>
              <a:t>ではコマンドプロンプトか</a:t>
            </a:r>
            <a:r>
              <a:rPr lang="en-US" altLang="ja-JP" dirty="0"/>
              <a:t>PowerShell</a:t>
            </a:r>
            <a:r>
              <a:rPr lang="ja-JP" altLang="en-US" dirty="0"/>
              <a:t>で</a:t>
            </a:r>
            <a:r>
              <a:rPr lang="en-US" altLang="ja-JP" dirty="0"/>
              <a:t>[</a:t>
            </a:r>
            <a:r>
              <a:rPr lang="en-US" altLang="ja-JP" dirty="0" err="1"/>
              <a:t>tracert</a:t>
            </a:r>
            <a:r>
              <a:rPr lang="en-US" altLang="ja-JP" dirty="0"/>
              <a:t> IP</a:t>
            </a:r>
            <a:r>
              <a:rPr lang="ja-JP" altLang="en-US" dirty="0"/>
              <a:t>アドレス</a:t>
            </a:r>
            <a:r>
              <a:rPr lang="en-US" altLang="ja-JP" dirty="0"/>
              <a:t>]</a:t>
            </a:r>
            <a:r>
              <a:rPr lang="ja-JP" altLang="en-US" dirty="0"/>
              <a:t>と入力するとトレースルートをすることができます。</a:t>
            </a:r>
            <a:endParaRPr lang="en-US" altLang="ja-JP" dirty="0"/>
          </a:p>
          <a:p>
            <a:pPr marL="0" indent="0">
              <a:buNone/>
            </a:pPr>
            <a:r>
              <a:rPr lang="ja-JP" altLang="en-US" dirty="0"/>
              <a:t>正常に到達できている状態が左図です。</a:t>
            </a:r>
            <a:endParaRPr lang="en-US" altLang="ja-JP" dirty="0"/>
          </a:p>
          <a:p>
            <a:pPr marL="0" indent="0">
              <a:buNone/>
            </a:pPr>
            <a:r>
              <a:rPr lang="ja-JP" altLang="en-US" dirty="0"/>
              <a:t>到達したノードが箇条書きで表示されていて左側の数字が何番目に到達していたかを指します。</a:t>
            </a:r>
            <a:endParaRPr lang="en-US" altLang="ja-JP" dirty="0"/>
          </a:p>
          <a:p>
            <a:pPr marL="0" indent="0">
              <a:buNone/>
            </a:pPr>
            <a:r>
              <a:rPr lang="ja-JP" altLang="en-US" dirty="0"/>
              <a:t>左の数字をホップ数と呼び「何ホップ目でどうなった」と伝えることがあります。</a:t>
            </a:r>
            <a:endParaRPr lang="en-US" altLang="ja-JP" dirty="0"/>
          </a:p>
        </p:txBody>
      </p:sp>
    </p:spTree>
    <p:extLst>
      <p:ext uri="{BB962C8B-B14F-4D97-AF65-F5344CB8AC3E}">
        <p14:creationId xmlns:p14="http://schemas.microsoft.com/office/powerpoint/2010/main" val="30887147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31F8-22D4-3CD6-CBC6-7FD4A12C4917}"/>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8A5A837A-A7C2-33EA-E5FC-CAE89A5BA6F4}"/>
              </a:ext>
            </a:extLst>
          </p:cNvPr>
          <p:cNvSpPr>
            <a:spLocks noGrp="1"/>
          </p:cNvSpPr>
          <p:nvPr>
            <p:ph type="title"/>
          </p:nvPr>
        </p:nvSpPr>
        <p:spPr>
          <a:xfrm>
            <a:off x="594360" y="198408"/>
            <a:ext cx="6775286" cy="1574317"/>
          </a:xfrm>
        </p:spPr>
        <p:txBody>
          <a:bodyPr/>
          <a:lstStyle/>
          <a:p>
            <a:r>
              <a:rPr lang="ja-JP" altLang="en-US" dirty="0"/>
              <a:t>トレースルート</a:t>
            </a:r>
            <a:endParaRPr lang="en-US" dirty="0"/>
          </a:p>
        </p:txBody>
      </p:sp>
      <p:pic>
        <p:nvPicPr>
          <p:cNvPr id="5" name="コンテンツ プレースホルダー 4">
            <a:extLst>
              <a:ext uri="{FF2B5EF4-FFF2-40B4-BE49-F238E27FC236}">
                <a16:creationId xmlns:a16="http://schemas.microsoft.com/office/drawing/2014/main" id="{EAE288ED-8E90-3CED-73E6-D77CB15B59D2}"/>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p:blipFill>
        <p:spPr>
          <a:xfrm>
            <a:off x="595523" y="2573079"/>
            <a:ext cx="6775286" cy="3302951"/>
          </a:xfrm>
          <a:noFill/>
        </p:spPr>
      </p:pic>
      <p:sp>
        <p:nvSpPr>
          <p:cNvPr id="12" name="Content Placeholder 3">
            <a:extLst>
              <a:ext uri="{FF2B5EF4-FFF2-40B4-BE49-F238E27FC236}">
                <a16:creationId xmlns:a16="http://schemas.microsoft.com/office/drawing/2014/main" id="{136B5B39-79C3-1904-0532-048B3D7B0818}"/>
              </a:ext>
            </a:extLst>
          </p:cNvPr>
          <p:cNvSpPr>
            <a:spLocks noGrp="1"/>
          </p:cNvSpPr>
          <p:nvPr>
            <p:ph sz="quarter" idx="14"/>
          </p:nvPr>
        </p:nvSpPr>
        <p:spPr>
          <a:xfrm>
            <a:off x="7620000" y="765544"/>
            <a:ext cx="3947160" cy="5508451"/>
          </a:xfrm>
        </p:spPr>
        <p:txBody>
          <a:bodyPr anchor="ctr"/>
          <a:lstStyle/>
          <a:p>
            <a:pPr marL="0" indent="0">
              <a:buNone/>
            </a:pPr>
            <a:r>
              <a:rPr lang="ja-JP" altLang="en-US" dirty="0"/>
              <a:t>途中でルーティングが途切れた場合は左図のように</a:t>
            </a:r>
            <a:r>
              <a:rPr lang="en-US" altLang="ja-JP" dirty="0"/>
              <a:t>*</a:t>
            </a:r>
            <a:r>
              <a:rPr lang="ja-JP" altLang="en-US" dirty="0"/>
              <a:t>が表示されます。</a:t>
            </a:r>
            <a:endParaRPr lang="en-US" altLang="ja-JP" dirty="0"/>
          </a:p>
          <a:p>
            <a:pPr marL="0" indent="0">
              <a:buNone/>
            </a:pPr>
            <a:r>
              <a:rPr lang="ja-JP" altLang="en-US" dirty="0"/>
              <a:t>この場合は</a:t>
            </a:r>
            <a:r>
              <a:rPr lang="en-US" altLang="ja-JP" dirty="0"/>
              <a:t>2</a:t>
            </a:r>
            <a:r>
              <a:rPr lang="ja-JP" altLang="en-US" dirty="0"/>
              <a:t>ホップ目までは届いているが、</a:t>
            </a:r>
            <a:r>
              <a:rPr lang="en-US" altLang="ja-JP" dirty="0"/>
              <a:t>3</a:t>
            </a:r>
            <a:r>
              <a:rPr lang="ja-JP" altLang="en-US" dirty="0"/>
              <a:t>ホップ目には行けていないとわかるので</a:t>
            </a:r>
            <a:r>
              <a:rPr lang="en-US" altLang="ja-JP" dirty="0"/>
              <a:t>3</a:t>
            </a:r>
            <a:r>
              <a:rPr lang="ja-JP" altLang="en-US" dirty="0"/>
              <a:t>ホップ目のノードを確認する必要があります。</a:t>
            </a:r>
            <a:endParaRPr lang="en-US" altLang="ja-JP" dirty="0"/>
          </a:p>
          <a:p>
            <a:pPr marL="0" indent="0">
              <a:buNone/>
            </a:pPr>
            <a:r>
              <a:rPr lang="en-US" altLang="ja-JP" dirty="0"/>
              <a:t>[</a:t>
            </a:r>
            <a:r>
              <a:rPr lang="ja-JP" altLang="en-US" dirty="0"/>
              <a:t>経由するホップ数は最大</a:t>
            </a:r>
            <a:r>
              <a:rPr lang="en-US" altLang="ja-JP" dirty="0"/>
              <a:t>30</a:t>
            </a:r>
            <a:r>
              <a:rPr lang="ja-JP" altLang="en-US" dirty="0"/>
              <a:t>です。</a:t>
            </a:r>
            <a:r>
              <a:rPr lang="en-US" altLang="ja-JP" dirty="0"/>
              <a:t>]</a:t>
            </a:r>
            <a:r>
              <a:rPr lang="ja-JP" altLang="en-US" dirty="0"/>
              <a:t>とあるように</a:t>
            </a:r>
            <a:r>
              <a:rPr lang="en-US" altLang="ja-JP" dirty="0"/>
              <a:t>30</a:t>
            </a:r>
            <a:r>
              <a:rPr lang="ja-JP" altLang="en-US" dirty="0"/>
              <a:t>ホップまで頑張ってくれています。</a:t>
            </a:r>
            <a:endParaRPr lang="en-US" altLang="ja-JP" dirty="0"/>
          </a:p>
          <a:p>
            <a:pPr marL="0" indent="0">
              <a:buNone/>
            </a:pPr>
            <a:r>
              <a:rPr lang="ja-JP" altLang="en-US" dirty="0"/>
              <a:t>それ以外の値はとりあえず気にしなくて大丈夫です。</a:t>
            </a:r>
            <a:endParaRPr lang="en-US" altLang="ja-JP" dirty="0"/>
          </a:p>
        </p:txBody>
      </p:sp>
    </p:spTree>
    <p:extLst>
      <p:ext uri="{BB962C8B-B14F-4D97-AF65-F5344CB8AC3E}">
        <p14:creationId xmlns:p14="http://schemas.microsoft.com/office/powerpoint/2010/main" val="72318804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1CEF5-4530-FBB6-202C-9857F4A18A44}"/>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066ADDB9-220B-7181-9F80-BEA76234445D}"/>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第</a:t>
            </a:r>
            <a:r>
              <a:rPr lang="en-US" altLang="ja-JP" dirty="0"/>
              <a:t>3</a:t>
            </a:r>
            <a:r>
              <a:rPr lang="ja-JP" altLang="en-US" dirty="0"/>
              <a:t>章</a:t>
            </a:r>
            <a:endParaRPr lang="ja-JP" dirty="0"/>
          </a:p>
        </p:txBody>
      </p:sp>
    </p:spTree>
    <p:extLst>
      <p:ext uri="{BB962C8B-B14F-4D97-AF65-F5344CB8AC3E}">
        <p14:creationId xmlns:p14="http://schemas.microsoft.com/office/powerpoint/2010/main" val="5965352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7A6A5-162C-B052-2027-7DF2CEAB402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A5C2E6A-D8B0-49F4-BCEC-2056525C3D65}"/>
              </a:ext>
            </a:extLst>
          </p:cNvPr>
          <p:cNvSpPr>
            <a:spLocks noGrp="1"/>
          </p:cNvSpPr>
          <p:nvPr>
            <p:ph type="title"/>
          </p:nvPr>
        </p:nvSpPr>
        <p:spPr>
          <a:xfrm>
            <a:off x="594360" y="189572"/>
            <a:ext cx="6787747" cy="1593507"/>
          </a:xfrm>
        </p:spPr>
        <p:txBody>
          <a:bodyPr rtlCol="0"/>
          <a:lstStyle>
            <a:defPPr>
              <a:defRPr lang="ja-JP"/>
            </a:defPPr>
          </a:lstStyle>
          <a:p>
            <a:pPr rtl="0"/>
            <a:r>
              <a:rPr lang="ja-JP" altLang="en-US" dirty="0"/>
              <a:t>第</a:t>
            </a:r>
            <a:r>
              <a:rPr lang="en-US" altLang="ja-JP" dirty="0"/>
              <a:t>3</a:t>
            </a:r>
            <a:r>
              <a:rPr lang="ja-JP" altLang="en-US" dirty="0"/>
              <a:t>章の目次</a:t>
            </a:r>
            <a:endParaRPr lang="ja-JP" dirty="0"/>
          </a:p>
        </p:txBody>
      </p:sp>
      <p:sp>
        <p:nvSpPr>
          <p:cNvPr id="3" name="テキスト プレースホルダー 2">
            <a:extLst>
              <a:ext uri="{FF2B5EF4-FFF2-40B4-BE49-F238E27FC236}">
                <a16:creationId xmlns:a16="http://schemas.microsoft.com/office/drawing/2014/main" id="{E1F0647D-BAE4-66CA-BA35-04510E917E0C}"/>
              </a:ext>
            </a:extLst>
          </p:cNvPr>
          <p:cNvSpPr>
            <a:spLocks noGrp="1"/>
          </p:cNvSpPr>
          <p:nvPr>
            <p:ph sz="quarter" idx="13"/>
          </p:nvPr>
        </p:nvSpPr>
        <p:spPr>
          <a:xfrm>
            <a:off x="593725" y="2281238"/>
            <a:ext cx="6788150" cy="3709987"/>
          </a:xfrm>
        </p:spPr>
        <p:txBody>
          <a:bodyPr tIns="457200" rtlCol="0"/>
          <a:lstStyle>
            <a:defPPr>
              <a:defRPr lang="ja-JP"/>
            </a:defPPr>
          </a:lstStyle>
          <a:p>
            <a:pPr rtl="0"/>
            <a:r>
              <a:rPr lang="ja-JP" altLang="en-US" dirty="0"/>
              <a:t>他</a:t>
            </a:r>
            <a:r>
              <a:rPr lang="en-US" altLang="ja-JP" dirty="0"/>
              <a:t>LAN</a:t>
            </a:r>
            <a:r>
              <a:rPr lang="ja-JP" altLang="en-US" dirty="0"/>
              <a:t>へのアクセス</a:t>
            </a:r>
            <a:endParaRPr lang="en-US" altLang="ja-JP" dirty="0"/>
          </a:p>
          <a:p>
            <a:pPr rtl="0"/>
            <a:r>
              <a:rPr lang="en-US" altLang="ja-JP" dirty="0"/>
              <a:t>IP</a:t>
            </a:r>
            <a:r>
              <a:rPr lang="ja-JP" altLang="en-US" dirty="0"/>
              <a:t>アドレスの管理</a:t>
            </a:r>
            <a:endParaRPr lang="en-US" altLang="ja-JP" dirty="0"/>
          </a:p>
          <a:p>
            <a:pPr rtl="0"/>
            <a:r>
              <a:rPr lang="en-US" altLang="ja-JP" dirty="0"/>
              <a:t>IPv4</a:t>
            </a:r>
            <a:r>
              <a:rPr lang="ja-JP" altLang="en-US" dirty="0"/>
              <a:t>アドレスの詳細</a:t>
            </a:r>
            <a:endParaRPr lang="en-US" altLang="ja-JP" dirty="0"/>
          </a:p>
          <a:p>
            <a:pPr rtl="0"/>
            <a:r>
              <a:rPr lang="en-US" altLang="ja-JP" dirty="0"/>
              <a:t>DHCP</a:t>
            </a:r>
            <a:r>
              <a:rPr lang="ja-JP" altLang="en-US" dirty="0"/>
              <a:t>について</a:t>
            </a:r>
            <a:endParaRPr lang="en-US" altLang="ja-JP" dirty="0"/>
          </a:p>
          <a:p>
            <a:pPr rtl="0"/>
            <a:r>
              <a:rPr lang="en-US" altLang="ja-JP" dirty="0"/>
              <a:t>DNS</a:t>
            </a:r>
            <a:r>
              <a:rPr lang="ja-JP" altLang="en-US" dirty="0"/>
              <a:t>について</a:t>
            </a:r>
            <a:endParaRPr lang="ja-JP" dirty="0"/>
          </a:p>
        </p:txBody>
      </p:sp>
    </p:spTree>
    <p:extLst>
      <p:ext uri="{BB962C8B-B14F-4D97-AF65-F5344CB8AC3E}">
        <p14:creationId xmlns:p14="http://schemas.microsoft.com/office/powerpoint/2010/main" val="15162065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FEA12-D5C9-FD35-2629-A507FFDB95F9}"/>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1E6DD86D-C2DC-407B-FC52-0EF220228D89}"/>
              </a:ext>
            </a:extLst>
          </p:cNvPr>
          <p:cNvSpPr>
            <a:spLocks noGrp="1"/>
          </p:cNvSpPr>
          <p:nvPr>
            <p:ph type="ctrTitle"/>
          </p:nvPr>
        </p:nvSpPr>
        <p:spPr>
          <a:xfrm>
            <a:off x="6309904" y="411479"/>
            <a:ext cx="4358096" cy="3291840"/>
          </a:xfrm>
        </p:spPr>
        <p:txBody>
          <a:bodyPr rtlCol="0"/>
          <a:lstStyle>
            <a:defPPr>
              <a:defRPr lang="ja-JP"/>
            </a:defPPr>
          </a:lstStyle>
          <a:p>
            <a:pPr algn="r" rtl="0"/>
            <a:r>
              <a:rPr lang="ja-JP" altLang="en-US" dirty="0"/>
              <a:t>他</a:t>
            </a:r>
            <a:r>
              <a:rPr lang="en-US" altLang="ja-JP" dirty="0"/>
              <a:t>LAN</a:t>
            </a:r>
            <a:r>
              <a:rPr lang="ja-JP" altLang="en-US" dirty="0"/>
              <a:t>への</a:t>
            </a:r>
            <a:br>
              <a:rPr lang="en-US" altLang="ja-JP" dirty="0"/>
            </a:br>
            <a:r>
              <a:rPr lang="ja-JP" altLang="en-US" dirty="0"/>
              <a:t>アクセス</a:t>
            </a:r>
            <a:endParaRPr lang="ja-JP" altLang="ja-JP" dirty="0"/>
          </a:p>
        </p:txBody>
      </p:sp>
    </p:spTree>
    <p:extLst>
      <p:ext uri="{BB962C8B-B14F-4D97-AF65-F5344CB8AC3E}">
        <p14:creationId xmlns:p14="http://schemas.microsoft.com/office/powerpoint/2010/main" val="14843344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9070-4B01-BCF5-A6D9-115B9299E8E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A41107-0310-1BB4-A83F-87A8BEE118CF}"/>
              </a:ext>
            </a:extLst>
          </p:cNvPr>
          <p:cNvSpPr>
            <a:spLocks noGrp="1"/>
          </p:cNvSpPr>
          <p:nvPr>
            <p:ph type="ctrTitle"/>
          </p:nvPr>
        </p:nvSpPr>
        <p:spPr>
          <a:xfrm>
            <a:off x="6299835" y="430529"/>
            <a:ext cx="5486400" cy="3291840"/>
          </a:xfrm>
        </p:spPr>
        <p:txBody>
          <a:bodyPr rtlCol="0"/>
          <a:lstStyle>
            <a:defPPr>
              <a:defRPr lang="ja-JP"/>
            </a:defPPr>
          </a:lstStyle>
          <a:p>
            <a:pPr algn="r" rtl="0"/>
            <a:r>
              <a:rPr lang="ja-JP" altLang="en-US" sz="4400" dirty="0"/>
              <a:t>他</a:t>
            </a:r>
            <a:r>
              <a:rPr lang="en-US" altLang="ja-JP" sz="4400" dirty="0"/>
              <a:t>LAN</a:t>
            </a:r>
            <a:r>
              <a:rPr lang="ja-JP" altLang="en-US" sz="4400" dirty="0"/>
              <a:t>へのアクセスについて</a:t>
            </a:r>
            <a:endParaRPr lang="ja-JP" altLang="ja-JP" sz="4400" dirty="0"/>
          </a:p>
        </p:txBody>
      </p:sp>
      <p:pic>
        <p:nvPicPr>
          <p:cNvPr id="12" name="図プレースホルダー 4">
            <a:extLst>
              <a:ext uri="{FF2B5EF4-FFF2-40B4-BE49-F238E27FC236}">
                <a16:creationId xmlns:a16="http://schemas.microsoft.com/office/drawing/2014/main" id="{0E1AB1CA-9B04-E218-B8C5-C03B1A5B8685}"/>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a:stretch/>
        </p:blipFill>
        <p:spPr>
          <a:xfrm>
            <a:off x="0" y="-11113"/>
            <a:ext cx="5791200" cy="6880226"/>
          </a:xfrm>
        </p:spPr>
      </p:pic>
      <p:sp>
        <p:nvSpPr>
          <p:cNvPr id="3" name="テキスト プレースホルダー 2">
            <a:extLst>
              <a:ext uri="{FF2B5EF4-FFF2-40B4-BE49-F238E27FC236}">
                <a16:creationId xmlns:a16="http://schemas.microsoft.com/office/drawing/2014/main" id="{4F3C5669-F3BE-7AD3-426E-05DB77F5A49A}"/>
              </a:ext>
            </a:extLst>
          </p:cNvPr>
          <p:cNvSpPr>
            <a:spLocks noGrp="1"/>
          </p:cNvSpPr>
          <p:nvPr>
            <p:ph type="body" sz="quarter" idx="11"/>
          </p:nvPr>
        </p:nvSpPr>
        <p:spPr>
          <a:xfrm>
            <a:off x="6299835" y="4568601"/>
            <a:ext cx="5486400" cy="1858869"/>
          </a:xfrm>
        </p:spPr>
        <p:txBody>
          <a:bodyPr rtlCol="0"/>
          <a:lstStyle>
            <a:defPPr>
              <a:defRPr lang="ja-JP"/>
            </a:defPPr>
          </a:lstStyle>
          <a:p>
            <a:r>
              <a:rPr lang="en-US" altLang="ja-JP" b="1" dirty="0"/>
              <a:t>IP</a:t>
            </a:r>
            <a:r>
              <a:rPr lang="ja-JP" altLang="en-US" b="1" dirty="0"/>
              <a:t>アドレスがわかれば、</a:t>
            </a:r>
            <a:r>
              <a:rPr lang="en-US" altLang="ja-JP" b="1" dirty="0"/>
              <a:t>WAN</a:t>
            </a:r>
            <a:r>
              <a:rPr lang="ja-JP" altLang="en-US" b="1" dirty="0"/>
              <a:t>を介した他</a:t>
            </a:r>
            <a:r>
              <a:rPr lang="en-US" altLang="ja-JP" b="1" dirty="0"/>
              <a:t>LAN</a:t>
            </a:r>
            <a:r>
              <a:rPr lang="ja-JP" altLang="en-US" b="1" dirty="0"/>
              <a:t>へのアクセスもできます。</a:t>
            </a:r>
            <a:endParaRPr lang="en-US" altLang="ja-JP" b="1" dirty="0"/>
          </a:p>
          <a:p>
            <a:r>
              <a:rPr lang="ja-JP" altLang="en-US" sz="2000" dirty="0">
                <a:solidFill>
                  <a:schemeClr val="bg1">
                    <a:lumMod val="65000"/>
                    <a:lumOff val="35000"/>
                  </a:schemeClr>
                </a:solidFill>
              </a:rPr>
              <a:t>ただ</a:t>
            </a:r>
            <a:r>
              <a:rPr lang="en-US" altLang="ja-JP" sz="2000" dirty="0">
                <a:solidFill>
                  <a:schemeClr val="bg1">
                    <a:lumMod val="65000"/>
                    <a:lumOff val="35000"/>
                  </a:schemeClr>
                </a:solidFill>
              </a:rPr>
              <a:t>LAN</a:t>
            </a:r>
            <a:r>
              <a:rPr lang="ja-JP" altLang="en-US" sz="2000" dirty="0">
                <a:solidFill>
                  <a:schemeClr val="bg1">
                    <a:lumMod val="65000"/>
                    <a:lumOff val="35000"/>
                  </a:schemeClr>
                </a:solidFill>
              </a:rPr>
              <a:t>内のみで有効なローカル</a:t>
            </a:r>
            <a:r>
              <a:rPr lang="en-US" altLang="ja-JP" sz="2000" dirty="0">
                <a:solidFill>
                  <a:schemeClr val="bg1">
                    <a:lumMod val="65000"/>
                    <a:lumOff val="35000"/>
                  </a:schemeClr>
                </a:solidFill>
              </a:rPr>
              <a:t>IP</a:t>
            </a:r>
            <a:r>
              <a:rPr lang="ja-JP" altLang="en-US" sz="2000" dirty="0">
                <a:solidFill>
                  <a:schemeClr val="bg1">
                    <a:lumMod val="65000"/>
                    <a:lumOff val="35000"/>
                  </a:schemeClr>
                </a:solidFill>
              </a:rPr>
              <a:t>アドレスでは駄目でグローバル</a:t>
            </a:r>
            <a:r>
              <a:rPr lang="en-US" altLang="ja-JP" sz="2000" dirty="0">
                <a:solidFill>
                  <a:schemeClr val="bg1">
                    <a:lumMod val="65000"/>
                    <a:lumOff val="35000"/>
                  </a:schemeClr>
                </a:solidFill>
              </a:rPr>
              <a:t>IP</a:t>
            </a:r>
            <a:r>
              <a:rPr lang="ja-JP" altLang="en-US" sz="2000" dirty="0">
                <a:solidFill>
                  <a:schemeClr val="bg1">
                    <a:lumMod val="65000"/>
                    <a:lumOff val="35000"/>
                  </a:schemeClr>
                </a:solidFill>
              </a:rPr>
              <a:t>アドレスと言われるインターネット全体で一意の</a:t>
            </a:r>
            <a:r>
              <a:rPr lang="en-US" altLang="ja-JP" sz="2000" dirty="0">
                <a:solidFill>
                  <a:schemeClr val="bg1">
                    <a:lumMod val="65000"/>
                    <a:lumOff val="35000"/>
                  </a:schemeClr>
                </a:solidFill>
              </a:rPr>
              <a:t>IP</a:t>
            </a:r>
            <a:r>
              <a:rPr lang="ja-JP" altLang="en-US" sz="2000" dirty="0">
                <a:solidFill>
                  <a:schemeClr val="bg1">
                    <a:lumMod val="65000"/>
                    <a:lumOff val="35000"/>
                  </a:schemeClr>
                </a:solidFill>
              </a:rPr>
              <a:t>アドレスでなければなりません。</a:t>
            </a:r>
          </a:p>
        </p:txBody>
      </p:sp>
    </p:spTree>
    <p:extLst>
      <p:ext uri="{BB962C8B-B14F-4D97-AF65-F5344CB8AC3E}">
        <p14:creationId xmlns:p14="http://schemas.microsoft.com/office/powerpoint/2010/main" val="18919665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E9B96-8DA7-B641-5CBC-93708F19C8FB}"/>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10E3DBB3-9291-A071-6F6C-60BF3B7501B8}"/>
              </a:ext>
            </a:extLst>
          </p:cNvPr>
          <p:cNvSpPr>
            <a:spLocks noGrp="1"/>
          </p:cNvSpPr>
          <p:nvPr>
            <p:ph type="ctrTitle"/>
          </p:nvPr>
        </p:nvSpPr>
        <p:spPr>
          <a:xfrm>
            <a:off x="4892040" y="487679"/>
            <a:ext cx="7162800" cy="3291840"/>
          </a:xfrm>
        </p:spPr>
        <p:txBody>
          <a:bodyPr rtlCol="0"/>
          <a:lstStyle>
            <a:defPPr>
              <a:defRPr lang="ja-JP"/>
            </a:defPPr>
          </a:lstStyle>
          <a:p>
            <a:pPr algn="r" rtl="0"/>
            <a:r>
              <a:rPr lang="ja-JP" altLang="en-US" dirty="0"/>
              <a:t>グローバル</a:t>
            </a:r>
            <a:r>
              <a:rPr lang="en-US" altLang="ja-JP" dirty="0"/>
              <a:t>IP</a:t>
            </a:r>
            <a:r>
              <a:rPr lang="ja-JP" altLang="en-US" dirty="0"/>
              <a:t>アドレスの管理</a:t>
            </a:r>
            <a:endParaRPr lang="ja-JP" altLang="ja-JP" dirty="0"/>
          </a:p>
        </p:txBody>
      </p:sp>
    </p:spTree>
    <p:extLst>
      <p:ext uri="{BB962C8B-B14F-4D97-AF65-F5344CB8AC3E}">
        <p14:creationId xmlns:p14="http://schemas.microsoft.com/office/powerpoint/2010/main" val="355687698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F3AFF-A697-55AC-7FA9-B8CE0D3917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15AE9C-B86E-01FF-96BB-85274BF1A572}"/>
              </a:ext>
            </a:extLst>
          </p:cNvPr>
          <p:cNvSpPr>
            <a:spLocks noGrp="1"/>
          </p:cNvSpPr>
          <p:nvPr>
            <p:ph type="title"/>
          </p:nvPr>
        </p:nvSpPr>
        <p:spPr>
          <a:xfrm>
            <a:off x="594360" y="198408"/>
            <a:ext cx="10972800" cy="1574317"/>
          </a:xfrm>
        </p:spPr>
        <p:txBody>
          <a:bodyPr rtlCol="0" anchor="b">
            <a:normAutofit/>
          </a:bodyPr>
          <a:lstStyle>
            <a:defPPr>
              <a:defRPr lang="ja-JP"/>
            </a:defPPr>
          </a:lstStyle>
          <a:p>
            <a:pPr rtl="0"/>
            <a:r>
              <a:rPr lang="ja-JP" altLang="en-US" dirty="0"/>
              <a:t>他</a:t>
            </a:r>
            <a:r>
              <a:rPr lang="en-US" altLang="ja-JP" dirty="0"/>
              <a:t>LAN</a:t>
            </a:r>
            <a:r>
              <a:rPr lang="ja-JP" altLang="en-US" dirty="0"/>
              <a:t>へのアクセスについて</a:t>
            </a:r>
            <a:endParaRPr lang="ja-JP" altLang="ja-JP" dirty="0"/>
          </a:p>
        </p:txBody>
      </p:sp>
      <p:pic>
        <p:nvPicPr>
          <p:cNvPr id="12" name="図プレースホルダー 4">
            <a:extLst>
              <a:ext uri="{FF2B5EF4-FFF2-40B4-BE49-F238E27FC236}">
                <a16:creationId xmlns:a16="http://schemas.microsoft.com/office/drawing/2014/main" id="{49BDCEDB-3FE2-F6EA-4970-92BF14F61242}"/>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701612" y="2232720"/>
            <a:ext cx="6217347" cy="4041275"/>
          </a:xfrm>
          <a:noFill/>
        </p:spPr>
      </p:pic>
      <p:sp>
        <p:nvSpPr>
          <p:cNvPr id="3" name="テキスト プレースホルダー 2">
            <a:extLst>
              <a:ext uri="{FF2B5EF4-FFF2-40B4-BE49-F238E27FC236}">
                <a16:creationId xmlns:a16="http://schemas.microsoft.com/office/drawing/2014/main" id="{5572A6EE-3674-209E-4616-0721CE01B2B4}"/>
              </a:ext>
            </a:extLst>
          </p:cNvPr>
          <p:cNvSpPr>
            <a:spLocks noGrp="1"/>
          </p:cNvSpPr>
          <p:nvPr>
            <p:ph sz="quarter" idx="14"/>
          </p:nvPr>
        </p:nvSpPr>
        <p:spPr>
          <a:xfrm>
            <a:off x="7620000" y="1630679"/>
            <a:ext cx="3947160" cy="4643315"/>
          </a:xfrm>
        </p:spPr>
        <p:txBody>
          <a:bodyPr rtlCol="0">
            <a:normAutofit/>
          </a:bodyPr>
          <a:lstStyle>
            <a:defPPr>
              <a:defRPr lang="ja-JP"/>
            </a:defPPr>
          </a:lstStyle>
          <a:p>
            <a:pPr marL="0" indent="0">
              <a:buNone/>
            </a:pPr>
            <a:r>
              <a:rPr lang="en-US" altLang="ja-JP" b="1" dirty="0"/>
              <a:t>IP</a:t>
            </a:r>
            <a:r>
              <a:rPr lang="ja-JP" altLang="en-US" b="1" dirty="0"/>
              <a:t>アドレスがわかれば、</a:t>
            </a:r>
            <a:r>
              <a:rPr lang="en-US" altLang="ja-JP" b="1" dirty="0"/>
              <a:t>WAN</a:t>
            </a:r>
            <a:r>
              <a:rPr lang="ja-JP" altLang="en-US" b="1" dirty="0"/>
              <a:t>を介した他</a:t>
            </a:r>
            <a:r>
              <a:rPr lang="en-US" altLang="ja-JP" b="1" dirty="0"/>
              <a:t>LAN</a:t>
            </a:r>
            <a:r>
              <a:rPr lang="ja-JP" altLang="en-US" b="1" dirty="0"/>
              <a:t>へのアクセスもできます。</a:t>
            </a:r>
            <a:endParaRPr lang="en-US" altLang="ja-JP" b="1" dirty="0"/>
          </a:p>
          <a:p>
            <a:pPr marL="0" indent="0">
              <a:buNone/>
            </a:pPr>
            <a:r>
              <a:rPr lang="ja-JP" altLang="en-US" dirty="0"/>
              <a:t>ただ</a:t>
            </a:r>
            <a:r>
              <a:rPr lang="en-US" altLang="ja-JP" dirty="0"/>
              <a:t>LAN</a:t>
            </a:r>
            <a:r>
              <a:rPr lang="ja-JP" altLang="en-US" dirty="0"/>
              <a:t>内のみで有効なローカル</a:t>
            </a:r>
            <a:r>
              <a:rPr lang="en-US" altLang="ja-JP" dirty="0"/>
              <a:t>IP</a:t>
            </a:r>
            <a:r>
              <a:rPr lang="ja-JP" altLang="en-US" dirty="0"/>
              <a:t>アドレスでは駄目でグローバル</a:t>
            </a:r>
            <a:r>
              <a:rPr lang="en-US" altLang="ja-JP" dirty="0"/>
              <a:t>IP</a:t>
            </a:r>
            <a:r>
              <a:rPr lang="ja-JP" altLang="en-US" dirty="0"/>
              <a:t>アドレスと言われるインターネット全体で一意の</a:t>
            </a:r>
            <a:r>
              <a:rPr lang="en-US" altLang="ja-JP" dirty="0"/>
              <a:t>IP</a:t>
            </a:r>
            <a:r>
              <a:rPr lang="ja-JP" altLang="en-US" dirty="0"/>
              <a:t>アドレスでなければなりません。</a:t>
            </a:r>
            <a:endParaRPr lang="en-US" altLang="ja-JP" dirty="0"/>
          </a:p>
          <a:p>
            <a:pPr marL="0" indent="0">
              <a:buNone/>
            </a:pPr>
            <a:r>
              <a:rPr lang="ja-JP" altLang="en-US" dirty="0"/>
              <a:t>グローバル</a:t>
            </a:r>
            <a:r>
              <a:rPr lang="en-US" altLang="ja-JP" dirty="0"/>
              <a:t>IP</a:t>
            </a:r>
            <a:r>
              <a:rPr lang="ja-JP" altLang="en-US" dirty="0"/>
              <a:t>アドレスは勝手に設定する事はできず</a:t>
            </a:r>
            <a:r>
              <a:rPr lang="en-US" altLang="ja-JP" dirty="0"/>
              <a:t>IANA(ICANN</a:t>
            </a:r>
            <a:r>
              <a:rPr lang="ja-JP" altLang="en-US" dirty="0"/>
              <a:t>配下</a:t>
            </a:r>
            <a:r>
              <a:rPr lang="en-US" altLang="ja-JP" dirty="0"/>
              <a:t>)</a:t>
            </a:r>
            <a:r>
              <a:rPr lang="ja-JP" altLang="en-US" dirty="0"/>
              <a:t>という組織が管理していてそれを分配してというのを繰り返して</a:t>
            </a:r>
            <a:r>
              <a:rPr lang="en-US" altLang="ja-JP" dirty="0"/>
              <a:t>ISP(</a:t>
            </a:r>
            <a:r>
              <a:rPr lang="en-US" altLang="ja-JP" b="0" i="0" dirty="0">
                <a:solidFill>
                  <a:srgbClr val="0A0A0A"/>
                </a:solidFill>
                <a:effectLst/>
                <a:latin typeface="Arial" panose="020B0604020202020204" pitchFamily="34" charset="0"/>
              </a:rPr>
              <a:t>Internet Service Provider</a:t>
            </a:r>
            <a:r>
              <a:rPr lang="en-US" altLang="ja-JP" dirty="0"/>
              <a:t>)</a:t>
            </a:r>
            <a:r>
              <a:rPr lang="ja-JP" altLang="en-US" dirty="0"/>
              <a:t>まで行きそれをエンドユーザーに割り当てるという流れです。</a:t>
            </a:r>
            <a:endParaRPr lang="en-US" altLang="ja-JP" dirty="0"/>
          </a:p>
          <a:p>
            <a:pPr marL="0" indent="0">
              <a:buNone/>
            </a:pPr>
            <a:r>
              <a:rPr lang="ja-JP" altLang="en-US" dirty="0"/>
              <a:t>そのあたりも含めてネット回線契約をすることになります。</a:t>
            </a:r>
          </a:p>
        </p:txBody>
      </p:sp>
    </p:spTree>
    <p:extLst>
      <p:ext uri="{BB962C8B-B14F-4D97-AF65-F5344CB8AC3E}">
        <p14:creationId xmlns:p14="http://schemas.microsoft.com/office/powerpoint/2010/main" val="107623666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13FAF-8072-F403-1996-703A32B8CE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029BBC7-3CA4-A50C-8746-18C88AD14F64}"/>
              </a:ext>
            </a:extLst>
          </p:cNvPr>
          <p:cNvSpPr>
            <a:spLocks noGrp="1"/>
          </p:cNvSpPr>
          <p:nvPr>
            <p:ph type="title"/>
          </p:nvPr>
        </p:nvSpPr>
        <p:spPr>
          <a:xfrm>
            <a:off x="594360" y="202400"/>
            <a:ext cx="10972800" cy="1570325"/>
          </a:xfrm>
        </p:spPr>
        <p:txBody>
          <a:bodyPr rtlCol="0" anchor="b">
            <a:normAutofit/>
          </a:bodyPr>
          <a:lstStyle>
            <a:defPPr>
              <a:defRPr lang="ja-JP"/>
            </a:defPPr>
          </a:lstStyle>
          <a:p>
            <a:pPr rtl="0"/>
            <a:r>
              <a:rPr lang="ja-JP" altLang="en-US" dirty="0"/>
              <a:t>グローバル</a:t>
            </a:r>
            <a:r>
              <a:rPr lang="en-US" altLang="ja-JP" dirty="0"/>
              <a:t>IP</a:t>
            </a:r>
            <a:r>
              <a:rPr lang="ja-JP" altLang="en-US" dirty="0"/>
              <a:t>アドレスへのアクセス</a:t>
            </a:r>
            <a:endParaRPr lang="ja-JP" altLang="ja-JP" dirty="0"/>
          </a:p>
        </p:txBody>
      </p:sp>
      <p:graphicFrame>
        <p:nvGraphicFramePr>
          <p:cNvPr id="6" name="テキスト プレースホルダー 2">
            <a:extLst>
              <a:ext uri="{FF2B5EF4-FFF2-40B4-BE49-F238E27FC236}">
                <a16:creationId xmlns:a16="http://schemas.microsoft.com/office/drawing/2014/main" id="{F02749B6-15E5-C945-22D0-FE7093AD1AD7}"/>
              </a:ext>
            </a:extLst>
          </p:cNvPr>
          <p:cNvGraphicFramePr>
            <a:graphicFrameLocks noGrp="1"/>
          </p:cNvGraphicFramePr>
          <p:nvPr>
            <p:ph type="tbl" sz="quarter" idx="10"/>
            <p:extLst>
              <p:ext uri="{D42A27DB-BD31-4B8C-83A1-F6EECF244321}">
                <p14:modId xmlns:p14="http://schemas.microsoft.com/office/powerpoint/2010/main" val="1342526891"/>
              </p:ext>
            </p:extLst>
          </p:nvPr>
        </p:nvGraphicFramePr>
        <p:xfrm>
          <a:off x="594360" y="3429000"/>
          <a:ext cx="10972800" cy="283636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Rectangle 3">
            <a:extLst>
              <a:ext uri="{FF2B5EF4-FFF2-40B4-BE49-F238E27FC236}">
                <a16:creationId xmlns:a16="http://schemas.microsoft.com/office/drawing/2014/main" id="{5A7EA526-5293-B3FE-4F6C-F9389B4254A3}"/>
              </a:ext>
            </a:extLst>
          </p:cNvPr>
          <p:cNvSpPr txBox="1">
            <a:spLocks noChangeArrowheads="1"/>
          </p:cNvSpPr>
          <p:nvPr/>
        </p:nvSpPr>
        <p:spPr bwMode="auto">
          <a:xfrm>
            <a:off x="1691640" y="2651760"/>
            <a:ext cx="9776460" cy="77724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lnSpcReduction="10000"/>
          </a:bodyPr>
          <a:lstStyle>
            <a:lvl1pPr marL="228600" indent="-283464" algn="l" defTabSz="914400" rtl="0" eaLnBrk="1" latinLnBrk="0" hangingPunct="1">
              <a:lnSpc>
                <a:spcPct val="90000"/>
              </a:lnSpc>
              <a:spcBef>
                <a:spcPts val="1000"/>
              </a:spcBef>
              <a:buFont typeface="Arial" panose="020B0604020202020204" pitchFamily="34" charset="0"/>
              <a:buChar char="•"/>
              <a:defRPr kumimoji="1" lang="ja-JP" sz="2800" b="0" i="0" kern="1200">
                <a:solidFill>
                  <a:schemeClr val="bg1"/>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500"/>
              </a:spcBef>
              <a:buFont typeface="Arial" panose="020B0604020202020204" pitchFamily="34" charset="0"/>
              <a:buChar char="•"/>
              <a:defRPr kumimoji="1" lang="ja-JP" sz="24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lang="ja-JP" sz="18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lang="ja-JP" sz="18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pPr marL="0" indent="0" eaLnBrk="0" fontAlgn="base" hangingPunct="0">
              <a:spcBef>
                <a:spcPct val="0"/>
              </a:spcBef>
              <a:spcAft>
                <a:spcPts val="600"/>
              </a:spcAft>
              <a:buFontTx/>
              <a:buNone/>
            </a:pPr>
            <a:r>
              <a:rPr kumimoji="0" lang="ja-JP" altLang="en-US" dirty="0"/>
              <a:t>グローバル</a:t>
            </a:r>
            <a:r>
              <a:rPr kumimoji="0" lang="en-US" altLang="ja-JP" dirty="0"/>
              <a:t>IP</a:t>
            </a:r>
            <a:r>
              <a:rPr kumimoji="0" lang="ja-JP" altLang="en-US" dirty="0"/>
              <a:t>アドレスへは主に下記</a:t>
            </a:r>
            <a:r>
              <a:rPr kumimoji="0" lang="en-US" altLang="ja-JP" dirty="0"/>
              <a:t>2</a:t>
            </a:r>
            <a:r>
              <a:rPr kumimoji="0" lang="ja-JP" altLang="en-US" dirty="0"/>
              <a:t>種類の方法を用いることにより容易にアクセスする事ができます。</a:t>
            </a:r>
          </a:p>
        </p:txBody>
      </p:sp>
    </p:spTree>
    <p:extLst>
      <p:ext uri="{BB962C8B-B14F-4D97-AF65-F5344CB8AC3E}">
        <p14:creationId xmlns:p14="http://schemas.microsoft.com/office/powerpoint/2010/main" val="355153699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DA1E-A2FE-D097-FAB2-77E983F2F2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13FD22-F2D0-1C03-889D-7399717EA25D}"/>
              </a:ext>
            </a:extLst>
          </p:cNvPr>
          <p:cNvSpPr>
            <a:spLocks noGrp="1"/>
          </p:cNvSpPr>
          <p:nvPr>
            <p:ph type="title"/>
          </p:nvPr>
        </p:nvSpPr>
        <p:spPr>
          <a:xfrm>
            <a:off x="594360" y="102875"/>
            <a:ext cx="10873740" cy="1680205"/>
          </a:xfrm>
        </p:spPr>
        <p:txBody>
          <a:bodyPr rtlCol="0" anchor="b">
            <a:normAutofit/>
          </a:bodyPr>
          <a:lstStyle>
            <a:defPPr>
              <a:defRPr lang="ja-JP"/>
            </a:defPPr>
          </a:lstStyle>
          <a:p>
            <a:pPr lvl="0"/>
            <a:r>
              <a:rPr lang="en-US" altLang="ja-JP" dirty="0"/>
              <a:t>DNS</a:t>
            </a:r>
            <a:r>
              <a:rPr lang="ja-JP" altLang="en-US" dirty="0"/>
              <a:t>を利用したドメインでのアクセス</a:t>
            </a:r>
            <a:endParaRPr lang="en-US" altLang="ja-JP" dirty="0"/>
          </a:p>
        </p:txBody>
      </p:sp>
      <p:sp>
        <p:nvSpPr>
          <p:cNvPr id="8" name="Rectangle 3">
            <a:extLst>
              <a:ext uri="{FF2B5EF4-FFF2-40B4-BE49-F238E27FC236}">
                <a16:creationId xmlns:a16="http://schemas.microsoft.com/office/drawing/2014/main" id="{6FE3E0E0-4574-9E38-78DB-CDC334684ED5}"/>
              </a:ext>
            </a:extLst>
          </p:cNvPr>
          <p:cNvSpPr>
            <a:spLocks noGrp="1" noChangeArrowheads="1"/>
          </p:cNvSpPr>
          <p:nvPr>
            <p:ph sz="quarter" idx="13"/>
          </p:nvPr>
        </p:nvSpPr>
        <p:spPr bwMode="auto">
          <a:xfrm>
            <a:off x="3657600" y="2282008"/>
            <a:ext cx="7810500" cy="3699328"/>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None/>
              <a:tabLst/>
            </a:pPr>
            <a:r>
              <a:rPr kumimoji="0" lang="ja-JP" altLang="ja-JP" b="0" i="0" u="none" strike="noStrike" cap="none" normalizeH="0" baseline="0" dirty="0">
                <a:ln>
                  <a:noFill/>
                </a:ln>
                <a:effectLst/>
              </a:rPr>
              <a:t>IPv4のグローバルIPアドレスは枯渇が進んでおり、その解決策としてIPv6が開発されました</a:t>
            </a:r>
            <a:r>
              <a:rPr kumimoji="0" lang="ja-JP" altLang="en-US" b="0" i="0" u="none" strike="noStrike" cap="none" normalizeH="0" baseline="0" dirty="0">
                <a:ln>
                  <a:noFill/>
                </a:ln>
                <a:effectLst/>
              </a:rPr>
              <a:t>が</a:t>
            </a:r>
            <a:r>
              <a:rPr kumimoji="0" lang="ja-JP" altLang="ja-JP" b="0" i="0" u="none" strike="noStrike" cap="none" normalizeH="0" baseline="0" dirty="0">
                <a:ln>
                  <a:noFill/>
                </a:ln>
                <a:effectLst/>
              </a:rPr>
              <a:t>現在でもIPv4は、</a:t>
            </a:r>
            <a:r>
              <a:rPr kumimoji="0" lang="ja-JP" altLang="en-US" b="0" i="0" u="none" strike="noStrike" cap="none" normalizeH="0" baseline="0" dirty="0">
                <a:ln>
                  <a:noFill/>
                </a:ln>
                <a:effectLst/>
              </a:rPr>
              <a:t>節約をして</a:t>
            </a:r>
            <a:r>
              <a:rPr kumimoji="0" lang="ja-JP" altLang="ja-JP" b="0" i="0" u="none" strike="noStrike" cap="none" normalizeH="0" baseline="0" dirty="0">
                <a:ln>
                  <a:noFill/>
                </a:ln>
                <a:effectLst/>
              </a:rPr>
              <a:t>工夫しながら使い続けられています。</a:t>
            </a: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endParaRPr kumimoji="0" lang="ja-JP"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r>
              <a:rPr kumimoji="0" lang="ja-JP" altLang="ja-JP" b="0" i="0" u="none" strike="noStrike" cap="none" normalizeH="0" baseline="0" dirty="0">
                <a:ln>
                  <a:noFill/>
                </a:ln>
                <a:effectLst/>
              </a:rPr>
              <a:t>その一環として、グローバルIPアドレスは接続している間だけユーザーに動的に割り当てられ、切断されると回収・再利用されます。</a:t>
            </a:r>
            <a:r>
              <a:rPr kumimoji="0" lang="en-US" altLang="ja-JP" b="0" i="0" u="none" strike="noStrike" cap="none" normalizeH="0" baseline="0" dirty="0">
                <a:ln>
                  <a:noFill/>
                </a:ln>
                <a:effectLst/>
              </a:rPr>
              <a:t>(</a:t>
            </a:r>
            <a:r>
              <a:rPr lang="ja-JP" altLang="en-US" dirty="0"/>
              <a:t>動的グローバル</a:t>
            </a:r>
            <a:r>
              <a:rPr lang="en-US" altLang="ja-JP" dirty="0"/>
              <a:t>IP</a:t>
            </a:r>
            <a:r>
              <a:rPr lang="ja-JP" altLang="en-US" dirty="0"/>
              <a:t>アドレス</a:t>
            </a:r>
            <a:r>
              <a:rPr kumimoji="0" lang="en-US" altLang="ja-JP" b="0" i="0" u="none" strike="noStrike" cap="none" normalizeH="0" baseline="0" dirty="0">
                <a:ln>
                  <a:noFill/>
                </a:ln>
                <a:effectLst/>
              </a:rPr>
              <a:t>)</a:t>
            </a:r>
          </a:p>
          <a:p>
            <a:pPr marL="0" marR="0" lvl="0" indent="0" defTabSz="914400" rtl="0" eaLnBrk="0" fontAlgn="base" latinLnBrk="0" hangingPunct="0">
              <a:spcBef>
                <a:spcPct val="0"/>
              </a:spcBef>
              <a:spcAft>
                <a:spcPts val="600"/>
              </a:spcAft>
              <a:buClrTx/>
              <a:buSzTx/>
              <a:buFontTx/>
              <a:buNone/>
              <a:tabLst/>
            </a:pPr>
            <a:endParaRPr kumimoji="0" lang="ja-JP"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r>
              <a:rPr kumimoji="0" lang="ja-JP" altLang="ja-JP" b="0" i="0" u="none" strike="noStrike" cap="none" normalizeH="0" baseline="0" dirty="0">
                <a:ln>
                  <a:noFill/>
                </a:ln>
                <a:effectLst/>
              </a:rPr>
              <a:t>接続先のIPアドレスが変わる環境でも、DNSを利用することでドメイン名から現在のIPアドレスを取得でき、ユーザーはIPアドレスの変更を意識することなく通信が可能になっています。</a:t>
            </a:r>
          </a:p>
        </p:txBody>
      </p:sp>
    </p:spTree>
    <p:extLst>
      <p:ext uri="{BB962C8B-B14F-4D97-AF65-F5344CB8AC3E}">
        <p14:creationId xmlns:p14="http://schemas.microsoft.com/office/powerpoint/2010/main" val="25841380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F517B-E8AF-684F-F131-F30EDBD0C92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2CF7336-7F46-F9AF-9CA9-400AAD37C13F}"/>
              </a:ext>
            </a:extLst>
          </p:cNvPr>
          <p:cNvSpPr>
            <a:spLocks noGrp="1"/>
          </p:cNvSpPr>
          <p:nvPr>
            <p:ph type="title"/>
          </p:nvPr>
        </p:nvSpPr>
        <p:spPr>
          <a:xfrm>
            <a:off x="594360" y="102875"/>
            <a:ext cx="10873740" cy="1680205"/>
          </a:xfrm>
        </p:spPr>
        <p:txBody>
          <a:bodyPr rtlCol="0" anchor="b">
            <a:normAutofit/>
          </a:bodyPr>
          <a:lstStyle>
            <a:defPPr>
              <a:defRPr lang="ja-JP"/>
            </a:defPPr>
          </a:lstStyle>
          <a:p>
            <a:pPr lvl="0"/>
            <a:r>
              <a:rPr lang="en-US" altLang="ja-JP" dirty="0"/>
              <a:t>IP</a:t>
            </a:r>
            <a:r>
              <a:rPr lang="ja-JP" altLang="en-US" dirty="0"/>
              <a:t>アドレスを固定する</a:t>
            </a:r>
            <a:endParaRPr lang="en-US" altLang="ja-JP" dirty="0"/>
          </a:p>
        </p:txBody>
      </p:sp>
      <p:sp>
        <p:nvSpPr>
          <p:cNvPr id="8" name="Rectangle 3">
            <a:extLst>
              <a:ext uri="{FF2B5EF4-FFF2-40B4-BE49-F238E27FC236}">
                <a16:creationId xmlns:a16="http://schemas.microsoft.com/office/drawing/2014/main" id="{6EE1BE11-A5EA-C5EA-6B48-B29A5B6E79B6}"/>
              </a:ext>
            </a:extLst>
          </p:cNvPr>
          <p:cNvSpPr>
            <a:spLocks noGrp="1" noChangeArrowheads="1"/>
          </p:cNvSpPr>
          <p:nvPr>
            <p:ph sz="quarter" idx="13"/>
          </p:nvPr>
        </p:nvSpPr>
        <p:spPr bwMode="auto">
          <a:xfrm>
            <a:off x="3657600" y="2282008"/>
            <a:ext cx="7810500" cy="3699328"/>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None/>
              <a:tabLst/>
            </a:pPr>
            <a:r>
              <a:rPr kumimoji="0" lang="en-US" altLang="ja-JP" b="0" i="0" u="none" strike="noStrike" cap="none" normalizeH="0" baseline="0" dirty="0">
                <a:ln>
                  <a:noFill/>
                </a:ln>
                <a:effectLst/>
              </a:rPr>
              <a:t>ISP</a:t>
            </a:r>
            <a:r>
              <a:rPr kumimoji="0" lang="ja-JP" altLang="en-US" b="0" i="0" u="none" strike="noStrike" cap="none" normalizeH="0" baseline="0" dirty="0">
                <a:ln>
                  <a:noFill/>
                </a:ln>
                <a:effectLst/>
              </a:rPr>
              <a:t>との契約によってグローバル</a:t>
            </a:r>
            <a:r>
              <a:rPr kumimoji="0" lang="en-US" altLang="ja-JP" b="0" i="0" u="none" strike="noStrike" cap="none" normalizeH="0" baseline="0" dirty="0">
                <a:ln>
                  <a:noFill/>
                </a:ln>
                <a:effectLst/>
              </a:rPr>
              <a:t>IP</a:t>
            </a:r>
            <a:r>
              <a:rPr kumimoji="0" lang="ja-JP" altLang="en-US" b="0" i="0" u="none" strike="noStrike" cap="none" normalizeH="0" baseline="0" dirty="0">
                <a:ln>
                  <a:noFill/>
                </a:ln>
                <a:effectLst/>
              </a:rPr>
              <a:t>アドレスを固定化できます。</a:t>
            </a: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r>
              <a:rPr kumimoji="0" lang="ja-JP" altLang="en-US" b="0" i="0" u="none" strike="noStrike" cap="none" normalizeH="0" baseline="0" dirty="0">
                <a:ln>
                  <a:noFill/>
                </a:ln>
                <a:effectLst/>
              </a:rPr>
              <a:t>それによりドメインがなくても</a:t>
            </a:r>
            <a:r>
              <a:rPr kumimoji="0" lang="en-US" altLang="ja-JP" b="0" i="0" u="none" strike="noStrike" cap="none" normalizeH="0" baseline="0" dirty="0">
                <a:ln>
                  <a:noFill/>
                </a:ln>
                <a:effectLst/>
              </a:rPr>
              <a:t>WAN</a:t>
            </a:r>
            <a:r>
              <a:rPr kumimoji="0" lang="ja-JP" altLang="en-US" b="0" i="0" u="none" strike="noStrike" cap="none" normalizeH="0" baseline="0" dirty="0">
                <a:ln>
                  <a:noFill/>
                </a:ln>
                <a:effectLst/>
              </a:rPr>
              <a:t>経由で外部からアクセスする事が可能になります。</a:t>
            </a: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ja-JP" altLang="en-US" b="0" i="0" u="none" strike="noStrike" cap="none" normalizeH="0" baseline="0" dirty="0">
                <a:ln>
                  <a:noFill/>
                </a:ln>
                <a:effectLst/>
              </a:rPr>
              <a:t>法人契約だとプランによっては付属する事もあるそうで個人の場合はオプションになるようです。</a:t>
            </a: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ja-JP" altLang="en-US" dirty="0"/>
              <a:t>ローカルでサーバーを立てて外部からアクセスしたいという変態の方は検討してみて下さい。</a:t>
            </a:r>
            <a:endParaRPr kumimoji="0" lang="ja-JP" altLang="ja-JP" b="0" i="0" u="none" strike="noStrike" cap="none" normalizeH="0" baseline="0" dirty="0">
              <a:ln>
                <a:noFill/>
              </a:ln>
              <a:effectLst/>
            </a:endParaRPr>
          </a:p>
        </p:txBody>
      </p:sp>
    </p:spTree>
    <p:extLst>
      <p:ext uri="{BB962C8B-B14F-4D97-AF65-F5344CB8AC3E}">
        <p14:creationId xmlns:p14="http://schemas.microsoft.com/office/powerpoint/2010/main" val="41636048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D88EB-17A8-082B-45BD-DFEB19877FA5}"/>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0E673615-BCC7-D9A3-F53E-EED8783E03E8}"/>
              </a:ext>
            </a:extLst>
          </p:cNvPr>
          <p:cNvSpPr>
            <a:spLocks noGrp="1"/>
          </p:cNvSpPr>
          <p:nvPr>
            <p:ph type="ctrTitle"/>
          </p:nvPr>
        </p:nvSpPr>
        <p:spPr>
          <a:xfrm>
            <a:off x="4892040" y="487679"/>
            <a:ext cx="7162800" cy="3291840"/>
          </a:xfrm>
        </p:spPr>
        <p:txBody>
          <a:bodyPr rtlCol="0"/>
          <a:lstStyle>
            <a:defPPr>
              <a:defRPr lang="ja-JP"/>
            </a:defPPr>
          </a:lstStyle>
          <a:p>
            <a:pPr algn="r" rtl="0"/>
            <a:r>
              <a:rPr lang="en-US" altLang="ja-JP" dirty="0"/>
              <a:t>IPv4</a:t>
            </a:r>
            <a:r>
              <a:rPr lang="ja-JP" altLang="en-US" dirty="0"/>
              <a:t>アドレスの詳細</a:t>
            </a:r>
            <a:endParaRPr lang="ja-JP" altLang="ja-JP" dirty="0"/>
          </a:p>
        </p:txBody>
      </p:sp>
    </p:spTree>
    <p:extLst>
      <p:ext uri="{BB962C8B-B14F-4D97-AF65-F5344CB8AC3E}">
        <p14:creationId xmlns:p14="http://schemas.microsoft.com/office/powerpoint/2010/main" val="33185506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4BB0F-FCB3-5928-DA37-494C1ED9833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4F4D0C-9A4D-48CE-0B31-3F95F13FF3B0}"/>
              </a:ext>
            </a:extLst>
          </p:cNvPr>
          <p:cNvSpPr>
            <a:spLocks noGrp="1"/>
          </p:cNvSpPr>
          <p:nvPr>
            <p:ph type="title"/>
          </p:nvPr>
        </p:nvSpPr>
        <p:spPr>
          <a:xfrm>
            <a:off x="575310" y="278129"/>
            <a:ext cx="5063490" cy="2354026"/>
          </a:xfrm>
        </p:spPr>
        <p:txBody>
          <a:bodyPr rtlCol="0" anchor="b">
            <a:normAutofit/>
          </a:bodyPr>
          <a:lstStyle>
            <a:defPPr>
              <a:defRPr lang="ja-JP"/>
            </a:defPPr>
          </a:lstStyle>
          <a:p>
            <a:pPr rtl="0"/>
            <a:r>
              <a:rPr lang="en-US" altLang="ja-JP" dirty="0"/>
              <a:t>IPv4</a:t>
            </a:r>
            <a:r>
              <a:rPr lang="ja-JP" altLang="en-US" dirty="0"/>
              <a:t>アドレスの詳細</a:t>
            </a:r>
            <a:endParaRPr lang="ja-JP" altLang="ja-JP" dirty="0"/>
          </a:p>
        </p:txBody>
      </p:sp>
      <p:sp>
        <p:nvSpPr>
          <p:cNvPr id="3" name="テキスト プレースホルダー 2">
            <a:extLst>
              <a:ext uri="{FF2B5EF4-FFF2-40B4-BE49-F238E27FC236}">
                <a16:creationId xmlns:a16="http://schemas.microsoft.com/office/drawing/2014/main" id="{7CF7FA85-758C-A696-49E7-90E5738A090D}"/>
              </a:ext>
            </a:extLst>
          </p:cNvPr>
          <p:cNvSpPr>
            <a:spLocks noGrp="1"/>
          </p:cNvSpPr>
          <p:nvPr>
            <p:ph sz="quarter" idx="16"/>
          </p:nvPr>
        </p:nvSpPr>
        <p:spPr>
          <a:xfrm>
            <a:off x="594360" y="3279579"/>
            <a:ext cx="5044440" cy="2994415"/>
          </a:xfrm>
        </p:spPr>
        <p:txBody>
          <a:bodyPr rtlCol="0">
            <a:normAutofit fontScale="92500" lnSpcReduction="20000"/>
          </a:bodyPr>
          <a:lstStyle>
            <a:defPPr>
              <a:defRPr lang="ja-JP"/>
            </a:defPPr>
          </a:lstStyle>
          <a:p>
            <a:r>
              <a:rPr lang="en-US" altLang="ja-JP" sz="1900" b="1" dirty="0"/>
              <a:t>IP</a:t>
            </a:r>
            <a:r>
              <a:rPr lang="ja-JP" altLang="en-US" sz="1900" b="1" dirty="0"/>
              <a:t>アドレスには多くの情報が含まれていて前提として下記の内容は把握しておく必要があるので見ていきましょう。</a:t>
            </a:r>
            <a:endParaRPr lang="en-US" altLang="ja-JP" sz="1900" b="1" dirty="0"/>
          </a:p>
          <a:p>
            <a:pPr marL="342900" indent="-342900">
              <a:buFont typeface="Arial" panose="020B0604020202020204" pitchFamily="34" charset="0"/>
              <a:buChar char="•"/>
            </a:pPr>
            <a:r>
              <a:rPr lang="en-US" altLang="ja-JP" sz="1900" b="1" dirty="0"/>
              <a:t>IP</a:t>
            </a:r>
            <a:r>
              <a:rPr lang="ja-JP" altLang="en-US" sz="1900" b="1" dirty="0"/>
              <a:t>アドレスとは</a:t>
            </a:r>
            <a:r>
              <a:rPr lang="en-US" altLang="ja-JP" sz="1900" b="1" dirty="0"/>
              <a:t>?</a:t>
            </a:r>
          </a:p>
          <a:p>
            <a:pPr marL="342900" indent="-342900">
              <a:buFont typeface="Arial" panose="020B0604020202020204" pitchFamily="34" charset="0"/>
              <a:buChar char="•"/>
            </a:pPr>
            <a:r>
              <a:rPr lang="ja-JP" altLang="en-US" sz="1900" b="1" dirty="0"/>
              <a:t>サブネットマスク</a:t>
            </a:r>
            <a:r>
              <a:rPr lang="en-US" altLang="ja-JP" sz="1900" b="1" dirty="0"/>
              <a:t>(</a:t>
            </a:r>
            <a:r>
              <a:rPr lang="ja-JP" altLang="en-US" sz="1900" b="1" dirty="0"/>
              <a:t>プレフィックス長</a:t>
            </a:r>
            <a:r>
              <a:rPr lang="en-US" altLang="ja-JP" sz="1900" b="1" dirty="0"/>
              <a:t>)</a:t>
            </a:r>
            <a:r>
              <a:rPr lang="ja-JP" altLang="en-US" sz="1900" b="1" dirty="0"/>
              <a:t>とは</a:t>
            </a:r>
            <a:r>
              <a:rPr lang="en-US" altLang="ja-JP" sz="1900" b="1" dirty="0"/>
              <a:t>?</a:t>
            </a:r>
          </a:p>
          <a:p>
            <a:pPr marL="342900" indent="-342900">
              <a:buFont typeface="Arial" panose="020B0604020202020204" pitchFamily="34" charset="0"/>
              <a:buChar char="•"/>
            </a:pPr>
            <a:r>
              <a:rPr lang="ja-JP" altLang="en-US" sz="1900" b="1" dirty="0"/>
              <a:t>ホスト部とネットワーク部</a:t>
            </a:r>
            <a:endParaRPr lang="en-US" altLang="ja-JP" sz="1900" b="1" dirty="0"/>
          </a:p>
          <a:p>
            <a:pPr marL="342900" indent="-342900">
              <a:buFont typeface="Arial" panose="020B0604020202020204" pitchFamily="34" charset="0"/>
              <a:buChar char="•"/>
            </a:pPr>
            <a:r>
              <a:rPr lang="ja-JP" altLang="en-US" sz="1900" b="1" dirty="0"/>
              <a:t>特別な</a:t>
            </a:r>
            <a:r>
              <a:rPr lang="en-US" altLang="ja-JP" sz="1900" b="1" dirty="0"/>
              <a:t>IP</a:t>
            </a:r>
            <a:r>
              <a:rPr lang="ja-JP" altLang="en-US" sz="1900" b="1" dirty="0"/>
              <a:t>アドレス</a:t>
            </a:r>
            <a:endParaRPr lang="en-US" altLang="ja-JP" sz="1900" b="1" dirty="0"/>
          </a:p>
          <a:p>
            <a:pPr marL="342900" indent="-342900">
              <a:buFont typeface="Arial" panose="020B0604020202020204" pitchFamily="34" charset="0"/>
              <a:buChar char="•"/>
            </a:pPr>
            <a:r>
              <a:rPr lang="ja-JP" altLang="en-US" sz="1900" b="1" dirty="0"/>
              <a:t>クラスについて</a:t>
            </a:r>
            <a:endParaRPr lang="en-US" altLang="ja-JP" sz="1900" b="1" dirty="0"/>
          </a:p>
          <a:p>
            <a:endParaRPr lang="ja-JP" altLang="en-US" sz="1900" dirty="0"/>
          </a:p>
        </p:txBody>
      </p:sp>
      <p:pic>
        <p:nvPicPr>
          <p:cNvPr id="12" name="図プレースホルダー 4" descr="店の名前が書いてある｜｜｜ｐ&#10;&#10;低い精度で自動的に生成された説明">
            <a:extLst>
              <a:ext uri="{FF2B5EF4-FFF2-40B4-BE49-F238E27FC236}">
                <a16:creationId xmlns:a16="http://schemas.microsoft.com/office/drawing/2014/main" id="{B6A40B86-49B3-6DA6-7A6F-209ED7894430}"/>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b="7244"/>
          <a:stretch>
            <a:fillRect/>
          </a:stretch>
        </p:blipFill>
        <p:spPr>
          <a:xfrm>
            <a:off x="6096000" y="10"/>
            <a:ext cx="6118225" cy="6857990"/>
          </a:xfrm>
          <a:noFill/>
        </p:spPr>
      </p:pic>
    </p:spTree>
    <p:extLst>
      <p:ext uri="{BB962C8B-B14F-4D97-AF65-F5344CB8AC3E}">
        <p14:creationId xmlns:p14="http://schemas.microsoft.com/office/powerpoint/2010/main" val="34479528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4BF1F-88C9-9A16-F250-4AAFBD7EA89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F48EBD-56DC-203B-3839-01CD2C01EF13}"/>
              </a:ext>
            </a:extLst>
          </p:cNvPr>
          <p:cNvSpPr>
            <a:spLocks noGrp="1"/>
          </p:cNvSpPr>
          <p:nvPr>
            <p:ph type="title"/>
          </p:nvPr>
        </p:nvSpPr>
        <p:spPr>
          <a:xfrm>
            <a:off x="6318885" y="3499667"/>
            <a:ext cx="4939666" cy="2542810"/>
          </a:xfrm>
        </p:spPr>
        <p:txBody>
          <a:bodyPr rtlCol="0" anchor="b">
            <a:normAutofit/>
          </a:bodyPr>
          <a:lstStyle>
            <a:defPPr>
              <a:defRPr lang="ja-JP"/>
            </a:defPPr>
          </a:lstStyle>
          <a:p>
            <a:pPr lvl="0"/>
            <a:r>
              <a:rPr lang="en-US" altLang="ja-JP" dirty="0"/>
              <a:t>IPv4</a:t>
            </a:r>
            <a:r>
              <a:rPr lang="ja-JP" altLang="en-US" dirty="0"/>
              <a:t>アドレスとは</a:t>
            </a:r>
            <a:r>
              <a:rPr lang="en-US" altLang="ja-JP" dirty="0"/>
              <a:t>?</a:t>
            </a:r>
          </a:p>
        </p:txBody>
      </p:sp>
      <p:pic>
        <p:nvPicPr>
          <p:cNvPr id="4" name="図 3" descr="挿絵, 記号 が含まれている画像&#10;&#10;自動的に生成された説明">
            <a:extLst>
              <a:ext uri="{FF2B5EF4-FFF2-40B4-BE49-F238E27FC236}">
                <a16:creationId xmlns:a16="http://schemas.microsoft.com/office/drawing/2014/main" id="{23A903C0-73AD-2FDB-1158-76ECD3F757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3885" y="1141882"/>
            <a:ext cx="5198269" cy="935688"/>
          </a:xfrm>
          <a:prstGeom prst="rect">
            <a:avLst/>
          </a:prstGeom>
          <a:noFill/>
        </p:spPr>
      </p:pic>
      <p:sp>
        <p:nvSpPr>
          <p:cNvPr id="8" name="Rectangle 3">
            <a:extLst>
              <a:ext uri="{FF2B5EF4-FFF2-40B4-BE49-F238E27FC236}">
                <a16:creationId xmlns:a16="http://schemas.microsoft.com/office/drawing/2014/main" id="{F02A1EA7-7EFF-C778-9E91-BE100AAD0B0E}"/>
              </a:ext>
            </a:extLst>
          </p:cNvPr>
          <p:cNvSpPr>
            <a:spLocks noGrp="1" noChangeArrowheads="1"/>
          </p:cNvSpPr>
          <p:nvPr>
            <p:ph sz="quarter" idx="15"/>
          </p:nvPr>
        </p:nvSpPr>
        <p:spPr bwMode="auto">
          <a:xfrm>
            <a:off x="594360" y="2810595"/>
            <a:ext cx="5198269" cy="3319513"/>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None/>
              <a:tabLst/>
            </a:pPr>
            <a:r>
              <a:rPr lang="ja-JP" altLang="en-US" dirty="0"/>
              <a:t>上の画像のような値で</a:t>
            </a:r>
            <a:r>
              <a:rPr lang="en-US" altLang="ja-JP" b="1" dirty="0"/>
              <a:t>32</a:t>
            </a:r>
            <a:r>
              <a:rPr lang="ja-JP" altLang="en-US" b="1" dirty="0"/>
              <a:t>ビット</a:t>
            </a:r>
            <a:r>
              <a:rPr lang="ja-JP" altLang="en-US" dirty="0"/>
              <a:t>で構成されるアドレスで</a:t>
            </a:r>
            <a:r>
              <a:rPr lang="en-US" altLang="ja-JP" dirty="0"/>
              <a:t>8</a:t>
            </a:r>
            <a:r>
              <a:rPr lang="ja-JP" altLang="en-US" dirty="0"/>
              <a:t>ビットごとに区切り、</a:t>
            </a:r>
            <a:r>
              <a:rPr lang="en-US" altLang="ja-JP" dirty="0"/>
              <a:t>10</a:t>
            </a:r>
            <a:r>
              <a:rPr lang="ja-JP" altLang="en-US" dirty="0"/>
              <a:t>進数で表記されます。</a:t>
            </a:r>
            <a:endParaRPr kumimoji="0" lang="en-US" altLang="ja-JP" b="0" i="0" u="none" strike="noStrike" cap="none" normalizeH="0" baseline="0" dirty="0">
              <a:ln>
                <a:noFill/>
              </a:ln>
              <a:effectLst/>
            </a:endParaRPr>
          </a:p>
          <a:p>
            <a:pPr marL="0" indent="0" eaLnBrk="0" fontAlgn="base" hangingPunct="0">
              <a:spcBef>
                <a:spcPct val="0"/>
              </a:spcBef>
              <a:spcAft>
                <a:spcPts val="600"/>
              </a:spcAft>
              <a:buNone/>
            </a:pPr>
            <a:r>
              <a:rPr lang="en-US" altLang="ja-JP" dirty="0"/>
              <a:t>IP</a:t>
            </a:r>
            <a:r>
              <a:rPr lang="ja-JP" altLang="en-US" dirty="0"/>
              <a:t>アドレスにプレフィックス長を使って所属しているネットワークを知ることができます。</a:t>
            </a:r>
            <a:endParaRPr kumimoji="0" lang="ja-JP" altLang="ja-JP"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r>
              <a:rPr kumimoji="0" lang="ja-JP" altLang="en-US" dirty="0"/>
              <a:t>ドットで区切られている単位</a:t>
            </a:r>
            <a:r>
              <a:rPr kumimoji="0" lang="en-US" altLang="ja-JP" dirty="0"/>
              <a:t>(8</a:t>
            </a:r>
            <a:r>
              <a:rPr kumimoji="0" lang="ja-JP" altLang="en-US" dirty="0"/>
              <a:t>ビット毎</a:t>
            </a:r>
            <a:r>
              <a:rPr kumimoji="0" lang="en-US" altLang="ja-JP" dirty="0"/>
              <a:t>)</a:t>
            </a:r>
            <a:r>
              <a:rPr kumimoji="0" lang="ja-JP" altLang="en-US" dirty="0"/>
              <a:t>をオクテットと呼ぶ事により区切られたどこを指すか伝えやすくなります。</a:t>
            </a: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ja-JP" altLang="en-US" b="0" i="0" u="none" strike="noStrike" cap="none" normalizeH="0" baseline="0" dirty="0">
                <a:ln>
                  <a:noFill/>
                </a:ln>
                <a:effectLst/>
              </a:rPr>
              <a:t>左から第一オクテットと呼ばれ</a:t>
            </a:r>
            <a:r>
              <a:rPr kumimoji="0" lang="ja-JP" altLang="en-US" dirty="0"/>
              <a:t>第</a:t>
            </a:r>
            <a:r>
              <a:rPr kumimoji="0" lang="en-US" altLang="ja-JP" dirty="0"/>
              <a:t>2,</a:t>
            </a:r>
            <a:r>
              <a:rPr kumimoji="0" lang="ja-JP" altLang="en-US" dirty="0"/>
              <a:t>第</a:t>
            </a:r>
            <a:r>
              <a:rPr kumimoji="0" lang="en-US" altLang="ja-JP" dirty="0"/>
              <a:t>3</a:t>
            </a:r>
            <a:r>
              <a:rPr kumimoji="0" lang="ja-JP" altLang="en-US" dirty="0"/>
              <a:t>と続き一番右が第</a:t>
            </a:r>
            <a:r>
              <a:rPr kumimoji="0" lang="en-US" altLang="ja-JP" dirty="0"/>
              <a:t>4</a:t>
            </a:r>
            <a:r>
              <a:rPr kumimoji="0" lang="ja-JP" altLang="en-US" dirty="0"/>
              <a:t>オクテットとなります。</a:t>
            </a:r>
            <a:endParaRPr kumimoji="0" lang="ja-JP" altLang="ja-JP" b="0" i="0" u="none" strike="noStrike" cap="none" normalizeH="0" baseline="0" dirty="0">
              <a:ln>
                <a:noFill/>
              </a:ln>
              <a:effectLst/>
            </a:endParaRPr>
          </a:p>
        </p:txBody>
      </p:sp>
    </p:spTree>
    <p:extLst>
      <p:ext uri="{BB962C8B-B14F-4D97-AF65-F5344CB8AC3E}">
        <p14:creationId xmlns:p14="http://schemas.microsoft.com/office/powerpoint/2010/main" val="9967277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CE4F8-3C83-D938-510C-274605D3B0F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10726A-1A4A-F662-7DF4-D2057D0EB665}"/>
              </a:ext>
            </a:extLst>
          </p:cNvPr>
          <p:cNvSpPr>
            <a:spLocks noGrp="1"/>
          </p:cNvSpPr>
          <p:nvPr>
            <p:ph type="title"/>
          </p:nvPr>
        </p:nvSpPr>
        <p:spPr>
          <a:xfrm>
            <a:off x="6318885" y="3499667"/>
            <a:ext cx="4939666" cy="2542810"/>
          </a:xfrm>
        </p:spPr>
        <p:txBody>
          <a:bodyPr rtlCol="0" anchor="b">
            <a:normAutofit/>
          </a:bodyPr>
          <a:lstStyle>
            <a:defPPr>
              <a:defRPr lang="ja-JP"/>
            </a:defPPr>
          </a:lstStyle>
          <a:p>
            <a:pPr lvl="0"/>
            <a:r>
              <a:rPr lang="ja-JP" altLang="en-US" dirty="0"/>
              <a:t>サブネットマスク</a:t>
            </a:r>
            <a:r>
              <a:rPr lang="en-US" altLang="ja-JP" dirty="0"/>
              <a:t>(</a:t>
            </a:r>
            <a:r>
              <a:rPr lang="ja-JP" altLang="en-US" dirty="0"/>
              <a:t>プレフィックス長</a:t>
            </a:r>
            <a:r>
              <a:rPr lang="en-US" altLang="ja-JP" dirty="0"/>
              <a:t>)</a:t>
            </a:r>
            <a:r>
              <a:rPr lang="ja-JP" altLang="en-US" dirty="0"/>
              <a:t>とは</a:t>
            </a:r>
            <a:r>
              <a:rPr lang="en-US" altLang="ja-JP" dirty="0"/>
              <a:t>?</a:t>
            </a:r>
          </a:p>
        </p:txBody>
      </p:sp>
      <p:pic>
        <p:nvPicPr>
          <p:cNvPr id="4" name="図 3">
            <a:extLst>
              <a:ext uri="{FF2B5EF4-FFF2-40B4-BE49-F238E27FC236}">
                <a16:creationId xmlns:a16="http://schemas.microsoft.com/office/drawing/2014/main" id="{B6ADBFA1-3AEB-C6F5-653D-F9022EC9B72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64052" y="727892"/>
            <a:ext cx="4212621" cy="935688"/>
          </a:xfrm>
          <a:prstGeom prst="rect">
            <a:avLst/>
          </a:prstGeom>
          <a:noFill/>
        </p:spPr>
      </p:pic>
      <p:sp>
        <p:nvSpPr>
          <p:cNvPr id="8" name="Rectangle 3">
            <a:extLst>
              <a:ext uri="{FF2B5EF4-FFF2-40B4-BE49-F238E27FC236}">
                <a16:creationId xmlns:a16="http://schemas.microsoft.com/office/drawing/2014/main" id="{32811C52-2E7C-BB82-CDAE-9613FFD7E96C}"/>
              </a:ext>
            </a:extLst>
          </p:cNvPr>
          <p:cNvSpPr>
            <a:spLocks noGrp="1" noChangeArrowheads="1"/>
          </p:cNvSpPr>
          <p:nvPr>
            <p:ph sz="quarter" idx="15"/>
          </p:nvPr>
        </p:nvSpPr>
        <p:spPr bwMode="auto">
          <a:xfrm>
            <a:off x="594360" y="1796143"/>
            <a:ext cx="5198269" cy="4333965"/>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fontScale="85000" lnSpcReduction="20000"/>
          </a:bodyPr>
          <a:lstStyle/>
          <a:p>
            <a:pPr marL="0" marR="0" lvl="0" indent="0" defTabSz="914400" rtl="0" eaLnBrk="0" fontAlgn="base" latinLnBrk="0" hangingPunct="0">
              <a:spcBef>
                <a:spcPct val="0"/>
              </a:spcBef>
              <a:spcAft>
                <a:spcPts val="600"/>
              </a:spcAft>
              <a:buClrTx/>
              <a:buSzTx/>
              <a:buFontTx/>
              <a:buNone/>
              <a:tabLst/>
            </a:pPr>
            <a:r>
              <a:rPr kumimoji="0" lang="en-US" altLang="ja-JP" b="0" i="0" u="none" strike="noStrike" cap="none" normalizeH="0" baseline="0" dirty="0">
                <a:ln>
                  <a:noFill/>
                </a:ln>
                <a:effectLst/>
              </a:rPr>
              <a:t>IP</a:t>
            </a:r>
            <a:r>
              <a:rPr kumimoji="0" lang="ja-JP" altLang="en-US" b="0" i="0" u="none" strike="noStrike" cap="none" normalizeH="0" baseline="0" dirty="0">
                <a:ln>
                  <a:noFill/>
                </a:ln>
                <a:effectLst/>
              </a:rPr>
              <a:t>アドレスの後に</a:t>
            </a:r>
            <a:r>
              <a:rPr kumimoji="0" lang="en-US" altLang="ja-JP" b="0" i="0" u="none" strike="noStrike" cap="none" normalizeH="0" baseline="0" dirty="0">
                <a:ln>
                  <a:noFill/>
                </a:ln>
                <a:effectLst/>
              </a:rPr>
              <a:t>[/4]</a:t>
            </a:r>
            <a:r>
              <a:rPr kumimoji="0" lang="ja-JP" altLang="en-US" b="0" i="0" u="none" strike="noStrike" cap="none" normalizeH="0" baseline="0" dirty="0">
                <a:ln>
                  <a:noFill/>
                </a:ln>
                <a:effectLst/>
              </a:rPr>
              <a:t>等の</a:t>
            </a:r>
            <a:r>
              <a:rPr kumimoji="0" lang="en-US" altLang="ja-JP" b="0" i="0" u="none" strike="noStrike" cap="none" normalizeH="0" baseline="0" dirty="0">
                <a:ln>
                  <a:noFill/>
                </a:ln>
                <a:effectLst/>
              </a:rPr>
              <a:t>[/x]</a:t>
            </a:r>
            <a:r>
              <a:rPr kumimoji="0" lang="ja-JP" altLang="en-US" b="0" i="0" u="none" strike="noStrike" cap="none" normalizeH="0" baseline="0" dirty="0">
                <a:ln>
                  <a:noFill/>
                </a:ln>
                <a:effectLst/>
              </a:rPr>
              <a:t>という表記があることがあります。</a:t>
            </a: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r>
              <a:rPr kumimoji="0" lang="ja-JP" altLang="en-US" dirty="0"/>
              <a:t>これはプレフィックス長と呼ばれサブネットマスクの表記方法の一つです。</a:t>
            </a:r>
            <a:endParaRPr kumimoji="0" lang="en-US" altLang="ja-JP" dirty="0"/>
          </a:p>
          <a:p>
            <a:pPr marL="0" marR="0" lvl="0" indent="0" defTabSz="914400" rtl="0" eaLnBrk="0" fontAlgn="base" latinLnBrk="0" hangingPunct="0">
              <a:spcBef>
                <a:spcPct val="0"/>
              </a:spcBef>
              <a:spcAft>
                <a:spcPts val="600"/>
              </a:spcAft>
              <a:buClrTx/>
              <a:buSzTx/>
              <a:buFontTx/>
              <a:buNone/>
              <a:tabLst/>
            </a:pP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ja-JP" altLang="en-US" dirty="0"/>
              <a:t>後述しますが、</a:t>
            </a:r>
            <a:r>
              <a:rPr lang="ja-JP" altLang="en-US" dirty="0"/>
              <a:t>プレフィックス長を用いることで、その</a:t>
            </a:r>
            <a:r>
              <a:rPr lang="en-US" altLang="ja-JP" dirty="0"/>
              <a:t>IP</a:t>
            </a:r>
            <a:r>
              <a:rPr lang="ja-JP" altLang="en-US" dirty="0"/>
              <a:t>アドレスがどのネットワークに所属しているのかを判別することができます。</a:t>
            </a:r>
            <a:endParaRPr lang="en-US" altLang="ja-JP" dirty="0"/>
          </a:p>
          <a:p>
            <a:pPr marL="0" marR="0" lvl="0" indent="0" defTabSz="914400" rtl="0" eaLnBrk="0" fontAlgn="base" latinLnBrk="0" hangingPunct="0">
              <a:spcBef>
                <a:spcPct val="0"/>
              </a:spcBef>
              <a:spcAft>
                <a:spcPts val="600"/>
              </a:spcAft>
              <a:buClrTx/>
              <a:buSzTx/>
              <a:buFontTx/>
              <a:buNone/>
              <a:tabLst/>
            </a:pP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ja-JP" altLang="en-US" dirty="0"/>
              <a:t>画像の</a:t>
            </a:r>
            <a:r>
              <a:rPr kumimoji="0" lang="en-US" altLang="ja-JP" dirty="0"/>
              <a:t>/4</a:t>
            </a:r>
            <a:r>
              <a:rPr kumimoji="0" lang="ja-JP" altLang="en-US" dirty="0"/>
              <a:t>はかなり特殊な例でかなりの大規模ネットワークだと推測できます。</a:t>
            </a:r>
            <a:endParaRPr kumimoji="0" lang="en-US" altLang="ja-JP" dirty="0"/>
          </a:p>
          <a:p>
            <a:pPr marL="0" marR="0" lvl="0" indent="0" defTabSz="914400" rtl="0" eaLnBrk="0" fontAlgn="base" latinLnBrk="0" hangingPunct="0">
              <a:spcBef>
                <a:spcPct val="0"/>
              </a:spcBef>
              <a:spcAft>
                <a:spcPts val="600"/>
              </a:spcAft>
              <a:buClrTx/>
              <a:buSzTx/>
              <a:buFontTx/>
              <a:buNone/>
              <a:tabLst/>
            </a:pP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ja-JP" altLang="en-US" dirty="0"/>
              <a:t>標準なプレフィックス長は特に設定していない家庭規模</a:t>
            </a:r>
            <a:r>
              <a:rPr kumimoji="0" lang="en-US" altLang="ja-JP" dirty="0"/>
              <a:t>LAN</a:t>
            </a:r>
            <a:r>
              <a:rPr kumimoji="0" lang="ja-JP" altLang="en-US" dirty="0"/>
              <a:t>であれば</a:t>
            </a:r>
            <a:r>
              <a:rPr kumimoji="0" lang="en-US" altLang="ja-JP" dirty="0"/>
              <a:t>/24</a:t>
            </a:r>
            <a:r>
              <a:rPr kumimoji="0" lang="ja-JP" altLang="en-US" dirty="0"/>
              <a:t>が殆どです。</a:t>
            </a:r>
            <a:endParaRPr kumimoji="0" lang="en-US" altLang="ja-JP" dirty="0"/>
          </a:p>
          <a:p>
            <a:pPr marL="0" marR="0" lvl="0" indent="0" defTabSz="914400" rtl="0" eaLnBrk="0" fontAlgn="base" latinLnBrk="0" hangingPunct="0">
              <a:spcBef>
                <a:spcPct val="0"/>
              </a:spcBef>
              <a:spcAft>
                <a:spcPts val="600"/>
              </a:spcAft>
              <a:buClrTx/>
              <a:buSzTx/>
              <a:buFontTx/>
              <a:buNone/>
              <a:tabLst/>
            </a:pP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en-US" altLang="ja-JP" dirty="0"/>
              <a:t>/x</a:t>
            </a:r>
            <a:r>
              <a:rPr kumimoji="0" lang="ja-JP" altLang="en-US" dirty="0"/>
              <a:t>は何をさしているかというのはサブネットマスクを</a:t>
            </a:r>
            <a:r>
              <a:rPr kumimoji="0" lang="en-US" altLang="ja-JP" dirty="0"/>
              <a:t>2</a:t>
            </a:r>
            <a:r>
              <a:rPr kumimoji="0" lang="ja-JP" altLang="en-US" dirty="0"/>
              <a:t>進数表記をした時に左から</a:t>
            </a:r>
            <a:r>
              <a:rPr kumimoji="0" lang="en-US" altLang="ja-JP" dirty="0"/>
              <a:t>1</a:t>
            </a:r>
            <a:r>
              <a:rPr kumimoji="0" lang="ja-JP" altLang="en-US" dirty="0"/>
              <a:t>が立っている箇所までの数字で</a:t>
            </a:r>
            <a:r>
              <a:rPr kumimoji="0" lang="en-US" altLang="ja-JP" dirty="0"/>
              <a:t>/24</a:t>
            </a:r>
            <a:r>
              <a:rPr kumimoji="0" lang="ja-JP" altLang="en-US" dirty="0"/>
              <a:t>であれば</a:t>
            </a:r>
            <a:r>
              <a:rPr kumimoji="0" lang="en-US" altLang="ja-JP" dirty="0"/>
              <a:t>255.255.255.0</a:t>
            </a:r>
            <a:r>
              <a:rPr kumimoji="0" lang="ja-JP" altLang="en-US" dirty="0"/>
              <a:t>で</a:t>
            </a:r>
            <a:r>
              <a:rPr kumimoji="0" lang="en-US" altLang="ja-JP" dirty="0"/>
              <a:t>/4</a:t>
            </a:r>
            <a:r>
              <a:rPr kumimoji="0" lang="ja-JP" altLang="en-US" dirty="0"/>
              <a:t>は</a:t>
            </a:r>
            <a:r>
              <a:rPr kumimoji="0" lang="en-US" altLang="ja-JP" dirty="0"/>
              <a:t>255.0.0.0</a:t>
            </a:r>
            <a:r>
              <a:rPr kumimoji="0" lang="ja-JP" altLang="en-US" dirty="0"/>
              <a:t>がサブネットマスクです。</a:t>
            </a:r>
            <a:endParaRPr kumimoji="0" lang="en-US" altLang="ja-JP" dirty="0"/>
          </a:p>
        </p:txBody>
      </p:sp>
    </p:spTree>
    <p:extLst>
      <p:ext uri="{BB962C8B-B14F-4D97-AF65-F5344CB8AC3E}">
        <p14:creationId xmlns:p14="http://schemas.microsoft.com/office/powerpoint/2010/main" val="303851670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48EE4-F30B-0440-8DEC-6EA9DF63E9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2027719-40DE-76B1-C6CE-78B8E8C80034}"/>
              </a:ext>
            </a:extLst>
          </p:cNvPr>
          <p:cNvSpPr>
            <a:spLocks noGrp="1"/>
          </p:cNvSpPr>
          <p:nvPr>
            <p:ph type="title"/>
          </p:nvPr>
        </p:nvSpPr>
        <p:spPr>
          <a:xfrm>
            <a:off x="594360" y="102875"/>
            <a:ext cx="10873740" cy="1680205"/>
          </a:xfrm>
        </p:spPr>
        <p:txBody>
          <a:bodyPr rtlCol="0" anchor="b">
            <a:normAutofit/>
          </a:bodyPr>
          <a:lstStyle>
            <a:defPPr>
              <a:defRPr lang="ja-JP"/>
            </a:defPPr>
          </a:lstStyle>
          <a:p>
            <a:r>
              <a:rPr lang="ja-JP" altLang="en-US" sz="4400" b="1" dirty="0"/>
              <a:t>ネットワーク部とホスト部</a:t>
            </a:r>
            <a:endParaRPr lang="en-US" altLang="ja-JP" sz="4400" b="1" dirty="0"/>
          </a:p>
        </p:txBody>
      </p:sp>
      <p:sp>
        <p:nvSpPr>
          <p:cNvPr id="8" name="Rectangle 3">
            <a:extLst>
              <a:ext uri="{FF2B5EF4-FFF2-40B4-BE49-F238E27FC236}">
                <a16:creationId xmlns:a16="http://schemas.microsoft.com/office/drawing/2014/main" id="{B7FB8E41-E601-02EA-8AB8-DFDDCB3AF774}"/>
              </a:ext>
            </a:extLst>
          </p:cNvPr>
          <p:cNvSpPr>
            <a:spLocks noGrp="1" noChangeArrowheads="1"/>
          </p:cNvSpPr>
          <p:nvPr>
            <p:ph sz="quarter" idx="13"/>
          </p:nvPr>
        </p:nvSpPr>
        <p:spPr bwMode="auto">
          <a:xfrm>
            <a:off x="1159329" y="3951514"/>
            <a:ext cx="10308771" cy="2628900"/>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lnSpcReduction="10000"/>
          </a:bodyPr>
          <a:lstStyle/>
          <a:p>
            <a:pPr marL="0" marR="0" lvl="0" indent="0" defTabSz="914400" rtl="0" eaLnBrk="0" fontAlgn="base" latinLnBrk="0" hangingPunct="0">
              <a:spcBef>
                <a:spcPct val="0"/>
              </a:spcBef>
              <a:spcAft>
                <a:spcPts val="600"/>
              </a:spcAft>
              <a:buClrTx/>
              <a:buSzTx/>
              <a:buFontTx/>
              <a:buNone/>
              <a:tabLst/>
            </a:pPr>
            <a:r>
              <a:rPr kumimoji="0" lang="en-US" altLang="ja-JP" b="0" i="0" u="none" strike="noStrike" cap="none" normalizeH="0" baseline="0" dirty="0">
                <a:ln>
                  <a:noFill/>
                </a:ln>
                <a:effectLst/>
              </a:rPr>
              <a:t>IPv4</a:t>
            </a:r>
            <a:r>
              <a:rPr kumimoji="0" lang="ja-JP" altLang="en-US" b="0" i="0" u="none" strike="noStrike" cap="none" normalizeH="0" baseline="0" dirty="0">
                <a:ln>
                  <a:noFill/>
                </a:ln>
                <a:effectLst/>
              </a:rPr>
              <a:t>アドレスにはネットワーク部とホスト部と呼ばれる</a:t>
            </a:r>
            <a:r>
              <a:rPr kumimoji="0" lang="ja-JP" altLang="en-US" dirty="0"/>
              <a:t>領域</a:t>
            </a:r>
            <a:r>
              <a:rPr kumimoji="0" lang="ja-JP" altLang="en-US" b="0" i="0" u="none" strike="noStrike" cap="none" normalizeH="0" baseline="0" dirty="0">
                <a:ln>
                  <a:noFill/>
                </a:ln>
                <a:effectLst/>
              </a:rPr>
              <a:t>が存在してネットワーク部でその</a:t>
            </a:r>
            <a:r>
              <a:rPr kumimoji="0" lang="en-US" altLang="ja-JP" b="0" i="0" u="none" strike="noStrike" cap="none" normalizeH="0" baseline="0" dirty="0">
                <a:ln>
                  <a:noFill/>
                </a:ln>
                <a:effectLst/>
              </a:rPr>
              <a:t>IP</a:t>
            </a:r>
            <a:r>
              <a:rPr kumimoji="0" lang="ja-JP" altLang="en-US" b="0" i="0" u="none" strike="noStrike" cap="none" normalizeH="0" baseline="0" dirty="0">
                <a:ln>
                  <a:noFill/>
                </a:ln>
                <a:effectLst/>
              </a:rPr>
              <a:t>アドレスがどこのネットワークに所属しているか決まります。</a:t>
            </a: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ja-JP" altLang="en-US" b="0" i="0" u="none" strike="noStrike" cap="none" normalizeH="0" baseline="0" dirty="0">
                <a:ln>
                  <a:noFill/>
                </a:ln>
                <a:effectLst/>
              </a:rPr>
              <a:t>ホスト部はそのネットワーク内の個々のノードに割り当てられて各ノードをネットワーク内で一意に識別する事ができます。</a:t>
            </a: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endParaRPr kumimoji="0" lang="en-US" altLang="ja-JP" dirty="0"/>
          </a:p>
          <a:p>
            <a:pPr marL="0" marR="0" lvl="0" indent="0" defTabSz="914400" rtl="0" eaLnBrk="0" fontAlgn="base" latinLnBrk="0" hangingPunct="0">
              <a:spcBef>
                <a:spcPct val="0"/>
              </a:spcBef>
              <a:spcAft>
                <a:spcPts val="600"/>
              </a:spcAft>
              <a:buClrTx/>
              <a:buSzTx/>
              <a:buFontTx/>
              <a:buNone/>
              <a:tabLst/>
            </a:pPr>
            <a:r>
              <a:rPr kumimoji="0" lang="ja-JP" altLang="en-US" b="0" i="0" u="none" strike="noStrike" cap="none" normalizeH="0" baseline="0" dirty="0">
                <a:ln>
                  <a:noFill/>
                </a:ln>
                <a:effectLst/>
              </a:rPr>
              <a:t>サブネットマスク</a:t>
            </a:r>
            <a:r>
              <a:rPr kumimoji="0" lang="en-US" altLang="ja-JP" dirty="0"/>
              <a:t>(</a:t>
            </a:r>
            <a:r>
              <a:rPr kumimoji="0" lang="ja-JP" altLang="en-US" dirty="0"/>
              <a:t>プレフィックス長</a:t>
            </a:r>
            <a:r>
              <a:rPr kumimoji="0" lang="en-US" altLang="ja-JP" dirty="0"/>
              <a:t>)</a:t>
            </a:r>
            <a:r>
              <a:rPr kumimoji="0" lang="ja-JP" altLang="en-US" dirty="0"/>
              <a:t>を使う事でどこまでが</a:t>
            </a:r>
            <a:r>
              <a:rPr kumimoji="0" lang="ja-JP" altLang="en-US" b="0" i="0" u="none" strike="noStrike" cap="none" normalizeH="0" baseline="0" dirty="0">
                <a:ln>
                  <a:noFill/>
                </a:ln>
                <a:effectLst/>
              </a:rPr>
              <a:t>ネットワーク部か知ることができます。</a:t>
            </a:r>
            <a:endParaRPr kumimoji="0" lang="en-US" altLang="ja-JP" b="0" i="0" u="none" strike="noStrike" cap="none" normalizeH="0" baseline="0" dirty="0">
              <a:ln>
                <a:noFill/>
              </a:ln>
              <a:effectLst/>
            </a:endParaRPr>
          </a:p>
          <a:p>
            <a:pPr marL="0" marR="0" lvl="0" indent="0" defTabSz="914400" rtl="0" eaLnBrk="0" fontAlgn="base" latinLnBrk="0" hangingPunct="0">
              <a:spcBef>
                <a:spcPct val="0"/>
              </a:spcBef>
              <a:spcAft>
                <a:spcPts val="600"/>
              </a:spcAft>
              <a:buClrTx/>
              <a:buSzTx/>
              <a:buFontTx/>
              <a:buNone/>
              <a:tabLst/>
            </a:pPr>
            <a:r>
              <a:rPr kumimoji="0" lang="ja-JP" altLang="en-US" dirty="0"/>
              <a:t>画像は第</a:t>
            </a:r>
            <a:r>
              <a:rPr kumimoji="0" lang="en-US" altLang="ja-JP" dirty="0"/>
              <a:t>2</a:t>
            </a:r>
            <a:r>
              <a:rPr kumimoji="0" lang="ja-JP" altLang="en-US" dirty="0"/>
              <a:t>オクテットまでがネットワーク部とあるので</a:t>
            </a:r>
            <a:r>
              <a:rPr kumimoji="0" lang="en-US" altLang="ja-JP" dirty="0"/>
              <a:t>255.255.0.0(/16)</a:t>
            </a:r>
            <a:r>
              <a:rPr kumimoji="0" lang="ja-JP" altLang="en-US" dirty="0"/>
              <a:t>がサブネットマスクです。</a:t>
            </a:r>
            <a:endParaRPr kumimoji="0" lang="ja-JP" altLang="ja-JP" b="0" i="0" u="none" strike="noStrike" cap="none" normalizeH="0" baseline="0" dirty="0">
              <a:ln>
                <a:noFill/>
              </a:ln>
              <a:effectLst/>
            </a:endParaRPr>
          </a:p>
        </p:txBody>
      </p:sp>
      <p:pic>
        <p:nvPicPr>
          <p:cNvPr id="4" name="図 3">
            <a:extLst>
              <a:ext uri="{FF2B5EF4-FFF2-40B4-BE49-F238E27FC236}">
                <a16:creationId xmlns:a16="http://schemas.microsoft.com/office/drawing/2014/main" id="{BFB3E47E-417D-9C5C-8FBC-C4EB7352CE0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914504" y="1708798"/>
            <a:ext cx="6312337" cy="2030445"/>
          </a:xfrm>
          <a:prstGeom prst="rect">
            <a:avLst/>
          </a:prstGeom>
        </p:spPr>
      </p:pic>
    </p:spTree>
    <p:extLst>
      <p:ext uri="{BB962C8B-B14F-4D97-AF65-F5344CB8AC3E}">
        <p14:creationId xmlns:p14="http://schemas.microsoft.com/office/powerpoint/2010/main" val="83145695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A9E52-64B3-18E6-DC70-1DF7B61F2F9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DA2E1F-F7EC-6A91-132E-90E2D686AA93}"/>
              </a:ext>
            </a:extLst>
          </p:cNvPr>
          <p:cNvSpPr>
            <a:spLocks noGrp="1"/>
          </p:cNvSpPr>
          <p:nvPr>
            <p:ph type="title"/>
          </p:nvPr>
        </p:nvSpPr>
        <p:spPr>
          <a:xfrm>
            <a:off x="594360" y="102875"/>
            <a:ext cx="10873740" cy="1680205"/>
          </a:xfrm>
        </p:spPr>
        <p:txBody>
          <a:bodyPr rtlCol="0" anchor="b">
            <a:normAutofit/>
          </a:bodyPr>
          <a:lstStyle>
            <a:defPPr>
              <a:defRPr lang="ja-JP"/>
            </a:defPPr>
          </a:lstStyle>
          <a:p>
            <a:r>
              <a:rPr lang="ja-JP" altLang="en-US" sz="4400" b="1" dirty="0"/>
              <a:t>特別な</a:t>
            </a:r>
            <a:r>
              <a:rPr lang="en-US" altLang="ja-JP" sz="4400" b="1" dirty="0"/>
              <a:t>IP</a:t>
            </a:r>
            <a:r>
              <a:rPr lang="ja-JP" altLang="en-US" sz="4400" b="1" dirty="0"/>
              <a:t>アドレス</a:t>
            </a:r>
            <a:endParaRPr lang="en-US" altLang="ja-JP" sz="4400" b="1" dirty="0"/>
          </a:p>
        </p:txBody>
      </p:sp>
      <p:sp>
        <p:nvSpPr>
          <p:cNvPr id="8" name="Rectangle 3">
            <a:extLst>
              <a:ext uri="{FF2B5EF4-FFF2-40B4-BE49-F238E27FC236}">
                <a16:creationId xmlns:a16="http://schemas.microsoft.com/office/drawing/2014/main" id="{B2389523-65C5-39F0-E65E-BE3B80914D6D}"/>
              </a:ext>
            </a:extLst>
          </p:cNvPr>
          <p:cNvSpPr>
            <a:spLocks noGrp="1" noChangeArrowheads="1"/>
          </p:cNvSpPr>
          <p:nvPr>
            <p:ph sz="quarter" idx="13"/>
          </p:nvPr>
        </p:nvSpPr>
        <p:spPr bwMode="auto">
          <a:xfrm>
            <a:off x="1159329" y="3592287"/>
            <a:ext cx="10308771" cy="2988128"/>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fontScale="92500" lnSpcReduction="20000"/>
          </a:bodyPr>
          <a:lstStyle/>
          <a:p>
            <a:pPr marL="0" indent="0">
              <a:buNone/>
            </a:pPr>
            <a:r>
              <a:rPr lang="en-US" altLang="ja-JP" b="1" dirty="0"/>
              <a:t>IPv4</a:t>
            </a:r>
            <a:r>
              <a:rPr lang="ja-JP" altLang="en-US" b="1" dirty="0"/>
              <a:t>アドレスには、ネットワークごとに特別な意味を持つ</a:t>
            </a:r>
            <a:r>
              <a:rPr lang="en-US" altLang="ja-JP" b="1" dirty="0"/>
              <a:t>IP</a:t>
            </a:r>
            <a:r>
              <a:rPr lang="ja-JP" altLang="en-US" b="1" dirty="0"/>
              <a:t>アドレスが存在します。</a:t>
            </a:r>
            <a:br>
              <a:rPr lang="ja-JP" altLang="en-US" dirty="0"/>
            </a:br>
            <a:r>
              <a:rPr lang="ja-JP" altLang="en-US" dirty="0"/>
              <a:t>これらのアドレスは、</a:t>
            </a:r>
            <a:r>
              <a:rPr lang="en-US" altLang="ja-JP" dirty="0"/>
              <a:t>IP</a:t>
            </a:r>
            <a:r>
              <a:rPr lang="ja-JP" altLang="en-US" dirty="0"/>
              <a:t>アドレスとサブネットマスクを用いることで算出できます。</a:t>
            </a:r>
          </a:p>
          <a:p>
            <a:pPr marL="0" indent="0">
              <a:buNone/>
            </a:pPr>
            <a:r>
              <a:rPr lang="ja-JP" altLang="en-US" dirty="0"/>
              <a:t>ある</a:t>
            </a:r>
            <a:r>
              <a:rPr lang="en-US" altLang="ja-JP" dirty="0"/>
              <a:t>IP</a:t>
            </a:r>
            <a:r>
              <a:rPr lang="ja-JP" altLang="en-US" dirty="0"/>
              <a:t>アドレスとサブネットマスクを</a:t>
            </a:r>
            <a:r>
              <a:rPr lang="en-US" altLang="ja-JP" dirty="0"/>
              <a:t>2</a:t>
            </a:r>
            <a:r>
              <a:rPr lang="ja-JP" altLang="en-US" dirty="0"/>
              <a:t>進数に変換し、マスク演算（</a:t>
            </a:r>
            <a:r>
              <a:rPr lang="en-US" altLang="ja-JP" dirty="0"/>
              <a:t>AND</a:t>
            </a:r>
            <a:r>
              <a:rPr lang="ja-JP" altLang="en-US" dirty="0"/>
              <a:t>演算）を行うことで得られるアドレスは、ホスト部がすべて</a:t>
            </a:r>
            <a:r>
              <a:rPr lang="en-US" altLang="ja-JP" dirty="0"/>
              <a:t>0</a:t>
            </a:r>
            <a:r>
              <a:rPr lang="ja-JP" altLang="en-US" dirty="0"/>
              <a:t>になります。</a:t>
            </a:r>
            <a:br>
              <a:rPr lang="ja-JP" altLang="en-US" dirty="0"/>
            </a:br>
            <a:r>
              <a:rPr lang="ja-JP" altLang="en-US" dirty="0"/>
              <a:t>この</a:t>
            </a:r>
            <a:r>
              <a:rPr lang="en-US" altLang="ja-JP" dirty="0"/>
              <a:t>IP</a:t>
            </a:r>
            <a:r>
              <a:rPr lang="ja-JP" altLang="en-US" dirty="0"/>
              <a:t>アドレスを</a:t>
            </a:r>
            <a:r>
              <a:rPr lang="ja-JP" altLang="en-US" b="1" dirty="0"/>
              <a:t>ネットワークアドレス</a:t>
            </a:r>
            <a:r>
              <a:rPr lang="ja-JP" altLang="en-US" dirty="0"/>
              <a:t>と呼びその</a:t>
            </a:r>
            <a:r>
              <a:rPr lang="en-US" altLang="ja-JP" dirty="0"/>
              <a:t>IP</a:t>
            </a:r>
            <a:r>
              <a:rPr lang="ja-JP" altLang="en-US" dirty="0"/>
              <a:t>アドレスが所属するネットワーク自体を指します。</a:t>
            </a:r>
          </a:p>
          <a:p>
            <a:pPr marL="0" indent="0">
              <a:buNone/>
            </a:pPr>
            <a:r>
              <a:rPr lang="ja-JP" altLang="en-US" dirty="0"/>
              <a:t>また、ホスト部がすべて</a:t>
            </a:r>
            <a:r>
              <a:rPr lang="en-US" altLang="ja-JP" dirty="0"/>
              <a:t>1</a:t>
            </a:r>
            <a:r>
              <a:rPr lang="ja-JP" altLang="en-US" dirty="0"/>
              <a:t>となる</a:t>
            </a:r>
            <a:r>
              <a:rPr lang="en-US" altLang="ja-JP" dirty="0"/>
              <a:t>IP</a:t>
            </a:r>
            <a:r>
              <a:rPr lang="ja-JP" altLang="en-US" dirty="0"/>
              <a:t>アドレスを</a:t>
            </a:r>
            <a:r>
              <a:rPr lang="ja-JP" altLang="en-US" b="1" dirty="0"/>
              <a:t>ブロードキャストアドレス</a:t>
            </a:r>
            <a:r>
              <a:rPr lang="ja-JP" altLang="en-US" dirty="0"/>
              <a:t>と呼びます。</a:t>
            </a:r>
          </a:p>
          <a:p>
            <a:pPr marL="0" indent="0">
              <a:buNone/>
            </a:pPr>
            <a:r>
              <a:rPr lang="ja-JP" altLang="en-US" dirty="0"/>
              <a:t>例えば、プレフィックス長が </a:t>
            </a:r>
            <a:r>
              <a:rPr lang="en-US" altLang="ja-JP" b="1" dirty="0"/>
              <a:t>/24</a:t>
            </a:r>
            <a:r>
              <a:rPr lang="ja-JP" altLang="en-US" dirty="0"/>
              <a:t> の場合、ネットワークアドレスは第</a:t>
            </a:r>
            <a:r>
              <a:rPr lang="en-US" altLang="ja-JP" dirty="0"/>
              <a:t>4</a:t>
            </a:r>
            <a:r>
              <a:rPr lang="ja-JP" altLang="en-US" dirty="0"/>
              <a:t>オクテットが </a:t>
            </a:r>
            <a:r>
              <a:rPr lang="en-US" altLang="ja-JP" b="1" dirty="0"/>
              <a:t>0</a:t>
            </a:r>
            <a:r>
              <a:rPr lang="ja-JP" altLang="en-US" dirty="0"/>
              <a:t>、ブロードキャストアドレスは第</a:t>
            </a:r>
            <a:r>
              <a:rPr lang="en-US" altLang="ja-JP" dirty="0"/>
              <a:t>4</a:t>
            </a:r>
            <a:r>
              <a:rPr lang="ja-JP" altLang="en-US" dirty="0"/>
              <a:t>オクテットが </a:t>
            </a:r>
            <a:r>
              <a:rPr lang="en-US" altLang="ja-JP" b="1" dirty="0"/>
              <a:t>255</a:t>
            </a:r>
            <a:r>
              <a:rPr lang="ja-JP" altLang="en-US" dirty="0"/>
              <a:t> となります。</a:t>
            </a:r>
          </a:p>
          <a:p>
            <a:pPr marL="0" indent="0">
              <a:buNone/>
            </a:pPr>
            <a:r>
              <a:rPr lang="ja-JP" altLang="en-US" dirty="0"/>
              <a:t>これら</a:t>
            </a:r>
            <a:r>
              <a:rPr lang="en-US" altLang="ja-JP" dirty="0"/>
              <a:t>2</a:t>
            </a:r>
            <a:r>
              <a:rPr lang="ja-JP" altLang="en-US" dirty="0"/>
              <a:t>種類のアドレスはネットワークにおいて重要な役割を持つため、ホストに割り当てることはできません。</a:t>
            </a:r>
          </a:p>
        </p:txBody>
      </p:sp>
      <p:pic>
        <p:nvPicPr>
          <p:cNvPr id="4" name="図 3">
            <a:extLst>
              <a:ext uri="{FF2B5EF4-FFF2-40B4-BE49-F238E27FC236}">
                <a16:creationId xmlns:a16="http://schemas.microsoft.com/office/drawing/2014/main" id="{8CBF20BA-E8B0-5505-B052-DE198DE207D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914504" y="1708798"/>
            <a:ext cx="6312337" cy="2030445"/>
          </a:xfrm>
          <a:prstGeom prst="rect">
            <a:avLst/>
          </a:prstGeom>
        </p:spPr>
      </p:pic>
    </p:spTree>
    <p:extLst>
      <p:ext uri="{BB962C8B-B14F-4D97-AF65-F5344CB8AC3E}">
        <p14:creationId xmlns:p14="http://schemas.microsoft.com/office/powerpoint/2010/main" val="36112575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82CF2-DA99-57C2-A040-19F67CCC6ED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5764BEE-7106-0BD6-F64E-41C5A1245EDB}"/>
              </a:ext>
            </a:extLst>
          </p:cNvPr>
          <p:cNvSpPr>
            <a:spLocks noGrp="1"/>
          </p:cNvSpPr>
          <p:nvPr>
            <p:ph type="title"/>
          </p:nvPr>
        </p:nvSpPr>
        <p:spPr>
          <a:xfrm>
            <a:off x="594360" y="198408"/>
            <a:ext cx="10972800" cy="1574317"/>
          </a:xfrm>
        </p:spPr>
        <p:txBody>
          <a:bodyPr rtlCol="0" anchor="b">
            <a:normAutofit/>
          </a:bodyPr>
          <a:lstStyle>
            <a:defPPr>
              <a:defRPr lang="ja-JP"/>
            </a:defPPr>
          </a:lstStyle>
          <a:p>
            <a:r>
              <a:rPr lang="ja-JP" altLang="en-US" dirty="0"/>
              <a:t>クラスとは</a:t>
            </a:r>
            <a:r>
              <a:rPr lang="en-US" altLang="ja-JP" dirty="0"/>
              <a:t>?</a:t>
            </a:r>
            <a:endParaRPr lang="en-US" altLang="ja-JP" b="1" dirty="0"/>
          </a:p>
        </p:txBody>
      </p:sp>
      <p:pic>
        <p:nvPicPr>
          <p:cNvPr id="4" name="図 3">
            <a:extLst>
              <a:ext uri="{FF2B5EF4-FFF2-40B4-BE49-F238E27FC236}">
                <a16:creationId xmlns:a16="http://schemas.microsoft.com/office/drawing/2014/main" id="{9F68DA14-BF4E-BCE1-409F-1DF792F0B9A7}"/>
              </a:ext>
            </a:extLst>
          </p:cNvPr>
          <p:cNvPicPr>
            <a:picLocks noChangeAspect="1"/>
          </p:cNvPicPr>
          <p:nvPr/>
        </p:nvPicPr>
        <p:blipFill>
          <a:blip r:embed="rId3">
            <a:extLst>
              <a:ext uri="{28A0092B-C50C-407E-A947-70E740481C1C}">
                <a14:useLocalDpi xmlns:a14="http://schemas.microsoft.com/office/drawing/2010/main" val="0"/>
              </a:ext>
            </a:extLst>
          </a:blip>
          <a:srcRect t="2417" b="2417"/>
          <a:stretch/>
        </p:blipFill>
        <p:spPr>
          <a:xfrm>
            <a:off x="81175" y="2772566"/>
            <a:ext cx="7538826" cy="2424960"/>
          </a:xfrm>
          <a:prstGeom prst="rect">
            <a:avLst/>
          </a:prstGeom>
          <a:noFill/>
        </p:spPr>
      </p:pic>
      <p:sp>
        <p:nvSpPr>
          <p:cNvPr id="8" name="Rectangle 3">
            <a:extLst>
              <a:ext uri="{FF2B5EF4-FFF2-40B4-BE49-F238E27FC236}">
                <a16:creationId xmlns:a16="http://schemas.microsoft.com/office/drawing/2014/main" id="{23A685A3-E853-05BC-86F2-51EC21104B13}"/>
              </a:ext>
            </a:extLst>
          </p:cNvPr>
          <p:cNvSpPr>
            <a:spLocks noGrp="1" noChangeArrowheads="1"/>
          </p:cNvSpPr>
          <p:nvPr>
            <p:ph sz="quarter" idx="14"/>
          </p:nvPr>
        </p:nvSpPr>
        <p:spPr bwMode="auto">
          <a:xfrm>
            <a:off x="7620000" y="2676525"/>
            <a:ext cx="3947160" cy="3597470"/>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indent="0">
              <a:buNone/>
            </a:pPr>
            <a:r>
              <a:rPr lang="ja-JP" altLang="en-US" sz="1700" dirty="0"/>
              <a:t>古いネットワークでは左の画像のようにクラスという概念でネットワークの規模が決まっていましたが現在は</a:t>
            </a:r>
            <a:r>
              <a:rPr lang="en-US" altLang="ja-JP" sz="1700" dirty="0"/>
              <a:t>CIDR(</a:t>
            </a:r>
            <a:r>
              <a:rPr lang="ja-JP" altLang="en-US" sz="1700" dirty="0"/>
              <a:t>サイダー</a:t>
            </a:r>
            <a:r>
              <a:rPr lang="en-US" altLang="ja-JP" sz="1700" dirty="0"/>
              <a:t>)</a:t>
            </a:r>
            <a:r>
              <a:rPr lang="ja-JP" altLang="en-US" sz="1700" dirty="0"/>
              <a:t>と呼ばれる技術によりクラスレスが実現されています。</a:t>
            </a:r>
            <a:endParaRPr lang="en-US" altLang="ja-JP" sz="1700" dirty="0"/>
          </a:p>
          <a:p>
            <a:pPr marL="0" indent="0">
              <a:buNone/>
            </a:pPr>
            <a:r>
              <a:rPr lang="ja-JP" altLang="en-US" sz="1700" dirty="0"/>
              <a:t>クラスの概念だと</a:t>
            </a:r>
            <a:r>
              <a:rPr lang="en-US" altLang="ja-JP" sz="1700" dirty="0"/>
              <a:t>/8,/16,/24</a:t>
            </a:r>
            <a:r>
              <a:rPr lang="ja-JP" altLang="en-US" sz="1700" dirty="0"/>
              <a:t>のように決まったプレフィックス長しか使えませんでしたが、クラスレスであれば</a:t>
            </a:r>
            <a:r>
              <a:rPr lang="en-US" altLang="ja-JP" sz="1700" dirty="0"/>
              <a:t>/7,/10,/20</a:t>
            </a:r>
            <a:r>
              <a:rPr lang="ja-JP" altLang="en-US" sz="1700" dirty="0"/>
              <a:t>のように必要な</a:t>
            </a:r>
            <a:r>
              <a:rPr lang="en-US" altLang="ja-JP" sz="1700" dirty="0"/>
              <a:t>IP</a:t>
            </a:r>
            <a:r>
              <a:rPr lang="ja-JP" altLang="en-US" sz="1700" dirty="0"/>
              <a:t>アドレスに応じて細かく調整する事が可能になりました。</a:t>
            </a:r>
            <a:endParaRPr lang="en-US" altLang="ja-JP" sz="1700" dirty="0"/>
          </a:p>
          <a:p>
            <a:pPr marL="0" indent="0">
              <a:buNone/>
            </a:pPr>
            <a:r>
              <a:rPr lang="ja-JP" altLang="en-US" sz="1700" dirty="0"/>
              <a:t>今では使用されない考えですが、ネットワークを勉強するうえで必ず出てくるワードなので</a:t>
            </a:r>
            <a:r>
              <a:rPr lang="ja-JP" altLang="en-US" sz="1600" dirty="0"/>
              <a:t>覚えておくと学習がスムーズです</a:t>
            </a:r>
            <a:endParaRPr lang="en-US" altLang="ja-JP" sz="1700" dirty="0"/>
          </a:p>
        </p:txBody>
      </p:sp>
    </p:spTree>
    <p:extLst>
      <p:ext uri="{BB962C8B-B14F-4D97-AF65-F5344CB8AC3E}">
        <p14:creationId xmlns:p14="http://schemas.microsoft.com/office/powerpoint/2010/main" val="6691715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63BE4-A5FB-924D-4CAD-438C6D660B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BEBB68-094D-9981-73FF-5F99329EAF36}"/>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ja-JP" altLang="en-US" dirty="0"/>
              <a:t>サーバーにアクセスしてみましょう</a:t>
            </a:r>
            <a:endParaRPr lang="ja-JP" altLang="ja-JP" dirty="0"/>
          </a:p>
        </p:txBody>
      </p:sp>
      <p:pic>
        <p:nvPicPr>
          <p:cNvPr id="3074" name="Picture 2" descr="自宅 ファイルサーバー 外部アクセス">
            <a:extLst>
              <a:ext uri="{FF2B5EF4-FFF2-40B4-BE49-F238E27FC236}">
                <a16:creationId xmlns:a16="http://schemas.microsoft.com/office/drawing/2014/main" id="{FB50DF08-86FA-91CF-FDFF-3072F74F1A3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005" r="26649" b="1"/>
          <a:stretch>
            <a:fillRect/>
          </a:stretch>
        </p:blipFill>
        <p:spPr bwMode="auto">
          <a:xfrm>
            <a:off x="20" y="-11113"/>
            <a:ext cx="5791180" cy="6880226"/>
          </a:xfrm>
          <a:prstGeom prst="rect">
            <a:avLst/>
          </a:prstGeom>
          <a:solidFill>
            <a:srgbClr val="FFFFFF"/>
          </a:solidFill>
        </p:spPr>
      </p:pic>
      <p:sp>
        <p:nvSpPr>
          <p:cNvPr id="3" name="テキスト プレースホルダー 2">
            <a:extLst>
              <a:ext uri="{FF2B5EF4-FFF2-40B4-BE49-F238E27FC236}">
                <a16:creationId xmlns:a16="http://schemas.microsoft.com/office/drawing/2014/main" id="{E528A039-EF50-7B4D-99E2-BBF3890526BB}"/>
              </a:ext>
            </a:extLst>
          </p:cNvPr>
          <p:cNvSpPr>
            <a:spLocks noGrp="1"/>
          </p:cNvSpPr>
          <p:nvPr>
            <p:ph type="body" sz="quarter" idx="11"/>
          </p:nvPr>
        </p:nvSpPr>
        <p:spPr>
          <a:xfrm>
            <a:off x="6299835" y="4568602"/>
            <a:ext cx="5486400" cy="1645920"/>
          </a:xfrm>
        </p:spPr>
        <p:txBody>
          <a:bodyPr rtlCol="0">
            <a:normAutofit/>
          </a:bodyPr>
          <a:lstStyle>
            <a:defPPr>
              <a:defRPr lang="ja-JP"/>
            </a:defPPr>
          </a:lstStyle>
          <a:p>
            <a:r>
              <a:rPr lang="ja-JP" altLang="en-US"/>
              <a:t>実際にアクセスをするとより実感しやすいと思うのでグローバル</a:t>
            </a:r>
            <a:r>
              <a:rPr lang="en-US" altLang="ja-JP"/>
              <a:t>IP</a:t>
            </a:r>
            <a:r>
              <a:rPr lang="ja-JP" altLang="en-US"/>
              <a:t>アドレスとドメインで接続してみましょう。</a:t>
            </a:r>
          </a:p>
        </p:txBody>
      </p:sp>
    </p:spTree>
    <p:extLst>
      <p:ext uri="{BB962C8B-B14F-4D97-AF65-F5344CB8AC3E}">
        <p14:creationId xmlns:p14="http://schemas.microsoft.com/office/powerpoint/2010/main" val="20214365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2AF86-40D2-1709-6EB9-8FD159A6EB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8D3EAB7-3D03-6068-77C7-EF900A4B2D7E}"/>
              </a:ext>
            </a:extLst>
          </p:cNvPr>
          <p:cNvSpPr>
            <a:spLocks noGrp="1"/>
          </p:cNvSpPr>
          <p:nvPr>
            <p:ph type="title"/>
          </p:nvPr>
        </p:nvSpPr>
        <p:spPr>
          <a:xfrm>
            <a:off x="575310" y="278129"/>
            <a:ext cx="5063490" cy="2354026"/>
          </a:xfrm>
        </p:spPr>
        <p:txBody>
          <a:bodyPr rtlCol="0" anchor="b">
            <a:normAutofit/>
          </a:bodyPr>
          <a:lstStyle>
            <a:defPPr>
              <a:defRPr lang="ja-JP"/>
            </a:defPPr>
          </a:lstStyle>
          <a:p>
            <a:pPr rtl="0"/>
            <a:r>
              <a:rPr lang="ja-JP" altLang="en-US" dirty="0"/>
              <a:t>計算してみましょう</a:t>
            </a:r>
            <a:endParaRPr lang="ja-JP" altLang="ja-JP" dirty="0"/>
          </a:p>
        </p:txBody>
      </p:sp>
      <p:sp>
        <p:nvSpPr>
          <p:cNvPr id="3" name="テキスト プレースホルダー 2">
            <a:extLst>
              <a:ext uri="{FF2B5EF4-FFF2-40B4-BE49-F238E27FC236}">
                <a16:creationId xmlns:a16="http://schemas.microsoft.com/office/drawing/2014/main" id="{12691209-F9EB-6C10-4717-6CA41BABAB28}"/>
              </a:ext>
            </a:extLst>
          </p:cNvPr>
          <p:cNvSpPr>
            <a:spLocks noGrp="1"/>
          </p:cNvSpPr>
          <p:nvPr>
            <p:ph sz="quarter" idx="16"/>
          </p:nvPr>
        </p:nvSpPr>
        <p:spPr>
          <a:xfrm>
            <a:off x="594360" y="3279579"/>
            <a:ext cx="5044440" cy="2994415"/>
          </a:xfrm>
        </p:spPr>
        <p:txBody>
          <a:bodyPr rtlCol="0">
            <a:normAutofit/>
          </a:bodyPr>
          <a:lstStyle>
            <a:defPPr>
              <a:defRPr lang="ja-JP"/>
            </a:defPPr>
          </a:lstStyle>
          <a:p>
            <a:r>
              <a:rPr lang="ja-JP" altLang="en-US" sz="1900" b="1" dirty="0"/>
              <a:t>ネットワークアドレスとブロードキャストアドレスの計算は</a:t>
            </a:r>
            <a:r>
              <a:rPr lang="en-US" altLang="ja-JP" sz="1900" b="1" dirty="0"/>
              <a:t>IPA</a:t>
            </a:r>
            <a:r>
              <a:rPr lang="ja-JP" altLang="en-US" sz="1900" b="1" dirty="0"/>
              <a:t>の資格試験でも出る事があるので実際にやってみましょう。</a:t>
            </a:r>
            <a:br>
              <a:rPr lang="en-US" altLang="ja-JP" sz="1900" b="1" dirty="0"/>
            </a:br>
            <a:r>
              <a:rPr lang="ja-JP" altLang="en-US" sz="1900" b="1" dirty="0"/>
              <a:t>下記サイトへアクセスすると問題に挑戦できます。</a:t>
            </a:r>
            <a:endParaRPr lang="en-US" altLang="ja-JP" sz="1900" b="1" dirty="0"/>
          </a:p>
          <a:p>
            <a:r>
              <a:rPr lang="en-US" altLang="ja-JP" sz="1900" dirty="0">
                <a:hlinkClick r:id="rId3"/>
              </a:rPr>
              <a:t>https://ping-t.com/modules/subnet/index.php?content_id=1</a:t>
            </a:r>
            <a:endParaRPr lang="ja-JP" altLang="en-US" sz="1900" dirty="0"/>
          </a:p>
        </p:txBody>
      </p:sp>
      <p:pic>
        <p:nvPicPr>
          <p:cNvPr id="12" name="図プレースホルダー 4" descr="店の名前が書いてある｜｜｜ｐ&#10;&#10;低い精度で自動的に生成された説明">
            <a:extLst>
              <a:ext uri="{FF2B5EF4-FFF2-40B4-BE49-F238E27FC236}">
                <a16:creationId xmlns:a16="http://schemas.microsoft.com/office/drawing/2014/main" id="{40617C84-9836-BBBF-6A38-C643B179DAB8}"/>
              </a:ext>
            </a:extLst>
          </p:cNvPr>
          <p:cNvPicPr>
            <a:picLocks noGrp="1" noChangeAspect="1"/>
          </p:cNvPicPr>
          <p:nvPr>
            <p:ph type="pic" sz="quarter" idx="15"/>
          </p:nvPr>
        </p:nvPicPr>
        <p:blipFill>
          <a:blip r:embed="rId4">
            <a:extLst>
              <a:ext uri="{28A0092B-C50C-407E-A947-70E740481C1C}">
                <a14:useLocalDpi xmlns:a14="http://schemas.microsoft.com/office/drawing/2010/main" val="0"/>
              </a:ext>
            </a:extLst>
          </a:blip>
          <a:srcRect b="7244"/>
          <a:stretch>
            <a:fillRect/>
          </a:stretch>
        </p:blipFill>
        <p:spPr>
          <a:xfrm>
            <a:off x="6096000" y="10"/>
            <a:ext cx="6118225" cy="6857990"/>
          </a:xfrm>
          <a:noFill/>
        </p:spPr>
      </p:pic>
    </p:spTree>
    <p:extLst>
      <p:ext uri="{BB962C8B-B14F-4D97-AF65-F5344CB8AC3E}">
        <p14:creationId xmlns:p14="http://schemas.microsoft.com/office/powerpoint/2010/main" val="6404830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30C5B-245D-99B6-044B-2F7E6325A46A}"/>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41258621-7BF3-D7DD-6E45-C7320613A9B4}"/>
              </a:ext>
            </a:extLst>
          </p:cNvPr>
          <p:cNvSpPr>
            <a:spLocks noGrp="1"/>
          </p:cNvSpPr>
          <p:nvPr>
            <p:ph type="ctrTitle"/>
          </p:nvPr>
        </p:nvSpPr>
        <p:spPr>
          <a:xfrm>
            <a:off x="4892040" y="487679"/>
            <a:ext cx="7162800" cy="3291840"/>
          </a:xfrm>
        </p:spPr>
        <p:txBody>
          <a:bodyPr rtlCol="0"/>
          <a:lstStyle>
            <a:defPPr>
              <a:defRPr lang="ja-JP"/>
            </a:defPPr>
          </a:lstStyle>
          <a:p>
            <a:pPr algn="r" rtl="0"/>
            <a:r>
              <a:rPr lang="en-US" altLang="ja-JP" dirty="0"/>
              <a:t>DHCP</a:t>
            </a:r>
            <a:r>
              <a:rPr lang="ja-JP" altLang="en-US" dirty="0"/>
              <a:t>について</a:t>
            </a:r>
            <a:endParaRPr lang="ja-JP" altLang="ja-JP" dirty="0"/>
          </a:p>
        </p:txBody>
      </p:sp>
    </p:spTree>
    <p:extLst>
      <p:ext uri="{BB962C8B-B14F-4D97-AF65-F5344CB8AC3E}">
        <p14:creationId xmlns:p14="http://schemas.microsoft.com/office/powerpoint/2010/main" val="410734845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A824A-C9C3-3D95-5509-CA2A363456C8}"/>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6BA4C6E1-8F07-4E3D-E4FF-D2C8B16AA6B8}"/>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en-US" altLang="ja-JP" dirty="0"/>
              <a:t>DHCP</a:t>
            </a:r>
            <a:r>
              <a:rPr lang="ja-JP" altLang="en-US" dirty="0"/>
              <a:t>とは</a:t>
            </a:r>
            <a:r>
              <a:rPr lang="en-US" altLang="ja-JP" dirty="0"/>
              <a:t>?</a:t>
            </a:r>
            <a:endParaRPr lang="ja-JP"/>
          </a:p>
        </p:txBody>
      </p:sp>
      <p:sp>
        <p:nvSpPr>
          <p:cNvPr id="4" name="コンテンツ プレースホルダー 3">
            <a:extLst>
              <a:ext uri="{FF2B5EF4-FFF2-40B4-BE49-F238E27FC236}">
                <a16:creationId xmlns:a16="http://schemas.microsoft.com/office/drawing/2014/main" id="{0C5DC20A-FEF0-5318-BE1D-A80E585F87BB}"/>
              </a:ext>
            </a:extLst>
          </p:cNvPr>
          <p:cNvSpPr>
            <a:spLocks noGrp="1"/>
          </p:cNvSpPr>
          <p:nvPr>
            <p:ph sz="quarter" idx="13"/>
          </p:nvPr>
        </p:nvSpPr>
        <p:spPr>
          <a:xfrm>
            <a:off x="3661410" y="1274887"/>
            <a:ext cx="6543948" cy="3674834"/>
          </a:xfrm>
        </p:spPr>
        <p:txBody>
          <a:bodyPr rtlCol="0">
            <a:normAutofit/>
          </a:bodyPr>
          <a:lstStyle>
            <a:defPPr>
              <a:defRPr lang="ja-JP"/>
            </a:defPPr>
          </a:lstStyle>
          <a:p>
            <a:r>
              <a:rPr lang="en-US" altLang="ja-JP" b="1" dirty="0"/>
              <a:t>DHCP</a:t>
            </a:r>
            <a:r>
              <a:rPr lang="ja-JP" altLang="en-US" b="1" dirty="0"/>
              <a:t>（</a:t>
            </a:r>
            <a:r>
              <a:rPr lang="en-US" altLang="ja-JP" b="1" dirty="0"/>
              <a:t>Dynamic Host Configuration Protocol</a:t>
            </a:r>
            <a:r>
              <a:rPr lang="ja-JP" altLang="en-US" b="1" dirty="0"/>
              <a:t>）</a:t>
            </a:r>
            <a:br>
              <a:rPr lang="ja-JP" altLang="en-US" dirty="0"/>
            </a:br>
            <a:r>
              <a:rPr lang="ja-JP" altLang="en-US" dirty="0"/>
              <a:t>→ ネットワーク上のノード（パソコンやスマホ、サーバーなど）に </a:t>
            </a:r>
            <a:r>
              <a:rPr lang="ja-JP" altLang="en-US" b="1" dirty="0"/>
              <a:t>自動で</a:t>
            </a:r>
            <a:r>
              <a:rPr lang="en-US" altLang="ja-JP" b="1" dirty="0"/>
              <a:t>IP</a:t>
            </a:r>
            <a:r>
              <a:rPr lang="ja-JP" altLang="en-US" b="1" dirty="0"/>
              <a:t>アドレスやネットワーク情報を割り当てる仕組み</a:t>
            </a:r>
            <a:r>
              <a:rPr lang="ja-JP" altLang="en-US" dirty="0"/>
              <a:t> です。</a:t>
            </a:r>
            <a:br>
              <a:rPr lang="en-US" altLang="ja-JP" dirty="0"/>
            </a:br>
            <a:br>
              <a:rPr lang="en-US" altLang="ja-JP" dirty="0"/>
            </a:br>
            <a:r>
              <a:rPr lang="ja-JP" altLang="en-US" dirty="0"/>
              <a:t>簡単に言うと：</a:t>
            </a:r>
          </a:p>
          <a:p>
            <a:pPr>
              <a:buFont typeface="Arial" panose="020B0604020202020204" pitchFamily="34" charset="0"/>
              <a:buChar char="•"/>
            </a:pPr>
            <a:r>
              <a:rPr lang="ja-JP" altLang="en-US" dirty="0"/>
              <a:t>「ネットワークに接続したら、勝手に</a:t>
            </a:r>
            <a:r>
              <a:rPr lang="en-US" altLang="ja-JP" dirty="0"/>
              <a:t>IP</a:t>
            </a:r>
            <a:r>
              <a:rPr lang="ja-JP" altLang="en-US" dirty="0"/>
              <a:t>アドレスをもらえるシステム」</a:t>
            </a:r>
          </a:p>
          <a:p>
            <a:pPr>
              <a:buFont typeface="Arial" panose="020B0604020202020204" pitchFamily="34" charset="0"/>
              <a:buChar char="•"/>
            </a:pPr>
            <a:r>
              <a:rPr lang="ja-JP" altLang="en-US" dirty="0"/>
              <a:t>手動で</a:t>
            </a:r>
            <a:r>
              <a:rPr lang="en-US" altLang="ja-JP" dirty="0"/>
              <a:t>IP</a:t>
            </a:r>
            <a:r>
              <a:rPr lang="ja-JP" altLang="en-US" dirty="0"/>
              <a:t>アドレスを設定する手間を省ける</a:t>
            </a:r>
            <a:endParaRPr lang="en-US" altLang="ja-JP" dirty="0"/>
          </a:p>
          <a:p>
            <a:r>
              <a:rPr lang="en-US" altLang="ja-JP" dirty="0"/>
              <a:t>DHCP</a:t>
            </a:r>
            <a:r>
              <a:rPr lang="ja-JP" altLang="en-US" dirty="0"/>
              <a:t>は </a:t>
            </a:r>
            <a:r>
              <a:rPr lang="en-US" altLang="ja-JP" b="1" dirty="0"/>
              <a:t>IP</a:t>
            </a:r>
            <a:r>
              <a:rPr lang="ja-JP" altLang="en-US" b="1" dirty="0"/>
              <a:t>アドレスだけでなく、ネットワーク接続に必要な情報も自動で設定</a:t>
            </a:r>
            <a:r>
              <a:rPr lang="ja-JP" altLang="en-US" dirty="0"/>
              <a:t>してくれます。</a:t>
            </a:r>
          </a:p>
          <a:p>
            <a:pPr rtl="0"/>
            <a:endParaRPr lang="ja-JP" dirty="0"/>
          </a:p>
        </p:txBody>
      </p:sp>
      <p:graphicFrame>
        <p:nvGraphicFramePr>
          <p:cNvPr id="8" name="表プレースホルダー 2">
            <a:extLst>
              <a:ext uri="{FF2B5EF4-FFF2-40B4-BE49-F238E27FC236}">
                <a16:creationId xmlns:a16="http://schemas.microsoft.com/office/drawing/2014/main" id="{C5DA55BA-502D-69C4-168F-8491EB3A6B8F}"/>
              </a:ext>
            </a:extLst>
          </p:cNvPr>
          <p:cNvGraphicFramePr>
            <a:graphicFrameLocks noGrp="1"/>
          </p:cNvGraphicFramePr>
          <p:nvPr>
            <p:ph sz="quarter" idx="14"/>
            <p:extLst>
              <p:ext uri="{D42A27DB-BD31-4B8C-83A1-F6EECF244321}">
                <p14:modId xmlns:p14="http://schemas.microsoft.com/office/powerpoint/2010/main" val="602759440"/>
              </p:ext>
            </p:extLst>
          </p:nvPr>
        </p:nvGraphicFramePr>
        <p:xfrm>
          <a:off x="603885" y="1553379"/>
          <a:ext cx="2825116" cy="2060312"/>
        </p:xfrm>
        <a:graphic>
          <a:graphicData uri="http://schemas.openxmlformats.org/drawingml/2006/table">
            <a:tbl>
              <a:tblPr firstRow="1" bandRow="1">
                <a:tableStyleId>{8A107856-5554-42FB-B03E-39F5DBC370BA}</a:tableStyleId>
              </a:tblPr>
              <a:tblGrid>
                <a:gridCol w="859560">
                  <a:extLst>
                    <a:ext uri="{9D8B030D-6E8A-4147-A177-3AD203B41FA5}">
                      <a16:colId xmlns:a16="http://schemas.microsoft.com/office/drawing/2014/main" val="149845700"/>
                    </a:ext>
                  </a:extLst>
                </a:gridCol>
                <a:gridCol w="1965556">
                  <a:extLst>
                    <a:ext uri="{9D8B030D-6E8A-4147-A177-3AD203B41FA5}">
                      <a16:colId xmlns:a16="http://schemas.microsoft.com/office/drawing/2014/main" val="3472639139"/>
                    </a:ext>
                  </a:extLst>
                </a:gridCol>
              </a:tblGrid>
              <a:tr h="467678">
                <a:tc>
                  <a:txBody>
                    <a:bodyPr/>
                    <a:lstStyle>
                      <a:defPPr>
                        <a:defRPr lang="ja-JP"/>
                      </a:defPPr>
                    </a:lstStyle>
                    <a:p>
                      <a:pPr algn="ctr" rtl="0"/>
                      <a:r>
                        <a:rPr lang="en-US" altLang="ja-JP" sz="1200" b="0"/>
                        <a:t>IP</a:t>
                      </a:r>
                      <a:r>
                        <a:rPr lang="ja-JP" altLang="en-US" sz="1200" b="0"/>
                        <a:t>アドレス</a:t>
                      </a:r>
                      <a:endParaRPr lang="ja-JP" altLang="en-US" sz="1200" b="0" noProof="0">
                        <a:latin typeface="Meiryo UI" panose="020B0604030504040204" pitchFamily="50" charset="-128"/>
                        <a:ea typeface="Meiryo UI" panose="020B0604030504040204" pitchFamily="50" charset="-128"/>
                      </a:endParaRPr>
                    </a:p>
                  </a:txBody>
                  <a:tcPr marL="63200" marR="63200" marT="31600" marB="31600" anchor="ctr"/>
                </a:tc>
                <a:tc>
                  <a:txBody>
                    <a:bodyPr/>
                    <a:lstStyle>
                      <a:defPPr>
                        <a:defRPr lang="ja-JP"/>
                      </a:defPPr>
                    </a:lstStyle>
                    <a:p>
                      <a:pPr algn="ctr" rtl="0"/>
                      <a:r>
                        <a:rPr lang="ja-JP" altLang="en-US" sz="1200" b="0" dirty="0"/>
                        <a:t>ネットワーク上で端末を識別するためのアドレス</a:t>
                      </a:r>
                      <a:endParaRPr lang="en-US" altLang="ja-JP" sz="1200" b="0" noProof="0" dirty="0">
                        <a:latin typeface="Meiryo UI" panose="020B0604030504040204" pitchFamily="50" charset="-128"/>
                        <a:ea typeface="Meiryo UI" panose="020B0604030504040204" pitchFamily="50" charset="-128"/>
                      </a:endParaRPr>
                    </a:p>
                  </a:txBody>
                  <a:tcPr marL="63200" marR="63200" marT="31600" marB="31600" anchor="ctr"/>
                </a:tc>
                <a:extLst>
                  <a:ext uri="{0D108BD9-81ED-4DB2-BD59-A6C34878D82A}">
                    <a16:rowId xmlns:a16="http://schemas.microsoft.com/office/drawing/2014/main" val="3873867931"/>
                  </a:ext>
                </a:extLst>
              </a:tr>
              <a:tr h="467678">
                <a:tc>
                  <a:txBody>
                    <a:bodyPr/>
                    <a:lstStyle>
                      <a:defPPr>
                        <a:defRPr lang="ja-JP"/>
                      </a:defPPr>
                    </a:lstStyle>
                    <a:p>
                      <a:pPr algn="ctr" rtl="0"/>
                      <a:r>
                        <a:rPr lang="ja-JP" altLang="en-US" sz="1200" dirty="0"/>
                        <a:t>サブネットマスク</a:t>
                      </a:r>
                      <a:endParaRPr lang="ja-JP" altLang="en-US" sz="1200" b="0" noProof="0" dirty="0">
                        <a:latin typeface="Meiryo UI" panose="020B0604030504040204" pitchFamily="50" charset="-128"/>
                        <a:ea typeface="Meiryo UI" panose="020B0604030504040204" pitchFamily="50" charset="-128"/>
                      </a:endParaRPr>
                    </a:p>
                  </a:txBody>
                  <a:tcPr marL="63200" marR="63200" marT="31600" marB="31600" anchor="ctr"/>
                </a:tc>
                <a:tc>
                  <a:txBody>
                    <a:bodyPr/>
                    <a:lstStyle>
                      <a:defPPr>
                        <a:defRPr lang="ja-JP"/>
                      </a:defPPr>
                    </a:lstStyle>
                    <a:p>
                      <a:pPr algn="ctr" rtl="0"/>
                      <a:r>
                        <a:rPr lang="ja-JP" altLang="en-US" sz="1200" dirty="0"/>
                        <a:t>ネットワーク部とホスト部を判別</a:t>
                      </a:r>
                      <a:endParaRPr lang="en-US" altLang="ja-JP" sz="1200" b="0" noProof="0" dirty="0">
                        <a:latin typeface="Meiryo UI" panose="020B0604030504040204" pitchFamily="50" charset="-128"/>
                        <a:ea typeface="Meiryo UI" panose="020B0604030504040204" pitchFamily="50" charset="-128"/>
                      </a:endParaRPr>
                    </a:p>
                  </a:txBody>
                  <a:tcPr marL="63200" marR="63200" marT="31600" marB="31600" anchor="ctr"/>
                </a:tc>
                <a:extLst>
                  <a:ext uri="{0D108BD9-81ED-4DB2-BD59-A6C34878D82A}">
                    <a16:rowId xmlns:a16="http://schemas.microsoft.com/office/drawing/2014/main" val="4061031278"/>
                  </a:ext>
                </a:extLst>
              </a:tr>
              <a:tr h="657278">
                <a:tc>
                  <a:txBody>
                    <a:bodyPr/>
                    <a:lstStyle>
                      <a:defPPr>
                        <a:defRPr lang="ja-JP"/>
                      </a:defPPr>
                    </a:lstStyle>
                    <a:p>
                      <a:pPr algn="ctr" rtl="0"/>
                      <a:r>
                        <a:rPr lang="ja-JP" altLang="en-US" sz="1200" dirty="0"/>
                        <a:t>デフォルトゲートウェイ</a:t>
                      </a:r>
                      <a:endParaRPr lang="en-US" altLang="ja-JP" sz="1200" b="0" noProof="0" dirty="0">
                        <a:latin typeface="Meiryo UI" panose="020B0604030504040204" pitchFamily="50" charset="-128"/>
                        <a:ea typeface="Meiryo UI" panose="020B0604030504040204" pitchFamily="50" charset="-128"/>
                      </a:endParaRPr>
                    </a:p>
                  </a:txBody>
                  <a:tcPr marL="63200" marR="63200" marT="31600" marB="31600" anchor="ctr"/>
                </a:tc>
                <a:tc>
                  <a:txBody>
                    <a:bodyPr/>
                    <a:lstStyle>
                      <a:defPPr>
                        <a:defRPr lang="ja-JP"/>
                      </a:defPPr>
                    </a:lstStyle>
                    <a:p>
                      <a:pPr algn="ctr" rtl="0"/>
                      <a:r>
                        <a:rPr lang="ja-JP" altLang="en-US" sz="1200" dirty="0"/>
                        <a:t>外部ネットワークに出る際の出口ルーター</a:t>
                      </a:r>
                      <a:endParaRPr lang="en-US" altLang="ja-JP" sz="1200" b="0" noProof="0" dirty="0">
                        <a:latin typeface="Meiryo UI" panose="020B0604030504040204" pitchFamily="50" charset="-128"/>
                        <a:ea typeface="Meiryo UI" panose="020B0604030504040204" pitchFamily="50" charset="-128"/>
                      </a:endParaRPr>
                    </a:p>
                  </a:txBody>
                  <a:tcPr marL="63200" marR="63200" marT="31600" marB="31600" anchor="ctr"/>
                </a:tc>
                <a:extLst>
                  <a:ext uri="{0D108BD9-81ED-4DB2-BD59-A6C34878D82A}">
                    <a16:rowId xmlns:a16="http://schemas.microsoft.com/office/drawing/2014/main" val="3591840781"/>
                  </a:ext>
                </a:extLst>
              </a:tr>
              <a:tr h="467678">
                <a:tc>
                  <a:txBody>
                    <a:bodyPr/>
                    <a:lstStyle>
                      <a:defPPr>
                        <a:defRPr lang="ja-JP"/>
                      </a:defPPr>
                    </a:lstStyle>
                    <a:p>
                      <a:pPr algn="ctr" rtl="0"/>
                      <a:r>
                        <a:rPr lang="en-US" altLang="ja-JP" sz="1200"/>
                        <a:t>DNS</a:t>
                      </a:r>
                      <a:r>
                        <a:rPr lang="ja-JP" altLang="en-US" sz="1200"/>
                        <a:t>サーバー</a:t>
                      </a:r>
                      <a:endParaRPr lang="en-US" altLang="ja-JP" sz="1200" b="0" noProof="0">
                        <a:latin typeface="Meiryo UI" panose="020B0604030504040204" pitchFamily="50" charset="-128"/>
                        <a:ea typeface="Meiryo UI" panose="020B0604030504040204" pitchFamily="50" charset="-128"/>
                      </a:endParaRPr>
                    </a:p>
                  </a:txBody>
                  <a:tcPr marL="63200" marR="63200" marT="31600" marB="31600" anchor="ctr"/>
                </a:tc>
                <a:tc>
                  <a:txBody>
                    <a:bodyPr/>
                    <a:lstStyle>
                      <a:defPPr>
                        <a:defRPr lang="ja-JP"/>
                      </a:defPPr>
                    </a:lstStyle>
                    <a:p>
                      <a:pPr algn="ctr" rtl="0"/>
                      <a:r>
                        <a:rPr lang="ja-JP" altLang="en-US" sz="1200" dirty="0"/>
                        <a:t>ドメイン名を</a:t>
                      </a:r>
                      <a:r>
                        <a:rPr lang="en-US" altLang="ja-JP" sz="1200" dirty="0"/>
                        <a:t>IP</a:t>
                      </a:r>
                      <a:r>
                        <a:rPr lang="ja-JP" altLang="en-US" sz="1200" dirty="0"/>
                        <a:t>アドレスに変換するサーバー</a:t>
                      </a:r>
                      <a:endParaRPr lang="en-US" altLang="ja-JP" sz="1200" b="0" noProof="0" dirty="0">
                        <a:latin typeface="Meiryo UI" panose="020B0604030504040204" pitchFamily="50" charset="-128"/>
                        <a:ea typeface="Meiryo UI" panose="020B0604030504040204" pitchFamily="50" charset="-128"/>
                      </a:endParaRPr>
                    </a:p>
                  </a:txBody>
                  <a:tcPr marL="63200" marR="63200" marT="31600" marB="31600" anchor="ctr"/>
                </a:tc>
                <a:extLst>
                  <a:ext uri="{0D108BD9-81ED-4DB2-BD59-A6C34878D82A}">
                    <a16:rowId xmlns:a16="http://schemas.microsoft.com/office/drawing/2014/main" val="335389741"/>
                  </a:ext>
                </a:extLst>
              </a:tr>
            </a:tbl>
          </a:graphicData>
        </a:graphic>
      </p:graphicFrame>
    </p:spTree>
    <p:extLst>
      <p:ext uri="{BB962C8B-B14F-4D97-AF65-F5344CB8AC3E}">
        <p14:creationId xmlns:p14="http://schemas.microsoft.com/office/powerpoint/2010/main" val="88203190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C30A2-BCEC-4FA7-11F5-4B0E69542EF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FD7880-E43D-2793-684D-7047C1D0DE14}"/>
              </a:ext>
            </a:extLst>
          </p:cNvPr>
          <p:cNvSpPr>
            <a:spLocks noGrp="1"/>
          </p:cNvSpPr>
          <p:nvPr>
            <p:ph type="title"/>
          </p:nvPr>
        </p:nvSpPr>
        <p:spPr>
          <a:xfrm>
            <a:off x="3661409" y="4661717"/>
            <a:ext cx="7936230" cy="1380760"/>
          </a:xfrm>
        </p:spPr>
        <p:txBody>
          <a:bodyPr vert="horz" lIns="0" tIns="0" rIns="0" bIns="0" rtlCol="0" anchor="b" anchorCtr="0">
            <a:normAutofit/>
          </a:bodyPr>
          <a:lstStyle>
            <a:defPPr>
              <a:defRPr lang="ja-JP"/>
            </a:defPPr>
          </a:lstStyle>
          <a:p>
            <a:r>
              <a:rPr kumimoji="1" lang="ja-JP" altLang="en-US" b="1" i="0" kern="1200" spc="100" baseline="0">
                <a:latin typeface="Meiryo UI" panose="020B0604030504040204" pitchFamily="50" charset="-128"/>
                <a:ea typeface="Meiryo UI" panose="020B0604030504040204" pitchFamily="50" charset="-128"/>
                <a:cs typeface="+mj-cs"/>
              </a:rPr>
              <a:t>DHCPを使わない場合</a:t>
            </a:r>
          </a:p>
        </p:txBody>
      </p:sp>
      <p:sp>
        <p:nvSpPr>
          <p:cNvPr id="4" name="テキスト ボックス 3">
            <a:extLst>
              <a:ext uri="{FF2B5EF4-FFF2-40B4-BE49-F238E27FC236}">
                <a16:creationId xmlns:a16="http://schemas.microsoft.com/office/drawing/2014/main" id="{8ED115DB-4D03-B2B8-3E2F-87759E32113E}"/>
              </a:ext>
            </a:extLst>
          </p:cNvPr>
          <p:cNvSpPr txBox="1"/>
          <p:nvPr/>
        </p:nvSpPr>
        <p:spPr>
          <a:xfrm>
            <a:off x="603885" y="584005"/>
            <a:ext cx="2825115" cy="3999060"/>
          </a:xfrm>
          <a:prstGeom prst="rect">
            <a:avLst/>
          </a:prstGeom>
        </p:spPr>
        <p:txBody>
          <a:bodyPr vert="horz" lIns="0" tIns="274320" rIns="91440" bIns="45720" rtlCol="0">
            <a:normAutofit/>
          </a:bodyPr>
          <a:lstStyle/>
          <a:p>
            <a:pPr>
              <a:lnSpc>
                <a:spcPct val="90000"/>
              </a:lnSpc>
              <a:spcBef>
                <a:spcPts val="1800"/>
              </a:spcBef>
            </a:pPr>
            <a:r>
              <a:rPr kumimoji="1" lang="en-US" altLang="ja-JP" sz="2000" dirty="0">
                <a:solidFill>
                  <a:schemeClr val="bg1"/>
                </a:solidFill>
                <a:latin typeface="Meiryo UI" panose="020B0604030504040204" pitchFamily="50" charset="-128"/>
                <a:ea typeface="Meiryo UI" panose="020B0604030504040204" pitchFamily="50" charset="-128"/>
              </a:rPr>
              <a:t>DHCP</a:t>
            </a:r>
            <a:r>
              <a:rPr kumimoji="1" lang="ja-JP" altLang="en-US" sz="2000" dirty="0">
                <a:solidFill>
                  <a:schemeClr val="bg1"/>
                </a:solidFill>
                <a:latin typeface="Meiryo UI" panose="020B0604030504040204" pitchFamily="50" charset="-128"/>
                <a:ea typeface="Meiryo UI" panose="020B0604030504040204" pitchFamily="50" charset="-128"/>
              </a:rPr>
              <a:t>はネットワーク知識がなくても自動で設定してくれるので、非常に便利な仕組みです。</a:t>
            </a:r>
            <a:endParaRPr kumimoji="1" lang="en-US" altLang="ja-JP" sz="2000" dirty="0">
              <a:solidFill>
                <a:schemeClr val="bg1"/>
              </a:solidFill>
              <a:latin typeface="Meiryo UI" panose="020B0604030504040204" pitchFamily="50" charset="-128"/>
              <a:ea typeface="Meiryo UI" panose="020B0604030504040204" pitchFamily="50" charset="-128"/>
            </a:endParaRPr>
          </a:p>
          <a:p>
            <a:pPr>
              <a:lnSpc>
                <a:spcPct val="90000"/>
              </a:lnSpc>
              <a:spcBef>
                <a:spcPts val="1800"/>
              </a:spcBef>
            </a:pPr>
            <a:r>
              <a:rPr kumimoji="1" lang="ja-JP" altLang="en-US" sz="2000" dirty="0">
                <a:solidFill>
                  <a:schemeClr val="bg1"/>
                </a:solidFill>
                <a:latin typeface="Meiryo UI" panose="020B0604030504040204" pitchFamily="50" charset="-128"/>
                <a:ea typeface="Meiryo UI" panose="020B0604030504040204" pitchFamily="50" charset="-128"/>
              </a:rPr>
              <a:t>しかし右記のような例でだとリース更新やノードの再起動で</a:t>
            </a:r>
            <a:r>
              <a:rPr kumimoji="1" lang="en-US" altLang="ja-JP" sz="2000" dirty="0">
                <a:solidFill>
                  <a:schemeClr val="bg1"/>
                </a:solidFill>
                <a:latin typeface="Meiryo UI" panose="020B0604030504040204" pitchFamily="50" charset="-128"/>
                <a:ea typeface="Meiryo UI" panose="020B0604030504040204" pitchFamily="50" charset="-128"/>
              </a:rPr>
              <a:t>IP</a:t>
            </a:r>
            <a:r>
              <a:rPr kumimoji="1" lang="ja-JP" altLang="en-US" sz="2000" dirty="0">
                <a:solidFill>
                  <a:schemeClr val="bg1"/>
                </a:solidFill>
                <a:latin typeface="Meiryo UI" panose="020B0604030504040204" pitchFamily="50" charset="-128"/>
                <a:ea typeface="Meiryo UI" panose="020B0604030504040204" pitchFamily="50" charset="-128"/>
              </a:rPr>
              <a:t>が変わる可能性があり設定も都度変える必要が出てくるので不向きなことがあります。</a:t>
            </a:r>
            <a:endParaRPr kumimoji="1" lang="en-US" altLang="ja-JP" sz="2000" dirty="0">
              <a:solidFill>
                <a:schemeClr val="bg1"/>
              </a:solidFill>
              <a:latin typeface="Meiryo UI" panose="020B0604030504040204" pitchFamily="50" charset="-128"/>
              <a:ea typeface="Meiryo UI" panose="020B0604030504040204" pitchFamily="50" charset="-128"/>
            </a:endParaRPr>
          </a:p>
          <a:p>
            <a:pPr>
              <a:lnSpc>
                <a:spcPct val="90000"/>
              </a:lnSpc>
              <a:spcBef>
                <a:spcPts val="1800"/>
              </a:spcBef>
            </a:pPr>
            <a:endParaRPr kumimoji="1" lang="en-US" altLang="ja-JP" sz="2000" dirty="0">
              <a:solidFill>
                <a:schemeClr val="bg1"/>
              </a:solidFill>
              <a:latin typeface="Meiryo UI" panose="020B0604030504040204" pitchFamily="50" charset="-128"/>
              <a:ea typeface="Meiryo UI" panose="020B0604030504040204" pitchFamily="50" charset="-128"/>
            </a:endParaRPr>
          </a:p>
        </p:txBody>
      </p:sp>
      <p:graphicFrame>
        <p:nvGraphicFramePr>
          <p:cNvPr id="6" name="テキスト プレースホルダー 2">
            <a:extLst>
              <a:ext uri="{FF2B5EF4-FFF2-40B4-BE49-F238E27FC236}">
                <a16:creationId xmlns:a16="http://schemas.microsoft.com/office/drawing/2014/main" id="{C7B9BE00-35BF-C768-6DEC-CB3975E6DC65}"/>
              </a:ext>
            </a:extLst>
          </p:cNvPr>
          <p:cNvGraphicFramePr>
            <a:graphicFrameLocks noGrp="1"/>
          </p:cNvGraphicFramePr>
          <p:nvPr>
            <p:ph sz="quarter" idx="13"/>
            <p:extLst>
              <p:ext uri="{D42A27DB-BD31-4B8C-83A1-F6EECF244321}">
                <p14:modId xmlns:p14="http://schemas.microsoft.com/office/powerpoint/2010/main" val="3813933769"/>
              </p:ext>
            </p:extLst>
          </p:nvPr>
        </p:nvGraphicFramePr>
        <p:xfrm>
          <a:off x="3670934" y="584005"/>
          <a:ext cx="7926705" cy="39990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0561900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9F2D094-D1D0-EEBE-A8D8-5AF6E5E9F89C}"/>
              </a:ext>
            </a:extLst>
          </p:cNvPr>
          <p:cNvSpPr>
            <a:spLocks noGrp="1"/>
          </p:cNvSpPr>
          <p:nvPr>
            <p:ph type="title"/>
          </p:nvPr>
        </p:nvSpPr>
        <p:spPr>
          <a:xfrm>
            <a:off x="594360" y="189572"/>
            <a:ext cx="6787747" cy="1593507"/>
          </a:xfrm>
        </p:spPr>
        <p:txBody>
          <a:bodyPr anchor="b">
            <a:normAutofit/>
          </a:bodyPr>
          <a:lstStyle/>
          <a:p>
            <a:r>
              <a:rPr lang="en-US" altLang="ja-JP" dirty="0"/>
              <a:t>DHCP</a:t>
            </a:r>
            <a:r>
              <a:rPr lang="ja-JP" altLang="en-US" dirty="0"/>
              <a:t>範囲について</a:t>
            </a:r>
            <a:endParaRPr lang="en-US" dirty="0"/>
          </a:p>
        </p:txBody>
      </p:sp>
      <p:sp>
        <p:nvSpPr>
          <p:cNvPr id="10" name="Content Placeholder 2">
            <a:extLst>
              <a:ext uri="{FF2B5EF4-FFF2-40B4-BE49-F238E27FC236}">
                <a16:creationId xmlns:a16="http://schemas.microsoft.com/office/drawing/2014/main" id="{11738B33-C86F-1354-EAF4-C5355289171B}"/>
              </a:ext>
            </a:extLst>
          </p:cNvPr>
          <p:cNvSpPr>
            <a:spLocks noGrp="1"/>
          </p:cNvSpPr>
          <p:nvPr>
            <p:ph sz="quarter" idx="13"/>
          </p:nvPr>
        </p:nvSpPr>
        <p:spPr>
          <a:xfrm>
            <a:off x="594359" y="2281918"/>
            <a:ext cx="6787747" cy="3708517"/>
          </a:xfrm>
        </p:spPr>
        <p:txBody>
          <a:bodyPr>
            <a:normAutofit/>
          </a:bodyPr>
          <a:lstStyle/>
          <a:p>
            <a:pPr marL="0" indent="0">
              <a:buNone/>
            </a:pPr>
            <a:r>
              <a:rPr lang="en-US" altLang="ja-JP" dirty="0"/>
              <a:t>DHCP</a:t>
            </a:r>
            <a:r>
              <a:rPr lang="ja-JP" altLang="en-US" dirty="0"/>
              <a:t>では、</a:t>
            </a:r>
            <a:r>
              <a:rPr lang="en-US" altLang="ja-JP" dirty="0"/>
              <a:t>IP</a:t>
            </a:r>
            <a:r>
              <a:rPr lang="ja-JP" altLang="en-US" dirty="0"/>
              <a:t>アドレスを自動で配るための「範囲」を決めることができます。</a:t>
            </a:r>
            <a:endParaRPr lang="en-US" altLang="ja-JP" dirty="0"/>
          </a:p>
          <a:p>
            <a:pPr marL="0" indent="0">
              <a:buNone/>
            </a:pPr>
            <a:r>
              <a:rPr lang="ja-JP" altLang="en-US" dirty="0"/>
              <a:t>その範囲内のアドレスは自動で割り当てられ、それ以外のアドレスは手動で設定すれば固定</a:t>
            </a:r>
            <a:r>
              <a:rPr lang="en-US" altLang="ja-JP" dirty="0"/>
              <a:t>IP</a:t>
            </a:r>
            <a:r>
              <a:rPr lang="ja-JP" altLang="en-US" dirty="0"/>
              <a:t>として使えます。</a:t>
            </a:r>
            <a:endParaRPr lang="en-US" altLang="ja-JP" dirty="0"/>
          </a:p>
          <a:p>
            <a:pPr marL="0" indent="0">
              <a:buNone/>
            </a:pPr>
            <a:r>
              <a:rPr lang="ja-JP" altLang="en-US" dirty="0"/>
              <a:t>必要に応じて、この範囲は</a:t>
            </a:r>
            <a:r>
              <a:rPr lang="en-US" altLang="ja-JP" dirty="0"/>
              <a:t>DHCP</a:t>
            </a:r>
            <a:r>
              <a:rPr lang="ja-JP" altLang="en-US" dirty="0"/>
              <a:t>サーバーの設定で変更できます。一般家庭では、ルーターが</a:t>
            </a:r>
            <a:r>
              <a:rPr lang="en-US" altLang="ja-JP" dirty="0"/>
              <a:t>DHCP</a:t>
            </a:r>
            <a:r>
              <a:rPr lang="ja-JP" altLang="en-US" dirty="0"/>
              <a:t>サーバーの役割をしています。</a:t>
            </a:r>
          </a:p>
          <a:p>
            <a:pPr marL="0" indent="0">
              <a:buNone/>
            </a:pPr>
            <a:endParaRPr lang="en-US" altLang="ja-JP" dirty="0"/>
          </a:p>
        </p:txBody>
      </p:sp>
    </p:spTree>
    <p:extLst>
      <p:ext uri="{BB962C8B-B14F-4D97-AF65-F5344CB8AC3E}">
        <p14:creationId xmlns:p14="http://schemas.microsoft.com/office/powerpoint/2010/main" val="321396154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63C04-0A55-6782-0CDA-B4E14A0B4521}"/>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BB6E429C-BB9C-F965-6BC7-A806C34A70AC}"/>
              </a:ext>
            </a:extLst>
          </p:cNvPr>
          <p:cNvSpPr>
            <a:spLocks noGrp="1"/>
          </p:cNvSpPr>
          <p:nvPr>
            <p:ph type="ctrTitle"/>
          </p:nvPr>
        </p:nvSpPr>
        <p:spPr>
          <a:xfrm>
            <a:off x="4892040" y="487679"/>
            <a:ext cx="7162800" cy="3291840"/>
          </a:xfrm>
        </p:spPr>
        <p:txBody>
          <a:bodyPr rtlCol="0"/>
          <a:lstStyle>
            <a:defPPr>
              <a:defRPr lang="ja-JP"/>
            </a:defPPr>
          </a:lstStyle>
          <a:p>
            <a:pPr algn="r" rtl="0"/>
            <a:r>
              <a:rPr lang="en-US" altLang="ja-JP" dirty="0"/>
              <a:t>DNS</a:t>
            </a:r>
            <a:r>
              <a:rPr lang="ja-JP" altLang="en-US" dirty="0"/>
              <a:t>について</a:t>
            </a:r>
            <a:endParaRPr lang="ja-JP" altLang="ja-JP" dirty="0"/>
          </a:p>
        </p:txBody>
      </p:sp>
    </p:spTree>
    <p:extLst>
      <p:ext uri="{BB962C8B-B14F-4D97-AF65-F5344CB8AC3E}">
        <p14:creationId xmlns:p14="http://schemas.microsoft.com/office/powerpoint/2010/main" val="139001618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515BD-9E57-222A-EA14-6507AD8BE86A}"/>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3CAC5AB7-9A2F-DFF6-2827-C610C11DC9CA}"/>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en-US" altLang="ja-JP" dirty="0"/>
              <a:t>DNS</a:t>
            </a:r>
            <a:r>
              <a:rPr lang="ja-JP" altLang="en-US" dirty="0"/>
              <a:t>とは</a:t>
            </a:r>
            <a:r>
              <a:rPr lang="en-US" altLang="ja-JP" dirty="0"/>
              <a:t>?</a:t>
            </a:r>
            <a:endParaRPr lang="ja-JP" dirty="0"/>
          </a:p>
        </p:txBody>
      </p:sp>
      <p:sp>
        <p:nvSpPr>
          <p:cNvPr id="4" name="コンテンツ プレースホルダー 3">
            <a:extLst>
              <a:ext uri="{FF2B5EF4-FFF2-40B4-BE49-F238E27FC236}">
                <a16:creationId xmlns:a16="http://schemas.microsoft.com/office/drawing/2014/main" id="{C03E23A6-5FFD-9433-CBEF-801FFD02895D}"/>
              </a:ext>
            </a:extLst>
          </p:cNvPr>
          <p:cNvSpPr>
            <a:spLocks noGrp="1"/>
          </p:cNvSpPr>
          <p:nvPr>
            <p:ph sz="quarter" idx="13"/>
          </p:nvPr>
        </p:nvSpPr>
        <p:spPr>
          <a:xfrm>
            <a:off x="620485" y="584005"/>
            <a:ext cx="10980963" cy="3999060"/>
          </a:xfrm>
        </p:spPr>
        <p:txBody>
          <a:bodyPr rtlCol="0">
            <a:normAutofit lnSpcReduction="10000"/>
          </a:bodyPr>
          <a:lstStyle>
            <a:defPPr>
              <a:defRPr lang="ja-JP"/>
            </a:defPPr>
          </a:lstStyle>
          <a:p>
            <a:r>
              <a:rPr lang="en-US" altLang="ja-JP" dirty="0"/>
              <a:t>DNS</a:t>
            </a:r>
            <a:r>
              <a:rPr lang="ja-JP" altLang="en-US" dirty="0"/>
              <a:t>（</a:t>
            </a:r>
            <a:r>
              <a:rPr lang="en-US" altLang="ja-JP" dirty="0"/>
              <a:t>Domain Name System</a:t>
            </a:r>
            <a:r>
              <a:rPr lang="ja-JP" altLang="en-US" dirty="0"/>
              <a:t>／ドメインネームシステム）</a:t>
            </a:r>
            <a:br>
              <a:rPr lang="ja-JP" altLang="en-US" dirty="0"/>
            </a:br>
            <a:r>
              <a:rPr lang="en-US" altLang="ja-JP" dirty="0"/>
              <a:t>-&gt;</a:t>
            </a:r>
            <a:r>
              <a:rPr lang="ja-JP" altLang="en-US" b="1" dirty="0"/>
              <a:t> 「人が覚えやすい名前</a:t>
            </a:r>
            <a:r>
              <a:rPr lang="en-US" altLang="ja-JP" dirty="0"/>
              <a:t>=&gt;</a:t>
            </a:r>
            <a:r>
              <a:rPr lang="ja-JP" altLang="en-US" b="1" dirty="0"/>
              <a:t>「コンピュータが使う数字」</a:t>
            </a:r>
            <a:r>
              <a:rPr lang="ja-JP" altLang="en-US" dirty="0"/>
              <a:t>に変換してくれる仕組み。</a:t>
            </a:r>
            <a:br>
              <a:rPr lang="ja-JP" altLang="en-US" dirty="0"/>
            </a:br>
            <a:r>
              <a:rPr lang="ja-JP" altLang="en-US" dirty="0"/>
              <a:t>簡単に言うと：</a:t>
            </a:r>
            <a:br>
              <a:rPr lang="ja-JP" altLang="en-US" dirty="0"/>
            </a:br>
            <a:r>
              <a:rPr lang="ja-JP" altLang="en-US" dirty="0"/>
              <a:t>「インターネットの電話帳」のようなものです。</a:t>
            </a:r>
          </a:p>
          <a:p>
            <a:pPr>
              <a:buFont typeface="Arial" panose="020B0604020202020204" pitchFamily="34" charset="0"/>
              <a:buChar char="•"/>
            </a:pPr>
            <a:r>
              <a:rPr lang="ja-JP" altLang="en-US" dirty="0"/>
              <a:t>人間が使う名前（ドメイン名）： </a:t>
            </a:r>
            <a:r>
              <a:rPr lang="en-US" altLang="ja-JP" dirty="0">
                <a:hlinkClick r:id="rId3"/>
              </a:rPr>
              <a:t>www.google.com</a:t>
            </a:r>
            <a:endParaRPr lang="en-US" altLang="ja-JP" dirty="0"/>
          </a:p>
          <a:p>
            <a:pPr>
              <a:buFont typeface="Arial" panose="020B0604020202020204" pitchFamily="34" charset="0"/>
              <a:buChar char="•"/>
            </a:pPr>
            <a:r>
              <a:rPr lang="ja-JP" altLang="en-US" dirty="0"/>
              <a:t>コンピュータが理解する番号（</a:t>
            </a:r>
            <a:r>
              <a:rPr lang="en-US" altLang="ja-JP" dirty="0"/>
              <a:t>IP</a:t>
            </a:r>
            <a:r>
              <a:rPr lang="ja-JP" altLang="en-US" dirty="0"/>
              <a:t>アドレス）： </a:t>
            </a:r>
            <a:r>
              <a:rPr lang="en-US" altLang="ja-JP" dirty="0"/>
              <a:t>142.250.199.68</a:t>
            </a:r>
          </a:p>
          <a:p>
            <a:r>
              <a:rPr lang="ja-JP" altLang="en-US" dirty="0"/>
              <a:t>インターネット上の通信は、実際には </a:t>
            </a:r>
            <a:r>
              <a:rPr lang="en-US" altLang="ja-JP" b="1" dirty="0"/>
              <a:t>IP</a:t>
            </a:r>
            <a:r>
              <a:rPr lang="ja-JP" altLang="en-US" b="1" dirty="0"/>
              <a:t>アドレス</a:t>
            </a:r>
            <a:r>
              <a:rPr lang="ja-JP" altLang="en-US" dirty="0"/>
              <a:t> を使って行われます。</a:t>
            </a:r>
            <a:br>
              <a:rPr lang="ja-JP" altLang="en-US" dirty="0"/>
            </a:br>
            <a:r>
              <a:rPr lang="ja-JP" altLang="en-US" dirty="0"/>
              <a:t>しかし、数字の羅列は覚えるのが大変なため、</a:t>
            </a:r>
            <a:br>
              <a:rPr lang="ja-JP" altLang="en-US" dirty="0"/>
            </a:br>
            <a:r>
              <a:rPr lang="en-US" altLang="ja-JP" dirty="0"/>
              <a:t>DNS</a:t>
            </a:r>
            <a:r>
              <a:rPr lang="ja-JP" altLang="en-US" dirty="0"/>
              <a:t>が </a:t>
            </a:r>
            <a:r>
              <a:rPr lang="ja-JP" altLang="en-US" b="1" dirty="0"/>
              <a:t>人間に分かりやすいドメイン名と</a:t>
            </a:r>
            <a:r>
              <a:rPr lang="en-US" altLang="ja-JP" b="1" dirty="0"/>
              <a:t>IP</a:t>
            </a:r>
            <a:r>
              <a:rPr lang="ja-JP" altLang="en-US" b="1" dirty="0"/>
              <a:t>アドレスを対応づけて</a:t>
            </a:r>
            <a:r>
              <a:rPr lang="ja-JP" altLang="en-US" dirty="0"/>
              <a:t> くれています。</a:t>
            </a:r>
            <a:endParaRPr lang="en-US" altLang="ja-JP" dirty="0"/>
          </a:p>
          <a:p>
            <a:r>
              <a:rPr lang="ja-JP" altLang="en-US" dirty="0"/>
              <a:t>「名前解決」という言葉を聞いたことがある人もいるかもしれませんが、</a:t>
            </a:r>
            <a:br>
              <a:rPr lang="ja-JP" altLang="en-US" dirty="0"/>
            </a:br>
            <a:r>
              <a:rPr lang="ja-JP" altLang="en-US" dirty="0"/>
              <a:t>これは </a:t>
            </a:r>
            <a:r>
              <a:rPr lang="ja-JP" altLang="en-US" b="1" dirty="0"/>
              <a:t>ドメイン名から</a:t>
            </a:r>
            <a:r>
              <a:rPr lang="en-US" altLang="ja-JP" b="1" dirty="0"/>
              <a:t>IP</a:t>
            </a:r>
            <a:r>
              <a:rPr lang="ja-JP" altLang="en-US" b="1" dirty="0"/>
              <a:t>アドレスを調べる処理</a:t>
            </a:r>
            <a:r>
              <a:rPr lang="ja-JP" altLang="en-US" dirty="0"/>
              <a:t> のことを指しており、</a:t>
            </a:r>
            <a:r>
              <a:rPr lang="en-US" altLang="ja-JP" dirty="0"/>
              <a:t>DNS</a:t>
            </a:r>
            <a:r>
              <a:rPr lang="ja-JP" altLang="en-US" dirty="0"/>
              <a:t>と深く関係しています。</a:t>
            </a:r>
            <a:endParaRPr lang="en-US" altLang="ja-JP" dirty="0"/>
          </a:p>
        </p:txBody>
      </p:sp>
    </p:spTree>
    <p:extLst>
      <p:ext uri="{BB962C8B-B14F-4D97-AF65-F5344CB8AC3E}">
        <p14:creationId xmlns:p14="http://schemas.microsoft.com/office/powerpoint/2010/main" val="278835926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51C29-3433-2D19-4CF8-B2D5B51B27CB}"/>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BEC3A4BE-C342-D57D-BAE7-3EECD2F66549}"/>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en-US" altLang="ja-JP" dirty="0"/>
              <a:t>hosts</a:t>
            </a:r>
            <a:r>
              <a:rPr lang="ja-JP" altLang="en-US" dirty="0"/>
              <a:t>ファイルとは</a:t>
            </a:r>
            <a:r>
              <a:rPr lang="en-US" altLang="ja-JP" dirty="0"/>
              <a:t>?</a:t>
            </a:r>
            <a:endParaRPr lang="ja-JP" dirty="0"/>
          </a:p>
        </p:txBody>
      </p:sp>
      <p:sp>
        <p:nvSpPr>
          <p:cNvPr id="4" name="コンテンツ プレースホルダー 3">
            <a:extLst>
              <a:ext uri="{FF2B5EF4-FFF2-40B4-BE49-F238E27FC236}">
                <a16:creationId xmlns:a16="http://schemas.microsoft.com/office/drawing/2014/main" id="{217C8A22-B27D-BBAC-B9F4-5C7D8419353C}"/>
              </a:ext>
            </a:extLst>
          </p:cNvPr>
          <p:cNvSpPr>
            <a:spLocks noGrp="1"/>
          </p:cNvSpPr>
          <p:nvPr>
            <p:ph sz="quarter" idx="13"/>
          </p:nvPr>
        </p:nvSpPr>
        <p:spPr>
          <a:xfrm>
            <a:off x="620485" y="584004"/>
            <a:ext cx="10980963" cy="4902395"/>
          </a:xfrm>
        </p:spPr>
        <p:txBody>
          <a:bodyPr rtlCol="0">
            <a:normAutofit/>
          </a:bodyPr>
          <a:lstStyle>
            <a:defPPr>
              <a:defRPr lang="ja-JP"/>
            </a:defPPr>
          </a:lstStyle>
          <a:p>
            <a:r>
              <a:rPr lang="en-US" altLang="ja-JP" dirty="0"/>
              <a:t>DNS</a:t>
            </a:r>
            <a:r>
              <a:rPr lang="ja-JP" altLang="en-US" dirty="0"/>
              <a:t>という技術が登場するまでは、各ノード（コンピュータ）に </a:t>
            </a:r>
            <a:r>
              <a:rPr lang="en-US" altLang="ja-JP" b="1" dirty="0"/>
              <a:t>hosts </a:t>
            </a:r>
            <a:r>
              <a:rPr lang="ja-JP" altLang="en-US" b="1" dirty="0"/>
              <a:t>ファイル</a:t>
            </a:r>
            <a:r>
              <a:rPr lang="ja-JP" altLang="en-US" dirty="0"/>
              <a:t> というものが置かれており、</a:t>
            </a:r>
            <a:br>
              <a:rPr lang="ja-JP" altLang="en-US" dirty="0"/>
            </a:br>
            <a:r>
              <a:rPr lang="ja-JP" altLang="en-US" dirty="0"/>
              <a:t>そのファイルを参照して名前解決を行っていました。</a:t>
            </a:r>
          </a:p>
          <a:p>
            <a:r>
              <a:rPr lang="en-US" altLang="ja-JP" dirty="0"/>
              <a:t>hosts</a:t>
            </a:r>
            <a:r>
              <a:rPr lang="ja-JP" altLang="en-US" dirty="0"/>
              <a:t>ファイルはローカルファイルであるため、名前解決の内容を変更する場合は </a:t>
            </a:r>
            <a:r>
              <a:rPr lang="ja-JP" altLang="en-US" b="1" dirty="0"/>
              <a:t>すべてのノードで手動更新</a:t>
            </a:r>
            <a:r>
              <a:rPr lang="ja-JP" altLang="en-US" dirty="0"/>
              <a:t> が必要となり、ネットワーク規模が大きくなるにつれて非常に大変な作業でした。</a:t>
            </a:r>
          </a:p>
          <a:p>
            <a:r>
              <a:rPr lang="ja-JP" altLang="en-US" dirty="0"/>
              <a:t>そこで、ネットワーク経由で名前解決を集中管理できる</a:t>
            </a:r>
            <a:r>
              <a:rPr lang="en-US" altLang="ja-JP" b="1" dirty="0"/>
              <a:t>DNS</a:t>
            </a:r>
            <a:r>
              <a:rPr lang="ja-JP" altLang="en-US" dirty="0"/>
              <a:t>が開発され、現在では</a:t>
            </a:r>
            <a:r>
              <a:rPr lang="en-US" altLang="ja-JP" dirty="0"/>
              <a:t>DNS</a:t>
            </a:r>
            <a:r>
              <a:rPr lang="ja-JP" altLang="en-US" dirty="0"/>
              <a:t>が主流となっています。</a:t>
            </a:r>
          </a:p>
          <a:p>
            <a:r>
              <a:rPr lang="ja-JP" altLang="en-US" dirty="0"/>
              <a:t>ただし、その名残として </a:t>
            </a:r>
            <a:r>
              <a:rPr lang="en-US" altLang="ja-JP" dirty="0"/>
              <a:t>hosts </a:t>
            </a:r>
            <a:r>
              <a:rPr lang="ja-JP" altLang="en-US" dirty="0"/>
              <a:t>ファイルは現在も利用されており、主要な</a:t>
            </a:r>
            <a:r>
              <a:rPr lang="en-US" altLang="ja-JP" dirty="0"/>
              <a:t>OS</a:t>
            </a:r>
            <a:r>
              <a:rPr lang="ja-JP" altLang="en-US" dirty="0"/>
              <a:t>（</a:t>
            </a:r>
            <a:r>
              <a:rPr lang="en-US" altLang="ja-JP" dirty="0"/>
              <a:t>Windows</a:t>
            </a:r>
            <a:r>
              <a:rPr lang="ja-JP" altLang="en-US" dirty="0"/>
              <a:t>、</a:t>
            </a:r>
            <a:r>
              <a:rPr lang="en-US" altLang="ja-JP" dirty="0"/>
              <a:t>macOS</a:t>
            </a:r>
            <a:r>
              <a:rPr lang="ja-JP" altLang="en-US" dirty="0"/>
              <a:t>、</a:t>
            </a:r>
            <a:r>
              <a:rPr lang="en-US" altLang="ja-JP" dirty="0"/>
              <a:t>Linux</a:t>
            </a:r>
            <a:r>
              <a:rPr lang="ja-JP" altLang="en-US" dirty="0"/>
              <a:t>ディストリビューション）では、</a:t>
            </a:r>
            <a:r>
              <a:rPr lang="ja-JP" altLang="en-US" b="1" dirty="0"/>
              <a:t>名前解決の際にまず</a:t>
            </a:r>
            <a:r>
              <a:rPr lang="en-US" altLang="ja-JP" b="1" dirty="0"/>
              <a:t>hosts</a:t>
            </a:r>
            <a:r>
              <a:rPr lang="ja-JP" altLang="en-US" b="1" dirty="0"/>
              <a:t>ファイルを参照し、一致しない場合に</a:t>
            </a:r>
            <a:r>
              <a:rPr lang="en-US" altLang="ja-JP" b="1" dirty="0"/>
              <a:t>DNS</a:t>
            </a:r>
            <a:r>
              <a:rPr lang="ja-JP" altLang="en-US" b="1" dirty="0"/>
              <a:t>へ問い合わせる</a:t>
            </a:r>
            <a:r>
              <a:rPr lang="ja-JP" altLang="en-US" dirty="0"/>
              <a:t> という動作をします。</a:t>
            </a:r>
            <a:br>
              <a:rPr lang="ja-JP" altLang="en-US" dirty="0"/>
            </a:br>
            <a:r>
              <a:rPr lang="en-US" altLang="ja-JP" dirty="0"/>
              <a:t>hosts </a:t>
            </a:r>
            <a:r>
              <a:rPr lang="ja-JP" altLang="en-US" dirty="0"/>
              <a:t>ファイルは、下記の場合で利用されることがあるので知識として持っておく必要があります。</a:t>
            </a:r>
          </a:p>
          <a:p>
            <a:pPr>
              <a:buFont typeface="Arial" panose="020B0604020202020204" pitchFamily="34" charset="0"/>
              <a:buChar char="•"/>
            </a:pPr>
            <a:r>
              <a:rPr lang="ja-JP" altLang="en-US" dirty="0"/>
              <a:t>個別の名前解決設定をしたい場合</a:t>
            </a:r>
          </a:p>
          <a:p>
            <a:pPr>
              <a:buFont typeface="Arial" panose="020B0604020202020204" pitchFamily="34" charset="0"/>
              <a:buChar char="•"/>
            </a:pPr>
            <a:r>
              <a:rPr lang="ja-JP" altLang="en-US" dirty="0"/>
              <a:t>動作確認やテスト環境</a:t>
            </a:r>
          </a:p>
          <a:p>
            <a:endParaRPr lang="ja-JP" altLang="en-US" dirty="0"/>
          </a:p>
        </p:txBody>
      </p:sp>
      <p:sp>
        <p:nvSpPr>
          <p:cNvPr id="2" name="Content Placeholder 2">
            <a:extLst>
              <a:ext uri="{FF2B5EF4-FFF2-40B4-BE49-F238E27FC236}">
                <a16:creationId xmlns:a16="http://schemas.microsoft.com/office/drawing/2014/main" id="{072A272E-36EB-448B-5073-02CBCA5B4A4C}"/>
              </a:ext>
            </a:extLst>
          </p:cNvPr>
          <p:cNvSpPr txBox="1">
            <a:spLocks/>
          </p:cNvSpPr>
          <p:nvPr/>
        </p:nvSpPr>
        <p:spPr>
          <a:xfrm>
            <a:off x="5404253" y="4221921"/>
            <a:ext cx="6787747" cy="879592"/>
          </a:xfrm>
          <a:prstGeom prst="rect">
            <a:avLst/>
          </a:prstGeom>
        </p:spPr>
        <p:txBody>
          <a:bodyPr vert="horz" lIns="0" tIns="45720" rIns="91440" bIns="45720" rtlCol="0">
            <a:normAutofit fontScale="92500"/>
          </a:bodyPr>
          <a:lstStyle>
            <a:defPPr>
              <a:defRPr lang="ja-JP"/>
            </a:defPPr>
            <a:lvl1pPr marL="0" indent="0" algn="l" defTabSz="914400" rtl="0" eaLnBrk="1" latinLnBrk="0" hangingPunct="1">
              <a:lnSpc>
                <a:spcPct val="90000"/>
              </a:lnSpc>
              <a:spcBef>
                <a:spcPts val="1800"/>
              </a:spcBef>
              <a:buFont typeface="Arial" panose="020B0604020202020204" pitchFamily="34" charset="0"/>
              <a:buNone/>
              <a:defRPr kumimoji="1" lang="ja-JP" sz="2000" b="0" i="0" kern="1200">
                <a:solidFill>
                  <a:schemeClr val="bg1"/>
                </a:solidFill>
                <a:latin typeface="Meiryo UI" panose="020B0604030504040204" pitchFamily="50" charset="-128"/>
                <a:ea typeface="Meiryo UI" panose="020B0604030504040204" pitchFamily="50" charset="-128"/>
                <a:cs typeface="+mn-cs"/>
              </a:defRPr>
            </a:lvl1pPr>
            <a:lvl2pPr marL="685800" indent="-283464" algn="l" defTabSz="914400" rtl="0" eaLnBrk="1" latinLnBrk="0" hangingPunct="1">
              <a:lnSpc>
                <a:spcPct val="90000"/>
              </a:lnSpc>
              <a:spcBef>
                <a:spcPts val="6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1800"/>
              </a:spcBef>
              <a:buFont typeface="Arial" panose="020B0604020202020204" pitchFamily="34" charset="0"/>
              <a:buChar char="•"/>
              <a:defRPr kumimoji="1" lang="ja-JP" sz="2000" b="0" i="0" kern="1200">
                <a:solidFill>
                  <a:schemeClr val="bg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lang="ja-JP" sz="1800" kern="1200">
                <a:solidFill>
                  <a:schemeClr val="tx1"/>
                </a:solidFill>
                <a:latin typeface="+mn-ea"/>
                <a:ea typeface="+mn-ea"/>
                <a:cs typeface="+mn-cs"/>
              </a:defRPr>
            </a:lvl9pPr>
          </a:lstStyle>
          <a:p>
            <a:r>
              <a:rPr lang="en-US" altLang="ja-JP" dirty="0">
                <a:solidFill>
                  <a:srgbClr val="C00000"/>
                </a:solidFill>
              </a:rPr>
              <a:t>※</a:t>
            </a:r>
            <a:r>
              <a:rPr lang="ja-JP" altLang="en-US" dirty="0">
                <a:solidFill>
                  <a:srgbClr val="C00000"/>
                </a:solidFill>
              </a:rPr>
              <a:t>注</a:t>
            </a:r>
            <a:br>
              <a:rPr lang="ja-JP" altLang="en-US" dirty="0"/>
            </a:br>
            <a:r>
              <a:rPr lang="ja-JP" altLang="en-US" dirty="0">
                <a:solidFill>
                  <a:srgbClr val="C00000"/>
                </a:solidFill>
              </a:rPr>
              <a:t>なお、</a:t>
            </a:r>
            <a:r>
              <a:rPr lang="en-US" altLang="ja-JP" dirty="0">
                <a:solidFill>
                  <a:srgbClr val="C00000"/>
                </a:solidFill>
              </a:rPr>
              <a:t>hosts </a:t>
            </a:r>
            <a:r>
              <a:rPr lang="ja-JP" altLang="en-US" dirty="0">
                <a:solidFill>
                  <a:srgbClr val="C00000"/>
                </a:solidFill>
              </a:rPr>
              <a:t>ファイルに記述された内容は </a:t>
            </a:r>
            <a:r>
              <a:rPr lang="en-US" altLang="ja-JP" b="1" dirty="0">
                <a:solidFill>
                  <a:srgbClr val="C00000"/>
                </a:solidFill>
              </a:rPr>
              <a:t>DNS</a:t>
            </a:r>
            <a:r>
              <a:rPr lang="ja-JP" altLang="en-US" b="1" dirty="0">
                <a:solidFill>
                  <a:srgbClr val="C00000"/>
                </a:solidFill>
              </a:rPr>
              <a:t>よりも優先される</a:t>
            </a:r>
            <a:r>
              <a:rPr lang="ja-JP" altLang="en-US" dirty="0">
                <a:solidFill>
                  <a:srgbClr val="C00000"/>
                </a:solidFill>
              </a:rPr>
              <a:t> ため、</a:t>
            </a:r>
            <a:br>
              <a:rPr lang="ja-JP" altLang="en-US" dirty="0">
                <a:solidFill>
                  <a:srgbClr val="C00000"/>
                </a:solidFill>
              </a:rPr>
            </a:br>
            <a:r>
              <a:rPr lang="ja-JP" altLang="en-US" dirty="0">
                <a:solidFill>
                  <a:srgbClr val="C00000"/>
                </a:solidFill>
              </a:rPr>
              <a:t>設定を誤ると特定のサイトにアクセスできなくなることがあります。</a:t>
            </a:r>
          </a:p>
        </p:txBody>
      </p:sp>
    </p:spTree>
    <p:extLst>
      <p:ext uri="{BB962C8B-B14F-4D97-AF65-F5344CB8AC3E}">
        <p14:creationId xmlns:p14="http://schemas.microsoft.com/office/powerpoint/2010/main" val="24103034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34AA9-E772-A7BE-CCF1-4CBBBCBD1E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05CCBE6-DE06-6231-38FD-5DEEDC5E7518}"/>
              </a:ext>
            </a:extLst>
          </p:cNvPr>
          <p:cNvSpPr>
            <a:spLocks noGrp="1"/>
          </p:cNvSpPr>
          <p:nvPr>
            <p:ph type="title"/>
          </p:nvPr>
        </p:nvSpPr>
        <p:spPr>
          <a:xfrm>
            <a:off x="3661409" y="4661717"/>
            <a:ext cx="7936230" cy="1380760"/>
          </a:xfrm>
        </p:spPr>
        <p:txBody>
          <a:bodyPr vert="horz" lIns="0" tIns="0" rIns="0" bIns="0" rtlCol="0" anchor="b" anchorCtr="0">
            <a:normAutofit/>
          </a:bodyPr>
          <a:lstStyle>
            <a:defPPr>
              <a:defRPr lang="ja-JP"/>
            </a:defPPr>
          </a:lstStyle>
          <a:p>
            <a:r>
              <a:rPr lang="en-US" altLang="ja-JP"/>
              <a:t>DNS</a:t>
            </a:r>
            <a:r>
              <a:rPr lang="ja-JP" altLang="en-US"/>
              <a:t>が止まるとどうなる？</a:t>
            </a:r>
            <a:endParaRPr lang="ja-JP" altLang="en-US" dirty="0"/>
          </a:p>
        </p:txBody>
      </p:sp>
      <p:sp>
        <p:nvSpPr>
          <p:cNvPr id="4" name="テキスト ボックス 3">
            <a:extLst>
              <a:ext uri="{FF2B5EF4-FFF2-40B4-BE49-F238E27FC236}">
                <a16:creationId xmlns:a16="http://schemas.microsoft.com/office/drawing/2014/main" id="{72DCBD3D-5384-0BE2-9072-9F7B387CC9B5}"/>
              </a:ext>
            </a:extLst>
          </p:cNvPr>
          <p:cNvSpPr txBox="1"/>
          <p:nvPr/>
        </p:nvSpPr>
        <p:spPr>
          <a:xfrm>
            <a:off x="603885" y="584005"/>
            <a:ext cx="4734733" cy="3999060"/>
          </a:xfrm>
          <a:prstGeom prst="rect">
            <a:avLst/>
          </a:prstGeom>
        </p:spPr>
        <p:txBody>
          <a:bodyPr vert="horz" lIns="0" tIns="274320" rIns="91440" bIns="45720" rtlCol="0">
            <a:normAutofit/>
          </a:bodyPr>
          <a:lstStyle/>
          <a:p>
            <a:pPr>
              <a:lnSpc>
                <a:spcPct val="90000"/>
              </a:lnSpc>
              <a:spcBef>
                <a:spcPts val="1800"/>
              </a:spcBef>
            </a:pPr>
            <a:r>
              <a:rPr kumimoji="1" lang="en-US" altLang="ja-JP" sz="2000" dirty="0">
                <a:solidFill>
                  <a:schemeClr val="bg1"/>
                </a:solidFill>
                <a:latin typeface="Meiryo UI" panose="020B0604030504040204" pitchFamily="50" charset="-128"/>
                <a:ea typeface="Meiryo UI" panose="020B0604030504040204" pitchFamily="50" charset="-128"/>
              </a:rPr>
              <a:t>DNS</a:t>
            </a:r>
            <a:r>
              <a:rPr kumimoji="1" lang="ja-JP" altLang="en-US" sz="2000" dirty="0">
                <a:solidFill>
                  <a:schemeClr val="bg1"/>
                </a:solidFill>
                <a:latin typeface="Meiryo UI" panose="020B0604030504040204" pitchFamily="50" charset="-128"/>
                <a:ea typeface="Meiryo UI" panose="020B0604030504040204" pitchFamily="50" charset="-128"/>
              </a:rPr>
              <a:t>が止まると名前解決が出来なくなるのでドメインで管理されているソフトウェアやサービスで問題が発生します。</a:t>
            </a:r>
            <a:br>
              <a:rPr kumimoji="1" lang="en-US" altLang="ja-JP" sz="2000" dirty="0">
                <a:solidFill>
                  <a:schemeClr val="bg1"/>
                </a:solidFill>
                <a:latin typeface="Meiryo UI" panose="020B0604030504040204" pitchFamily="50" charset="-128"/>
                <a:ea typeface="Meiryo UI" panose="020B0604030504040204" pitchFamily="50" charset="-128"/>
              </a:rPr>
            </a:br>
            <a:r>
              <a:rPr kumimoji="1" lang="ja-JP" altLang="en-US" sz="2000" dirty="0">
                <a:solidFill>
                  <a:schemeClr val="bg1"/>
                </a:solidFill>
                <a:latin typeface="Meiryo UI" panose="020B0604030504040204" pitchFamily="50" charset="-128"/>
                <a:ea typeface="Meiryo UI" panose="020B0604030504040204" pitchFamily="50" charset="-128"/>
              </a:rPr>
              <a:t>主に右記の症状になる可能性があります。</a:t>
            </a:r>
            <a:endParaRPr kumimoji="1" lang="en-US" altLang="ja-JP" sz="2000" dirty="0">
              <a:solidFill>
                <a:schemeClr val="bg1"/>
              </a:solidFill>
              <a:latin typeface="Meiryo UI" panose="020B0604030504040204" pitchFamily="50" charset="-128"/>
              <a:ea typeface="Meiryo UI" panose="020B0604030504040204" pitchFamily="50" charset="-128"/>
            </a:endParaRPr>
          </a:p>
          <a:p>
            <a:pPr>
              <a:lnSpc>
                <a:spcPct val="90000"/>
              </a:lnSpc>
              <a:spcBef>
                <a:spcPts val="1800"/>
              </a:spcBef>
            </a:pPr>
            <a:r>
              <a:rPr kumimoji="1" lang="ja-JP" altLang="en-US" sz="2000" dirty="0">
                <a:solidFill>
                  <a:schemeClr val="bg1"/>
                </a:solidFill>
                <a:latin typeface="Meiryo UI" panose="020B0604030504040204" pitchFamily="50" charset="-128"/>
                <a:ea typeface="Meiryo UI" panose="020B0604030504040204" pitchFamily="50" charset="-128"/>
              </a:rPr>
              <a:t>有名な</a:t>
            </a:r>
            <a:r>
              <a:rPr kumimoji="1" lang="en-US" altLang="ja-JP" sz="2000" dirty="0">
                <a:solidFill>
                  <a:schemeClr val="bg1"/>
                </a:solidFill>
                <a:latin typeface="Meiryo UI" panose="020B0604030504040204" pitchFamily="50" charset="-128"/>
                <a:ea typeface="Meiryo UI" panose="020B0604030504040204" pitchFamily="50" charset="-128"/>
              </a:rPr>
              <a:t>DNS</a:t>
            </a:r>
            <a:r>
              <a:rPr kumimoji="1" lang="ja-JP" altLang="en-US" sz="2000" dirty="0">
                <a:solidFill>
                  <a:schemeClr val="bg1"/>
                </a:solidFill>
                <a:latin typeface="Meiryo UI" panose="020B0604030504040204" pitchFamily="50" charset="-128"/>
                <a:ea typeface="Meiryo UI" panose="020B0604030504040204" pitchFamily="50" charset="-128"/>
              </a:rPr>
              <a:t>サーバー</a:t>
            </a:r>
            <a:r>
              <a:rPr kumimoji="1" lang="en-US" altLang="ja-JP" sz="2000" dirty="0">
                <a:solidFill>
                  <a:schemeClr val="bg1"/>
                </a:solidFill>
                <a:latin typeface="Meiryo UI" panose="020B0604030504040204" pitchFamily="50" charset="-128"/>
                <a:ea typeface="Meiryo UI" panose="020B0604030504040204" pitchFamily="50" charset="-128"/>
              </a:rPr>
              <a:t>(</a:t>
            </a:r>
            <a:r>
              <a:rPr kumimoji="1" lang="en-US" altLang="ja-JP" sz="2000" dirty="0" err="1">
                <a:solidFill>
                  <a:schemeClr val="bg1"/>
                </a:solidFill>
                <a:latin typeface="Meiryo UI" panose="020B0604030504040204" pitchFamily="50" charset="-128"/>
                <a:ea typeface="Meiryo UI" panose="020B0604030504040204" pitchFamily="50" charset="-128"/>
              </a:rPr>
              <a:t>PublicDNS</a:t>
            </a:r>
            <a:r>
              <a:rPr kumimoji="1" lang="en-US" altLang="ja-JP" sz="2000" dirty="0">
                <a:solidFill>
                  <a:schemeClr val="bg1"/>
                </a:solidFill>
                <a:latin typeface="Meiryo UI" panose="020B0604030504040204" pitchFamily="50" charset="-128"/>
                <a:ea typeface="Meiryo UI" panose="020B0604030504040204" pitchFamily="50" charset="-128"/>
              </a:rPr>
              <a:t>)</a:t>
            </a:r>
          </a:p>
          <a:p>
            <a:pPr marL="342900" indent="-342900">
              <a:lnSpc>
                <a:spcPct val="90000"/>
              </a:lnSpc>
              <a:spcBef>
                <a:spcPts val="1800"/>
              </a:spcBef>
              <a:buFont typeface="Arial" panose="020B0604020202020204" pitchFamily="34" charset="0"/>
              <a:buChar char="•"/>
            </a:pPr>
            <a:r>
              <a:rPr kumimoji="1" lang="en-US" altLang="ja-JP" sz="2000" dirty="0">
                <a:solidFill>
                  <a:schemeClr val="bg1"/>
                </a:solidFill>
                <a:latin typeface="Meiryo UI" panose="020B0604030504040204" pitchFamily="50" charset="-128"/>
                <a:ea typeface="Meiryo UI" panose="020B0604030504040204" pitchFamily="50" charset="-128"/>
              </a:rPr>
              <a:t>8.8.8.8-Google</a:t>
            </a:r>
          </a:p>
          <a:p>
            <a:pPr marL="342900" indent="-342900">
              <a:lnSpc>
                <a:spcPct val="90000"/>
              </a:lnSpc>
              <a:spcBef>
                <a:spcPts val="1800"/>
              </a:spcBef>
              <a:buFont typeface="Arial" panose="020B0604020202020204" pitchFamily="34" charset="0"/>
              <a:buChar char="•"/>
            </a:pPr>
            <a:r>
              <a:rPr kumimoji="1" lang="en-US" altLang="ja-JP" sz="2000" dirty="0">
                <a:solidFill>
                  <a:schemeClr val="bg1"/>
                </a:solidFill>
                <a:latin typeface="Meiryo UI" panose="020B0604030504040204" pitchFamily="50" charset="-128"/>
                <a:ea typeface="Meiryo UI" panose="020B0604030504040204" pitchFamily="50" charset="-128"/>
              </a:rPr>
              <a:t>1.1.1.1-CloudFlare</a:t>
            </a:r>
          </a:p>
        </p:txBody>
      </p:sp>
      <p:graphicFrame>
        <p:nvGraphicFramePr>
          <p:cNvPr id="6" name="テキスト プレースホルダー 2">
            <a:extLst>
              <a:ext uri="{FF2B5EF4-FFF2-40B4-BE49-F238E27FC236}">
                <a16:creationId xmlns:a16="http://schemas.microsoft.com/office/drawing/2014/main" id="{C0D56B68-10A6-F3B0-3EE1-819BAA46B934}"/>
              </a:ext>
            </a:extLst>
          </p:cNvPr>
          <p:cNvGraphicFramePr>
            <a:graphicFrameLocks noGrp="1"/>
          </p:cNvGraphicFramePr>
          <p:nvPr>
            <p:ph sz="quarter" idx="13"/>
            <p:extLst>
              <p:ext uri="{D42A27DB-BD31-4B8C-83A1-F6EECF244321}">
                <p14:modId xmlns:p14="http://schemas.microsoft.com/office/powerpoint/2010/main" val="137244400"/>
              </p:ext>
            </p:extLst>
          </p:nvPr>
        </p:nvGraphicFramePr>
        <p:xfrm>
          <a:off x="6096000" y="584005"/>
          <a:ext cx="5501639" cy="312258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6906791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941B7-F091-CD9B-2A4D-3A639DE9BC6E}"/>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3161C9A9-1214-197A-DBCB-705F439043D4}"/>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第</a:t>
            </a:r>
            <a:r>
              <a:rPr lang="en-US" altLang="ja-JP" dirty="0"/>
              <a:t>4</a:t>
            </a:r>
            <a:r>
              <a:rPr lang="ja-JP" altLang="en-US" dirty="0"/>
              <a:t>章</a:t>
            </a:r>
            <a:endParaRPr lang="ja-JP" dirty="0"/>
          </a:p>
        </p:txBody>
      </p:sp>
    </p:spTree>
    <p:extLst>
      <p:ext uri="{BB962C8B-B14F-4D97-AF65-F5344CB8AC3E}">
        <p14:creationId xmlns:p14="http://schemas.microsoft.com/office/powerpoint/2010/main" val="162795365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41726-BD3E-4288-A693-E3A2CA567C1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F4FC58-633B-1B81-6306-5471B2F76A5A}"/>
              </a:ext>
            </a:extLst>
          </p:cNvPr>
          <p:cNvSpPr>
            <a:spLocks noGrp="1"/>
          </p:cNvSpPr>
          <p:nvPr>
            <p:ph type="title"/>
          </p:nvPr>
        </p:nvSpPr>
        <p:spPr>
          <a:xfrm>
            <a:off x="594360" y="189572"/>
            <a:ext cx="6787747" cy="1593507"/>
          </a:xfrm>
        </p:spPr>
        <p:txBody>
          <a:bodyPr rtlCol="0"/>
          <a:lstStyle>
            <a:defPPr>
              <a:defRPr lang="ja-JP"/>
            </a:defPPr>
          </a:lstStyle>
          <a:p>
            <a:pPr rtl="0"/>
            <a:r>
              <a:rPr lang="ja-JP" altLang="en-US" dirty="0"/>
              <a:t>第</a:t>
            </a:r>
            <a:r>
              <a:rPr lang="en-US" altLang="ja-JP" dirty="0"/>
              <a:t>4</a:t>
            </a:r>
            <a:r>
              <a:rPr lang="ja-JP" altLang="en-US" dirty="0"/>
              <a:t>章の目次</a:t>
            </a:r>
            <a:endParaRPr lang="ja-JP" dirty="0"/>
          </a:p>
        </p:txBody>
      </p:sp>
      <p:sp>
        <p:nvSpPr>
          <p:cNvPr id="3" name="テキスト プレースホルダー 2">
            <a:extLst>
              <a:ext uri="{FF2B5EF4-FFF2-40B4-BE49-F238E27FC236}">
                <a16:creationId xmlns:a16="http://schemas.microsoft.com/office/drawing/2014/main" id="{5D8386BB-44AD-077C-73BC-C3864C1CB059}"/>
              </a:ext>
            </a:extLst>
          </p:cNvPr>
          <p:cNvSpPr>
            <a:spLocks noGrp="1"/>
          </p:cNvSpPr>
          <p:nvPr>
            <p:ph sz="quarter" idx="13"/>
          </p:nvPr>
        </p:nvSpPr>
        <p:spPr>
          <a:xfrm>
            <a:off x="593725" y="2281238"/>
            <a:ext cx="6788150" cy="3709987"/>
          </a:xfrm>
        </p:spPr>
        <p:txBody>
          <a:bodyPr tIns="457200" rtlCol="0"/>
          <a:lstStyle>
            <a:defPPr>
              <a:defRPr lang="ja-JP"/>
            </a:defPPr>
          </a:lstStyle>
          <a:p>
            <a:pPr rtl="0"/>
            <a:r>
              <a:rPr lang="ja-JP" altLang="en-US" dirty="0"/>
              <a:t>ローカル</a:t>
            </a:r>
            <a:r>
              <a:rPr lang="en-US" altLang="ja-JP" dirty="0"/>
              <a:t>IP</a:t>
            </a:r>
            <a:r>
              <a:rPr lang="ja-JP" altLang="en-US" dirty="0"/>
              <a:t>とグローバル</a:t>
            </a:r>
            <a:r>
              <a:rPr lang="en-US" altLang="ja-JP" dirty="0"/>
              <a:t>IP</a:t>
            </a:r>
            <a:r>
              <a:rPr lang="ja-JP" altLang="en-US" dirty="0"/>
              <a:t>の対応付け</a:t>
            </a:r>
            <a:endParaRPr lang="en-US" altLang="ja-JP" dirty="0"/>
          </a:p>
          <a:p>
            <a:pPr rtl="0"/>
            <a:r>
              <a:rPr lang="en-US" altLang="ja-JP" dirty="0"/>
              <a:t>NAT</a:t>
            </a:r>
            <a:r>
              <a:rPr lang="ja-JP" altLang="en-US" dirty="0"/>
              <a:t>と</a:t>
            </a:r>
            <a:r>
              <a:rPr lang="en-US" altLang="ja-JP" dirty="0"/>
              <a:t>NAPT</a:t>
            </a:r>
          </a:p>
          <a:p>
            <a:pPr rtl="0"/>
            <a:r>
              <a:rPr lang="ja-JP" altLang="en-US" dirty="0"/>
              <a:t>ポート番号について</a:t>
            </a:r>
            <a:endParaRPr lang="en-US" altLang="ja-JP" dirty="0"/>
          </a:p>
          <a:p>
            <a:pPr rtl="0"/>
            <a:r>
              <a:rPr lang="ja-JP" altLang="en-US" dirty="0"/>
              <a:t>変換の流れ</a:t>
            </a:r>
            <a:endParaRPr lang="en-US" altLang="ja-JP" dirty="0"/>
          </a:p>
          <a:p>
            <a:pPr rtl="0"/>
            <a:endParaRPr lang="en-US" altLang="ja-JP" dirty="0"/>
          </a:p>
        </p:txBody>
      </p:sp>
    </p:spTree>
    <p:extLst>
      <p:ext uri="{BB962C8B-B14F-4D97-AF65-F5344CB8AC3E}">
        <p14:creationId xmlns:p14="http://schemas.microsoft.com/office/powerpoint/2010/main" val="30995227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F78A5-62EC-B0A1-47D8-D44AD3A87AA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D2996C7-EE7B-C25B-CC33-958B760B4268}"/>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en-US" altLang="ja-JP" dirty="0"/>
              <a:t>IP</a:t>
            </a:r>
            <a:r>
              <a:rPr lang="ja-JP" altLang="en-US" dirty="0"/>
              <a:t>の対応付け</a:t>
            </a:r>
            <a:endParaRPr lang="ja-JP" altLang="ja-JP" dirty="0"/>
          </a:p>
        </p:txBody>
      </p:sp>
      <p:pic>
        <p:nvPicPr>
          <p:cNvPr id="12" name="図プレースホルダー 4">
            <a:extLst>
              <a:ext uri="{FF2B5EF4-FFF2-40B4-BE49-F238E27FC236}">
                <a16:creationId xmlns:a16="http://schemas.microsoft.com/office/drawing/2014/main" id="{3DD7031C-A047-4E27-47F9-B63BA0A82901}"/>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l="26327" r="26327"/>
          <a:stretch/>
        </p:blipFill>
        <p:spPr>
          <a:xfrm>
            <a:off x="20" y="-11113"/>
            <a:ext cx="5791180" cy="6880226"/>
          </a:xfrm>
          <a:noFill/>
        </p:spPr>
      </p:pic>
      <p:sp>
        <p:nvSpPr>
          <p:cNvPr id="3" name="テキスト プレースホルダー 2">
            <a:extLst>
              <a:ext uri="{FF2B5EF4-FFF2-40B4-BE49-F238E27FC236}">
                <a16:creationId xmlns:a16="http://schemas.microsoft.com/office/drawing/2014/main" id="{9FDD5169-162E-40C8-1C45-96E48B691B18}"/>
              </a:ext>
            </a:extLst>
          </p:cNvPr>
          <p:cNvSpPr>
            <a:spLocks noGrp="1"/>
          </p:cNvSpPr>
          <p:nvPr>
            <p:ph type="body" sz="quarter" idx="11"/>
          </p:nvPr>
        </p:nvSpPr>
        <p:spPr>
          <a:xfrm>
            <a:off x="6299835" y="4568602"/>
            <a:ext cx="5486400" cy="1645920"/>
          </a:xfrm>
        </p:spPr>
        <p:txBody>
          <a:bodyPr rtlCol="0">
            <a:normAutofit/>
          </a:bodyPr>
          <a:lstStyle>
            <a:defPPr>
              <a:defRPr lang="ja-JP"/>
            </a:defPPr>
          </a:lstStyle>
          <a:p>
            <a:r>
              <a:rPr lang="ja-JP" altLang="en-US" dirty="0"/>
              <a:t>ローカル</a:t>
            </a:r>
            <a:r>
              <a:rPr lang="en-US" altLang="ja-JP" dirty="0"/>
              <a:t>IP</a:t>
            </a:r>
            <a:r>
              <a:rPr lang="ja-JP" altLang="en-US" dirty="0"/>
              <a:t>をもった</a:t>
            </a:r>
            <a:r>
              <a:rPr lang="en-US" altLang="ja-JP" dirty="0"/>
              <a:t>PC</a:t>
            </a:r>
            <a:r>
              <a:rPr lang="ja-JP" altLang="en-US" dirty="0"/>
              <a:t>が別</a:t>
            </a:r>
            <a:r>
              <a:rPr lang="en-US" altLang="ja-JP" dirty="0"/>
              <a:t>LAN</a:t>
            </a:r>
            <a:r>
              <a:rPr lang="ja-JP" altLang="en-US" dirty="0"/>
              <a:t>のローカル</a:t>
            </a:r>
            <a:r>
              <a:rPr lang="en-US" altLang="ja-JP" dirty="0"/>
              <a:t>IP</a:t>
            </a:r>
            <a:r>
              <a:rPr lang="ja-JP" altLang="en-US" dirty="0"/>
              <a:t>にアクセスする流れを見ていきましょう。</a:t>
            </a:r>
          </a:p>
        </p:txBody>
      </p:sp>
    </p:spTree>
    <p:extLst>
      <p:ext uri="{BB962C8B-B14F-4D97-AF65-F5344CB8AC3E}">
        <p14:creationId xmlns:p14="http://schemas.microsoft.com/office/powerpoint/2010/main" val="305770580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BD10B-3B29-0C83-8F33-94F22990A0AE}"/>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964BADE4-7AB5-A2F2-9DAA-E700E706C355}"/>
              </a:ext>
            </a:extLst>
          </p:cNvPr>
          <p:cNvSpPr>
            <a:spLocks noGrp="1"/>
          </p:cNvSpPr>
          <p:nvPr>
            <p:ph type="title"/>
          </p:nvPr>
        </p:nvSpPr>
        <p:spPr>
          <a:xfrm>
            <a:off x="594360" y="189572"/>
            <a:ext cx="7031083" cy="1593507"/>
          </a:xfrm>
        </p:spPr>
        <p:txBody>
          <a:bodyPr anchor="b">
            <a:normAutofit/>
          </a:bodyPr>
          <a:lstStyle/>
          <a:p>
            <a:r>
              <a:rPr lang="en-US" dirty="0"/>
              <a:t>NAT,NAPT(IP</a:t>
            </a:r>
            <a:r>
              <a:rPr lang="ja-JP" altLang="en-US" dirty="0"/>
              <a:t>マスカレード</a:t>
            </a:r>
            <a:r>
              <a:rPr lang="en-US" dirty="0"/>
              <a:t>)</a:t>
            </a:r>
          </a:p>
        </p:txBody>
      </p:sp>
      <p:sp>
        <p:nvSpPr>
          <p:cNvPr id="10" name="Content Placeholder 2">
            <a:extLst>
              <a:ext uri="{FF2B5EF4-FFF2-40B4-BE49-F238E27FC236}">
                <a16:creationId xmlns:a16="http://schemas.microsoft.com/office/drawing/2014/main" id="{24C50CCA-4302-F4CC-BCE7-57322BB46B84}"/>
              </a:ext>
            </a:extLst>
          </p:cNvPr>
          <p:cNvSpPr>
            <a:spLocks noGrp="1"/>
          </p:cNvSpPr>
          <p:nvPr>
            <p:ph sz="quarter" idx="13"/>
          </p:nvPr>
        </p:nvSpPr>
        <p:spPr>
          <a:xfrm>
            <a:off x="594359" y="2281918"/>
            <a:ext cx="6787747" cy="3708517"/>
          </a:xfrm>
        </p:spPr>
        <p:txBody>
          <a:bodyPr>
            <a:normAutofit/>
          </a:bodyPr>
          <a:lstStyle/>
          <a:p>
            <a:pPr marL="0" indent="0">
              <a:buNone/>
            </a:pPr>
            <a:r>
              <a:rPr lang="ja-JP" altLang="en-US" dirty="0"/>
              <a:t>ローカル</a:t>
            </a:r>
            <a:r>
              <a:rPr lang="en-US" altLang="ja-JP" dirty="0"/>
              <a:t>IP</a:t>
            </a:r>
            <a:r>
              <a:rPr lang="ja-JP" altLang="en-US" dirty="0"/>
              <a:t>とグローバル</a:t>
            </a:r>
            <a:r>
              <a:rPr lang="en-US" altLang="ja-JP" dirty="0"/>
              <a:t>IP</a:t>
            </a:r>
            <a:r>
              <a:rPr lang="ja-JP" altLang="en-US" dirty="0"/>
              <a:t>は</a:t>
            </a:r>
            <a:r>
              <a:rPr lang="en-US" altLang="ja-JP" dirty="0"/>
              <a:t>NAT</a:t>
            </a:r>
            <a:r>
              <a:rPr lang="ja-JP" altLang="en-US" dirty="0"/>
              <a:t>もしくは</a:t>
            </a:r>
            <a:r>
              <a:rPr lang="en-US" altLang="ja-JP" dirty="0"/>
              <a:t>NAPT</a:t>
            </a:r>
            <a:r>
              <a:rPr lang="ja-JP" altLang="en-US" dirty="0"/>
              <a:t>という技術で対応付けられそれにより</a:t>
            </a:r>
            <a:r>
              <a:rPr lang="en-US" altLang="ja-JP" dirty="0"/>
              <a:t>WAN</a:t>
            </a:r>
            <a:r>
              <a:rPr lang="ja-JP" altLang="en-US" dirty="0"/>
              <a:t>経由で外部</a:t>
            </a:r>
            <a:r>
              <a:rPr lang="en-US" altLang="ja-JP" dirty="0"/>
              <a:t>LAN</a:t>
            </a:r>
            <a:r>
              <a:rPr lang="ja-JP" altLang="en-US" dirty="0"/>
              <a:t>との通信を可能にします。</a:t>
            </a:r>
            <a:endParaRPr lang="en-US" altLang="ja-JP" dirty="0"/>
          </a:p>
          <a:p>
            <a:pPr marL="0" indent="0">
              <a:buNone/>
            </a:pPr>
            <a:r>
              <a:rPr lang="ja-JP" altLang="en-US" dirty="0"/>
              <a:t>流れとしては、ローカル</a:t>
            </a:r>
            <a:r>
              <a:rPr lang="en-US" altLang="ja-JP" dirty="0"/>
              <a:t>IP</a:t>
            </a:r>
            <a:r>
              <a:rPr lang="ja-JP" altLang="en-US" dirty="0"/>
              <a:t>を持ったノードがルーターへ通信しそこでそのルーターが持つグローバル</a:t>
            </a:r>
            <a:r>
              <a:rPr lang="en-US" altLang="ja-JP" dirty="0"/>
              <a:t>IP</a:t>
            </a:r>
            <a:r>
              <a:rPr lang="ja-JP" altLang="en-US" dirty="0"/>
              <a:t>からの通信に変換され</a:t>
            </a:r>
            <a:r>
              <a:rPr lang="en-US" altLang="ja-JP" dirty="0"/>
              <a:t>WAN</a:t>
            </a:r>
            <a:r>
              <a:rPr lang="ja-JP" altLang="en-US" dirty="0"/>
              <a:t>に出ます。</a:t>
            </a:r>
            <a:endParaRPr lang="en-US" altLang="ja-JP" dirty="0"/>
          </a:p>
          <a:p>
            <a:pPr marL="0" indent="0">
              <a:buNone/>
            </a:pPr>
            <a:r>
              <a:rPr lang="ja-JP" altLang="en-US" dirty="0"/>
              <a:t>その先では逆のことが行われ返ってくるというイメージです。</a:t>
            </a:r>
            <a:br>
              <a:rPr lang="en-US" altLang="ja-JP" dirty="0"/>
            </a:br>
            <a:r>
              <a:rPr lang="ja-JP" altLang="en-US" dirty="0"/>
              <a:t>家庭用のネットワークでは通常</a:t>
            </a:r>
            <a:r>
              <a:rPr lang="en-US" altLang="ja-JP" dirty="0"/>
              <a:t>NAPT</a:t>
            </a:r>
            <a:r>
              <a:rPr lang="ja-JP" altLang="en-US" dirty="0"/>
              <a:t>が使用されます。</a:t>
            </a:r>
            <a:endParaRPr lang="en-US" dirty="0"/>
          </a:p>
        </p:txBody>
      </p:sp>
    </p:spTree>
    <p:extLst>
      <p:ext uri="{BB962C8B-B14F-4D97-AF65-F5344CB8AC3E}">
        <p14:creationId xmlns:p14="http://schemas.microsoft.com/office/powerpoint/2010/main" val="406945998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572DA-F0BE-DA04-2A98-65BB08778D80}"/>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0BADE06B-0DB5-1631-E949-D806557222E9}"/>
              </a:ext>
            </a:extLst>
          </p:cNvPr>
          <p:cNvSpPr>
            <a:spLocks noGrp="1"/>
          </p:cNvSpPr>
          <p:nvPr>
            <p:ph type="ctrTitle"/>
          </p:nvPr>
        </p:nvSpPr>
        <p:spPr>
          <a:xfrm>
            <a:off x="4892040" y="487679"/>
            <a:ext cx="7162800" cy="3291840"/>
          </a:xfrm>
        </p:spPr>
        <p:txBody>
          <a:bodyPr rtlCol="0"/>
          <a:lstStyle>
            <a:defPPr>
              <a:defRPr lang="ja-JP"/>
            </a:defPPr>
          </a:lstStyle>
          <a:p>
            <a:pPr algn="r" rtl="0"/>
            <a:r>
              <a:rPr lang="ja-JP" altLang="en-US" dirty="0"/>
              <a:t>ポート番号について</a:t>
            </a:r>
            <a:endParaRPr lang="ja-JP" altLang="ja-JP" dirty="0"/>
          </a:p>
        </p:txBody>
      </p:sp>
    </p:spTree>
    <p:extLst>
      <p:ext uri="{BB962C8B-B14F-4D97-AF65-F5344CB8AC3E}">
        <p14:creationId xmlns:p14="http://schemas.microsoft.com/office/powerpoint/2010/main" val="166292990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3A01-7304-F037-11C8-7C090363C9CA}"/>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5CA29669-D338-2A34-7F8E-72974C4E3AA2}"/>
              </a:ext>
            </a:extLst>
          </p:cNvPr>
          <p:cNvSpPr>
            <a:spLocks noGrp="1"/>
          </p:cNvSpPr>
          <p:nvPr>
            <p:ph type="title"/>
          </p:nvPr>
        </p:nvSpPr>
        <p:spPr>
          <a:xfrm>
            <a:off x="594360" y="189572"/>
            <a:ext cx="6787747" cy="1593507"/>
          </a:xfrm>
        </p:spPr>
        <p:txBody>
          <a:bodyPr rtlCol="0" anchor="b">
            <a:normAutofit/>
          </a:bodyPr>
          <a:lstStyle>
            <a:defPPr>
              <a:defRPr lang="ja-JP"/>
            </a:defPPr>
          </a:lstStyle>
          <a:p>
            <a:pPr rtl="0"/>
            <a:r>
              <a:rPr lang="ja-JP" altLang="en-US" dirty="0"/>
              <a:t>ポート番号とは</a:t>
            </a:r>
            <a:endParaRPr lang="ja-JP" dirty="0"/>
          </a:p>
        </p:txBody>
      </p:sp>
      <p:sp>
        <p:nvSpPr>
          <p:cNvPr id="4" name="コンテンツ プレースホルダー 3">
            <a:extLst>
              <a:ext uri="{FF2B5EF4-FFF2-40B4-BE49-F238E27FC236}">
                <a16:creationId xmlns:a16="http://schemas.microsoft.com/office/drawing/2014/main" id="{BA3E94BF-308C-BEAC-89C1-3EF0F5EE23B4}"/>
              </a:ext>
            </a:extLst>
          </p:cNvPr>
          <p:cNvSpPr>
            <a:spLocks noGrp="1"/>
          </p:cNvSpPr>
          <p:nvPr>
            <p:ph sz="quarter" idx="13"/>
          </p:nvPr>
        </p:nvSpPr>
        <p:spPr>
          <a:xfrm>
            <a:off x="594360" y="2281918"/>
            <a:ext cx="11172768" cy="4386510"/>
          </a:xfrm>
        </p:spPr>
        <p:txBody>
          <a:bodyPr rtlCol="0">
            <a:normAutofit/>
          </a:bodyPr>
          <a:lstStyle>
            <a:defPPr>
              <a:defRPr lang="ja-JP"/>
            </a:defPPr>
          </a:lstStyle>
          <a:p>
            <a:pPr marL="0" indent="0">
              <a:buNone/>
            </a:pPr>
            <a:r>
              <a:rPr lang="ja-JP" altLang="en-US" sz="1600" dirty="0"/>
              <a:t>ネットワークのポート番号とは</a:t>
            </a:r>
            <a:r>
              <a:rPr lang="en-US" altLang="ja-JP" sz="1600" dirty="0"/>
              <a:t>1</a:t>
            </a:r>
            <a:r>
              <a:rPr lang="ja-JP" altLang="en-US" sz="1600" dirty="0"/>
              <a:t>つの</a:t>
            </a:r>
            <a:r>
              <a:rPr lang="en-US" altLang="ja-JP" sz="1600" dirty="0"/>
              <a:t>IP</a:t>
            </a:r>
            <a:r>
              <a:rPr lang="ja-JP" altLang="en-US" sz="1600" dirty="0"/>
              <a:t>アドレスでどのアプリやサービス宛てかを区別する為の番号です。</a:t>
            </a:r>
            <a:endParaRPr lang="en-US" altLang="ja-JP" sz="1600" dirty="0"/>
          </a:p>
          <a:p>
            <a:pPr marL="0" indent="0">
              <a:buNone/>
            </a:pPr>
            <a:r>
              <a:rPr lang="ja-JP" altLang="en-US" sz="1600" dirty="0"/>
              <a:t>よくある例えとして集合住宅の部屋番号があげられます。同じ建物</a:t>
            </a:r>
            <a:r>
              <a:rPr lang="en-US" altLang="ja-JP" sz="1600" dirty="0"/>
              <a:t>(IP</a:t>
            </a:r>
            <a:r>
              <a:rPr lang="ja-JP" altLang="en-US" sz="1600" dirty="0"/>
              <a:t>アドレス</a:t>
            </a:r>
            <a:r>
              <a:rPr lang="en-US" altLang="ja-JP" sz="1600" dirty="0"/>
              <a:t>)</a:t>
            </a:r>
            <a:r>
              <a:rPr lang="ja-JP" altLang="en-US" sz="1600" dirty="0"/>
              <a:t>でも</a:t>
            </a:r>
            <a:r>
              <a:rPr lang="en-US" altLang="ja-JP" sz="1600" dirty="0"/>
              <a:t>101</a:t>
            </a:r>
            <a:r>
              <a:rPr lang="ja-JP" altLang="en-US" sz="1600" dirty="0"/>
              <a:t>号は</a:t>
            </a:r>
            <a:r>
              <a:rPr lang="en-US" altLang="ja-JP" sz="1600" dirty="0"/>
              <a:t>Web</a:t>
            </a:r>
            <a:r>
              <a:rPr lang="ja-JP" altLang="en-US" sz="1600" dirty="0"/>
              <a:t>サイト閲覧、</a:t>
            </a:r>
            <a:r>
              <a:rPr lang="en-US" altLang="ja-JP" sz="1600" dirty="0"/>
              <a:t>102</a:t>
            </a:r>
            <a:r>
              <a:rPr lang="ja-JP" altLang="en-US" sz="1600" dirty="0"/>
              <a:t>号室はリモート操作というようにポート番号を使う事でどのアプリに通信をしたいのかを指定することが可能です。</a:t>
            </a:r>
            <a:br>
              <a:rPr lang="en-US" altLang="ja-JP" sz="1600" dirty="0"/>
            </a:br>
            <a:r>
              <a:rPr lang="ja-JP" altLang="en-US" sz="1600" dirty="0"/>
              <a:t>個人的には飲食店</a:t>
            </a:r>
            <a:r>
              <a:rPr lang="en-US" altLang="ja-JP" sz="1600" dirty="0"/>
              <a:t>(IP</a:t>
            </a:r>
            <a:r>
              <a:rPr lang="ja-JP" altLang="en-US" sz="1600" dirty="0"/>
              <a:t>アドレス</a:t>
            </a:r>
            <a:r>
              <a:rPr lang="en-US" altLang="ja-JP" sz="1600" dirty="0"/>
              <a:t>)</a:t>
            </a:r>
            <a:r>
              <a:rPr lang="ja-JP" altLang="en-US" sz="1600" dirty="0"/>
              <a:t>に対してのテーブル、レジのようにさらに細かい分類です。</a:t>
            </a:r>
            <a:endParaRPr lang="en-US" altLang="ja-JP" sz="1600" dirty="0"/>
          </a:p>
          <a:p>
            <a:pPr marL="0" indent="0">
              <a:buNone/>
            </a:pPr>
            <a:r>
              <a:rPr lang="ja-JP" altLang="en-US" sz="1600" dirty="0"/>
              <a:t>ポート番号は</a:t>
            </a:r>
            <a:r>
              <a:rPr lang="en-US" altLang="ja-JP" sz="1600" dirty="0"/>
              <a:t>0</a:t>
            </a:r>
            <a:r>
              <a:rPr lang="ja-JP" altLang="en-US" sz="1600" dirty="0"/>
              <a:t>番から</a:t>
            </a:r>
            <a:r>
              <a:rPr lang="en-US" altLang="ja-JP" sz="1600" dirty="0"/>
              <a:t>65535</a:t>
            </a:r>
            <a:r>
              <a:rPr lang="ja-JP" altLang="en-US" sz="1600" dirty="0"/>
              <a:t>番まであり用途や管理の仕方でウェルノウンポート、登録済みポート、プライベートポートに分けられます。</a:t>
            </a:r>
            <a:endParaRPr lang="en-US" altLang="ja-JP" sz="1600" dirty="0"/>
          </a:p>
          <a:p>
            <a:r>
              <a:rPr lang="ja-JP" altLang="en-US" sz="1600" dirty="0"/>
              <a:t>ウェルノウンポート</a:t>
            </a:r>
            <a:r>
              <a:rPr lang="en-US" altLang="ja-JP" sz="1600" dirty="0"/>
              <a:t>:0-1023</a:t>
            </a:r>
            <a:r>
              <a:rPr lang="ja-JP" altLang="en-US" sz="1600" dirty="0"/>
              <a:t>　特定のサービスやアプリケーションに標準的に割り当てられいるポートです。</a:t>
            </a:r>
            <a:br>
              <a:rPr lang="en-US" altLang="ja-JP" sz="1600" dirty="0"/>
            </a:br>
            <a:r>
              <a:rPr lang="ja-JP" altLang="en-US" sz="1600" dirty="0"/>
              <a:t>使用者はユーザーです。主に送信先ポートで使用されます。</a:t>
            </a:r>
            <a:endParaRPr lang="en-US" altLang="ja-JP" dirty="0"/>
          </a:p>
          <a:p>
            <a:r>
              <a:rPr lang="ja-JP" altLang="en-US" sz="1600" dirty="0"/>
              <a:t>登録済みポート</a:t>
            </a:r>
            <a:r>
              <a:rPr lang="en-US" altLang="ja-JP" sz="1600" dirty="0"/>
              <a:t>:1024-49151 </a:t>
            </a:r>
            <a:r>
              <a:rPr lang="ja-JP" altLang="en-US" sz="1600" dirty="0"/>
              <a:t>特定のアプリケーションやサービス向けに登録されているポートです。</a:t>
            </a:r>
            <a:br>
              <a:rPr lang="en-US" altLang="ja-JP" sz="1600" dirty="0"/>
            </a:br>
            <a:r>
              <a:rPr lang="ja-JP" altLang="en-US" sz="1600" dirty="0"/>
              <a:t>使用者はソフトウェアです。主に送信先ポートで使用されます。</a:t>
            </a:r>
            <a:endParaRPr lang="en-US" altLang="ja-JP" sz="1600" dirty="0"/>
          </a:p>
          <a:p>
            <a:r>
              <a:rPr lang="ja-JP" altLang="en-US" sz="1600" dirty="0"/>
              <a:t>プライベートポート</a:t>
            </a:r>
            <a:r>
              <a:rPr lang="en-US" altLang="ja-JP" sz="1600" dirty="0"/>
              <a:t>:49152-65535 </a:t>
            </a:r>
            <a:r>
              <a:rPr lang="ja-JP" altLang="en-US" sz="1600" dirty="0"/>
              <a:t>クライアントが一時的に接続するときに自動で割り当てられるポートです。</a:t>
            </a:r>
            <a:br>
              <a:rPr lang="en-US" altLang="ja-JP" sz="1600" dirty="0"/>
            </a:br>
            <a:r>
              <a:rPr lang="ja-JP" altLang="en-US" sz="1600" dirty="0"/>
              <a:t>主に送信元ポートで使用されます</a:t>
            </a:r>
            <a:endParaRPr lang="en-US" altLang="ja-JP" sz="1600" dirty="0"/>
          </a:p>
        </p:txBody>
      </p:sp>
    </p:spTree>
    <p:extLst>
      <p:ext uri="{BB962C8B-B14F-4D97-AF65-F5344CB8AC3E}">
        <p14:creationId xmlns:p14="http://schemas.microsoft.com/office/powerpoint/2010/main" val="387452426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39997-75E4-3411-CBD2-A9807AE59699}"/>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C41FB895-5907-AF71-DAE1-198010998394}"/>
              </a:ext>
            </a:extLst>
          </p:cNvPr>
          <p:cNvGraphicFramePr>
            <a:graphicFrameLocks noGrp="1"/>
          </p:cNvGraphicFramePr>
          <p:nvPr>
            <p:ph sz="quarter" idx="13"/>
            <p:extLst>
              <p:ext uri="{D42A27DB-BD31-4B8C-83A1-F6EECF244321}">
                <p14:modId xmlns:p14="http://schemas.microsoft.com/office/powerpoint/2010/main" val="3716022582"/>
              </p:ext>
            </p:extLst>
          </p:nvPr>
        </p:nvGraphicFramePr>
        <p:xfrm>
          <a:off x="869568" y="505326"/>
          <a:ext cx="10674732" cy="5739117"/>
        </p:xfrm>
        <a:graphic>
          <a:graphicData uri="http://schemas.openxmlformats.org/drawingml/2006/table">
            <a:tbl>
              <a:tblPr firstRow="1" bandRow="1">
                <a:tableStyleId>{8A107856-5554-42FB-B03E-39F5DBC370BA}</a:tableStyleId>
              </a:tblPr>
              <a:tblGrid>
                <a:gridCol w="3504415">
                  <a:extLst>
                    <a:ext uri="{9D8B030D-6E8A-4147-A177-3AD203B41FA5}">
                      <a16:colId xmlns:a16="http://schemas.microsoft.com/office/drawing/2014/main" val="127040821"/>
                    </a:ext>
                  </a:extLst>
                </a:gridCol>
                <a:gridCol w="7170317">
                  <a:extLst>
                    <a:ext uri="{9D8B030D-6E8A-4147-A177-3AD203B41FA5}">
                      <a16:colId xmlns:a16="http://schemas.microsoft.com/office/drawing/2014/main" val="3472639139"/>
                    </a:ext>
                  </a:extLst>
                </a:gridCol>
              </a:tblGrid>
              <a:tr h="125011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80,443</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Web</a:t>
                      </a:r>
                      <a:r>
                        <a:rPr lang="ja-JP" altLang="en-US" sz="2300" b="0" noProof="0" dirty="0">
                          <a:latin typeface="Meiryo UI" panose="020B0604030504040204" pitchFamily="50" charset="-128"/>
                          <a:ea typeface="Meiryo UI" panose="020B0604030504040204" pitchFamily="50" charset="-128"/>
                        </a:rPr>
                        <a:t>サイト閲覧用で用いられます。</a:t>
                      </a:r>
                      <a:r>
                        <a:rPr lang="en-US" altLang="ja-JP" sz="2300" b="0" noProof="0" dirty="0">
                          <a:latin typeface="Meiryo UI" panose="020B0604030504040204" pitchFamily="50" charset="-128"/>
                          <a:ea typeface="Meiryo UI" panose="020B0604030504040204" pitchFamily="50" charset="-128"/>
                        </a:rPr>
                        <a:t>80=http,443=https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994386">
                <a:tc>
                  <a:txBody>
                    <a:bodyPr/>
                    <a:lstStyle/>
                    <a:p>
                      <a:pPr algn="ctr" rtl="0"/>
                      <a:r>
                        <a:rPr lang="en-US" altLang="ja-JP" sz="2300" b="0" noProof="0" dirty="0">
                          <a:latin typeface="Meiryo UI" panose="020B0604030504040204" pitchFamily="50" charset="-128"/>
                          <a:ea typeface="Meiryo UI" panose="020B0604030504040204" pitchFamily="50" charset="-128"/>
                        </a:rPr>
                        <a:t>22,23</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リモート操作で用いられます。</a:t>
                      </a:r>
                      <a:r>
                        <a:rPr lang="en-US" altLang="ja-JP" sz="2300" b="0" noProof="0" dirty="0">
                          <a:latin typeface="Meiryo UI" panose="020B0604030504040204" pitchFamily="50" charset="-128"/>
                          <a:ea typeface="Meiryo UI" panose="020B0604030504040204" pitchFamily="50" charset="-128"/>
                        </a:rPr>
                        <a:t>22=SSH,23=telnet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2323680756"/>
                  </a:ext>
                </a:extLst>
              </a:tr>
              <a:tr h="1250115">
                <a:tc>
                  <a:txBody>
                    <a:bodyPr/>
                    <a:lstStyle/>
                    <a:p>
                      <a:pPr algn="ctr" rtl="0"/>
                      <a:r>
                        <a:rPr lang="en-US" altLang="ja-JP" sz="2300" b="0" noProof="0" dirty="0">
                          <a:latin typeface="Meiryo UI" panose="020B0604030504040204" pitchFamily="50" charset="-128"/>
                          <a:ea typeface="Meiryo UI" panose="020B0604030504040204" pitchFamily="50" charset="-128"/>
                        </a:rPr>
                        <a:t>21</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FTP,FTPS</a:t>
                      </a:r>
                      <a:r>
                        <a:rPr lang="ja-JP" altLang="en-US" sz="2300" b="0" noProof="0" dirty="0">
                          <a:latin typeface="Meiryo UI" panose="020B0604030504040204" pitchFamily="50" charset="-128"/>
                          <a:ea typeface="Meiryo UI" panose="020B0604030504040204" pitchFamily="50" charset="-128"/>
                        </a:rPr>
                        <a:t>で使用するファイル転送用のポートです。</a:t>
                      </a:r>
                    </a:p>
                  </a:txBody>
                  <a:tcPr marL="117478" marR="117478" marT="58740" marB="58740" anchor="ctr"/>
                </a:tc>
                <a:extLst>
                  <a:ext uri="{0D108BD9-81ED-4DB2-BD59-A6C34878D82A}">
                    <a16:rowId xmlns:a16="http://schemas.microsoft.com/office/drawing/2014/main" val="1566438192"/>
                  </a:ext>
                </a:extLst>
              </a:tr>
              <a:tr h="99438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3306,5432</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DB</a:t>
                      </a:r>
                      <a:r>
                        <a:rPr lang="ja-JP" altLang="en-US" sz="2300" b="0" noProof="0" dirty="0">
                          <a:latin typeface="Meiryo UI" panose="020B0604030504040204" pitchFamily="50" charset="-128"/>
                          <a:ea typeface="Meiryo UI" panose="020B0604030504040204" pitchFamily="50" charset="-128"/>
                        </a:rPr>
                        <a:t>サーバー接続用ポートです。</a:t>
                      </a:r>
                      <a:r>
                        <a:rPr lang="en-US" altLang="ja-JP" sz="2300" b="0" noProof="0" dirty="0">
                          <a:latin typeface="Meiryo UI" panose="020B0604030504040204" pitchFamily="50" charset="-128"/>
                          <a:ea typeface="Meiryo UI" panose="020B0604030504040204" pitchFamily="50" charset="-128"/>
                        </a:rPr>
                        <a:t>3306=MySql,5432=</a:t>
                      </a:r>
                      <a:r>
                        <a:rPr lang="en-US" altLang="ja-JP" sz="2300" b="0" noProof="0" dirty="0" err="1">
                          <a:latin typeface="Meiryo UI" panose="020B0604030504040204" pitchFamily="50" charset="-128"/>
                          <a:ea typeface="Meiryo UI" panose="020B0604030504040204" pitchFamily="50" charset="-128"/>
                        </a:rPr>
                        <a:t>PostgreSql</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125011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8000,8080</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開発環境やローカルテスト用の</a:t>
                      </a:r>
                      <a:r>
                        <a:rPr lang="en-US" altLang="ja-JP" sz="2300" b="0" noProof="0" dirty="0">
                          <a:latin typeface="Meiryo UI" panose="020B0604030504040204" pitchFamily="50" charset="-128"/>
                          <a:ea typeface="Meiryo UI" panose="020B0604030504040204" pitchFamily="50" charset="-128"/>
                        </a:rPr>
                        <a:t>Web</a:t>
                      </a:r>
                      <a:r>
                        <a:rPr lang="ja-JP" altLang="en-US" sz="2300" b="0" noProof="0" dirty="0">
                          <a:latin typeface="Meiryo UI" panose="020B0604030504040204" pitchFamily="50" charset="-128"/>
                          <a:ea typeface="Meiryo UI" panose="020B0604030504040204" pitchFamily="50" charset="-128"/>
                        </a:rPr>
                        <a:t>サーバーでよく使われます。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bl>
          </a:graphicData>
        </a:graphic>
      </p:graphicFrame>
    </p:spTree>
    <p:extLst>
      <p:ext uri="{BB962C8B-B14F-4D97-AF65-F5344CB8AC3E}">
        <p14:creationId xmlns:p14="http://schemas.microsoft.com/office/powerpoint/2010/main" val="17502233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B3F3A-B6E7-A777-0960-661D67E7818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FB77935-999D-1BA5-81A4-9BD413B441D0}"/>
              </a:ext>
            </a:extLst>
          </p:cNvPr>
          <p:cNvSpPr>
            <a:spLocks noGrp="1"/>
          </p:cNvSpPr>
          <p:nvPr>
            <p:ph type="title"/>
          </p:nvPr>
        </p:nvSpPr>
        <p:spPr>
          <a:xfrm>
            <a:off x="594360" y="189572"/>
            <a:ext cx="6787747" cy="1593507"/>
          </a:xfrm>
        </p:spPr>
        <p:txBody>
          <a:bodyPr rtlCol="0" anchor="b">
            <a:normAutofit/>
          </a:bodyPr>
          <a:lstStyle>
            <a:defPPr>
              <a:defRPr lang="ja-JP"/>
            </a:defPPr>
          </a:lstStyle>
          <a:p>
            <a:pPr rtl="0"/>
            <a:r>
              <a:rPr lang="en-US" altLang="ja-JP" dirty="0"/>
              <a:t>NAT</a:t>
            </a:r>
            <a:r>
              <a:rPr lang="ja-JP" altLang="en-US" dirty="0"/>
              <a:t>と</a:t>
            </a:r>
            <a:r>
              <a:rPr lang="en-US" altLang="ja-JP" dirty="0"/>
              <a:t>NAPT</a:t>
            </a:r>
            <a:endParaRPr lang="ja-JP" altLang="ja-JP" dirty="0"/>
          </a:p>
        </p:txBody>
      </p:sp>
      <p:graphicFrame>
        <p:nvGraphicFramePr>
          <p:cNvPr id="6" name="テキスト プレースホルダー 2">
            <a:extLst>
              <a:ext uri="{FF2B5EF4-FFF2-40B4-BE49-F238E27FC236}">
                <a16:creationId xmlns:a16="http://schemas.microsoft.com/office/drawing/2014/main" id="{A5A3BF83-101A-B65B-5BEC-50B3D6F8A116}"/>
              </a:ext>
            </a:extLst>
          </p:cNvPr>
          <p:cNvGraphicFramePr>
            <a:graphicFrameLocks noGrp="1"/>
          </p:cNvGraphicFramePr>
          <p:nvPr>
            <p:ph sz="quarter" idx="13"/>
            <p:extLst>
              <p:ext uri="{D42A27DB-BD31-4B8C-83A1-F6EECF244321}">
                <p14:modId xmlns:p14="http://schemas.microsoft.com/office/powerpoint/2010/main" val="3219868677"/>
              </p:ext>
            </p:extLst>
          </p:nvPr>
        </p:nvGraphicFramePr>
        <p:xfrm>
          <a:off x="5046044" y="2959911"/>
          <a:ext cx="6787747" cy="37085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テキスト ボックス 2">
            <a:extLst>
              <a:ext uri="{FF2B5EF4-FFF2-40B4-BE49-F238E27FC236}">
                <a16:creationId xmlns:a16="http://schemas.microsoft.com/office/drawing/2014/main" id="{4A40B734-7002-A4A3-19B6-7D3D07D46093}"/>
              </a:ext>
            </a:extLst>
          </p:cNvPr>
          <p:cNvSpPr txBox="1"/>
          <p:nvPr/>
        </p:nvSpPr>
        <p:spPr>
          <a:xfrm>
            <a:off x="594359" y="2333685"/>
            <a:ext cx="4451685" cy="3046988"/>
          </a:xfrm>
          <a:prstGeom prst="rect">
            <a:avLst/>
          </a:prstGeom>
          <a:noFill/>
        </p:spPr>
        <p:txBody>
          <a:bodyPr wrap="square" rtlCol="0">
            <a:spAutoFit/>
          </a:bodyPr>
          <a:lstStyle/>
          <a:p>
            <a:r>
              <a:rPr kumimoji="1" lang="en-US" altLang="ja-JP" sz="2400" dirty="0">
                <a:solidFill>
                  <a:schemeClr val="bg1"/>
                </a:solidFill>
              </a:rPr>
              <a:t>NAT</a:t>
            </a:r>
            <a:r>
              <a:rPr kumimoji="1" lang="ja-JP" altLang="en-US" sz="2400" dirty="0">
                <a:solidFill>
                  <a:schemeClr val="bg1"/>
                </a:solidFill>
              </a:rPr>
              <a:t>と</a:t>
            </a:r>
            <a:r>
              <a:rPr kumimoji="1" lang="en-US" altLang="ja-JP" sz="2400" dirty="0">
                <a:solidFill>
                  <a:schemeClr val="bg1"/>
                </a:solidFill>
              </a:rPr>
              <a:t>NAPT</a:t>
            </a:r>
            <a:r>
              <a:rPr kumimoji="1" lang="ja-JP" altLang="en-US" sz="2400" dirty="0">
                <a:solidFill>
                  <a:schemeClr val="bg1"/>
                </a:solidFill>
              </a:rPr>
              <a:t>は</a:t>
            </a:r>
            <a:r>
              <a:rPr kumimoji="1" lang="en-US" altLang="ja-JP" sz="2400" dirty="0">
                <a:solidFill>
                  <a:schemeClr val="bg1"/>
                </a:solidFill>
              </a:rPr>
              <a:t>IP</a:t>
            </a:r>
            <a:r>
              <a:rPr kumimoji="1" lang="ja-JP" altLang="en-US" sz="2400" dirty="0">
                <a:solidFill>
                  <a:schemeClr val="bg1"/>
                </a:solidFill>
              </a:rPr>
              <a:t>アドレスを別の</a:t>
            </a:r>
            <a:r>
              <a:rPr kumimoji="1" lang="en-US" altLang="ja-JP" sz="2400" dirty="0">
                <a:solidFill>
                  <a:schemeClr val="bg1"/>
                </a:solidFill>
              </a:rPr>
              <a:t>IP</a:t>
            </a:r>
            <a:r>
              <a:rPr kumimoji="1" lang="ja-JP" altLang="en-US" sz="2400" dirty="0">
                <a:solidFill>
                  <a:schemeClr val="bg1"/>
                </a:solidFill>
              </a:rPr>
              <a:t>アドレスに変換してくれる技術で、違いは右記の通りでさらにダイナミックとスタティックに細分化されます。</a:t>
            </a:r>
            <a:endParaRPr kumimoji="1" lang="en-US" altLang="ja-JP" sz="2400" dirty="0">
              <a:solidFill>
                <a:schemeClr val="bg1"/>
              </a:solidFill>
            </a:endParaRPr>
          </a:p>
          <a:p>
            <a:endParaRPr kumimoji="1" lang="en-US" altLang="ja-JP" sz="2400" dirty="0">
              <a:solidFill>
                <a:schemeClr val="bg1"/>
              </a:solidFill>
            </a:endParaRPr>
          </a:p>
          <a:p>
            <a:r>
              <a:rPr kumimoji="1" lang="ja-JP" altLang="en-US" sz="2400" dirty="0">
                <a:solidFill>
                  <a:schemeClr val="bg1"/>
                </a:solidFill>
              </a:rPr>
              <a:t>この技術を調べていると</a:t>
            </a:r>
            <a:r>
              <a:rPr kumimoji="1" lang="en-US" altLang="ja-JP" sz="2400" dirty="0">
                <a:solidFill>
                  <a:schemeClr val="bg1"/>
                </a:solidFill>
              </a:rPr>
              <a:t>IP</a:t>
            </a:r>
            <a:r>
              <a:rPr kumimoji="1" lang="ja-JP" altLang="en-US" sz="2400" dirty="0">
                <a:solidFill>
                  <a:schemeClr val="bg1"/>
                </a:solidFill>
              </a:rPr>
              <a:t>マスカレードという単語が出てきますが、ダイナミック</a:t>
            </a:r>
            <a:r>
              <a:rPr kumimoji="1" lang="en-US" altLang="ja-JP" sz="2400" dirty="0">
                <a:solidFill>
                  <a:schemeClr val="bg1"/>
                </a:solidFill>
              </a:rPr>
              <a:t>NAPT</a:t>
            </a:r>
            <a:r>
              <a:rPr kumimoji="1" lang="ja-JP" altLang="en-US" sz="2400" dirty="0">
                <a:solidFill>
                  <a:schemeClr val="bg1"/>
                </a:solidFill>
              </a:rPr>
              <a:t>を指す言葉です。</a:t>
            </a:r>
          </a:p>
        </p:txBody>
      </p:sp>
    </p:spTree>
    <p:extLst>
      <p:ext uri="{BB962C8B-B14F-4D97-AF65-F5344CB8AC3E}">
        <p14:creationId xmlns:p14="http://schemas.microsoft.com/office/powerpoint/2010/main" val="26713135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BA581-4680-9A10-DCB5-705335613C23}"/>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7050096F-440F-69F1-7514-4315A65ED5F5}"/>
              </a:ext>
            </a:extLst>
          </p:cNvPr>
          <p:cNvSpPr>
            <a:spLocks noGrp="1"/>
          </p:cNvSpPr>
          <p:nvPr>
            <p:ph type="title"/>
          </p:nvPr>
        </p:nvSpPr>
        <p:spPr>
          <a:xfrm>
            <a:off x="594360" y="102875"/>
            <a:ext cx="10873740" cy="1680205"/>
          </a:xfrm>
        </p:spPr>
        <p:txBody>
          <a:bodyPr rtlCol="0" anchor="b">
            <a:normAutofit/>
          </a:bodyPr>
          <a:lstStyle>
            <a:defPPr>
              <a:defRPr lang="ja-JP"/>
            </a:defPPr>
          </a:lstStyle>
          <a:p>
            <a:pPr rtl="0"/>
            <a:r>
              <a:rPr lang="en-US" altLang="ja-JP" dirty="0"/>
              <a:t>IP</a:t>
            </a:r>
            <a:r>
              <a:rPr lang="ja-JP" altLang="en-US" dirty="0"/>
              <a:t>アドレス変換の流れ</a:t>
            </a:r>
            <a:endParaRPr lang="ja-JP" dirty="0"/>
          </a:p>
        </p:txBody>
      </p:sp>
      <p:graphicFrame>
        <p:nvGraphicFramePr>
          <p:cNvPr id="9" name="コンテンツ プレースホルダー 3">
            <a:extLst>
              <a:ext uri="{FF2B5EF4-FFF2-40B4-BE49-F238E27FC236}">
                <a16:creationId xmlns:a16="http://schemas.microsoft.com/office/drawing/2014/main" id="{FA5BF3DD-5CBA-0828-4CD5-369C7ED3ED72}"/>
              </a:ext>
            </a:extLst>
          </p:cNvPr>
          <p:cNvGraphicFramePr>
            <a:graphicFrameLocks noGrp="1"/>
          </p:cNvGraphicFramePr>
          <p:nvPr>
            <p:ph sz="quarter" idx="13"/>
            <p:extLst>
              <p:ext uri="{D42A27DB-BD31-4B8C-83A1-F6EECF244321}">
                <p14:modId xmlns:p14="http://schemas.microsoft.com/office/powerpoint/2010/main" val="3368764684"/>
              </p:ext>
            </p:extLst>
          </p:nvPr>
        </p:nvGraphicFramePr>
        <p:xfrm>
          <a:off x="594360" y="2522640"/>
          <a:ext cx="10873740" cy="36993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7098801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6E7A2-3186-D2D9-171C-47F0DA81A264}"/>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BD655C42-B5BB-85D4-5C28-CF1FC8A01512}"/>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第</a:t>
            </a:r>
            <a:r>
              <a:rPr lang="en-US" altLang="ja-JP" dirty="0"/>
              <a:t>5</a:t>
            </a:r>
            <a:r>
              <a:rPr lang="ja-JP" altLang="en-US" dirty="0"/>
              <a:t>章</a:t>
            </a:r>
            <a:endParaRPr lang="ja-JP" dirty="0"/>
          </a:p>
        </p:txBody>
      </p:sp>
    </p:spTree>
    <p:extLst>
      <p:ext uri="{BB962C8B-B14F-4D97-AF65-F5344CB8AC3E}">
        <p14:creationId xmlns:p14="http://schemas.microsoft.com/office/powerpoint/2010/main" val="19548799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017C1-ADEB-63FD-F1A2-0A99AC92995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01238-08D5-E36C-7910-95A81D89BED6}"/>
              </a:ext>
            </a:extLst>
          </p:cNvPr>
          <p:cNvSpPr>
            <a:spLocks noGrp="1"/>
          </p:cNvSpPr>
          <p:nvPr>
            <p:ph type="title"/>
          </p:nvPr>
        </p:nvSpPr>
        <p:spPr>
          <a:xfrm>
            <a:off x="594360" y="189572"/>
            <a:ext cx="6787747" cy="1593507"/>
          </a:xfrm>
        </p:spPr>
        <p:txBody>
          <a:bodyPr rtlCol="0"/>
          <a:lstStyle>
            <a:defPPr>
              <a:defRPr lang="ja-JP"/>
            </a:defPPr>
          </a:lstStyle>
          <a:p>
            <a:pPr rtl="0"/>
            <a:r>
              <a:rPr lang="ja-JP" altLang="en-US" dirty="0"/>
              <a:t>第</a:t>
            </a:r>
            <a:r>
              <a:rPr lang="en-US" altLang="ja-JP" dirty="0"/>
              <a:t>5</a:t>
            </a:r>
            <a:r>
              <a:rPr lang="ja-JP" altLang="en-US" dirty="0"/>
              <a:t>章の目次</a:t>
            </a:r>
            <a:endParaRPr lang="ja-JP" dirty="0"/>
          </a:p>
        </p:txBody>
      </p:sp>
      <p:sp>
        <p:nvSpPr>
          <p:cNvPr id="3" name="テキスト プレースホルダー 2">
            <a:extLst>
              <a:ext uri="{FF2B5EF4-FFF2-40B4-BE49-F238E27FC236}">
                <a16:creationId xmlns:a16="http://schemas.microsoft.com/office/drawing/2014/main" id="{D673AFAE-3E72-1E3B-16CF-97424217E0D5}"/>
              </a:ext>
            </a:extLst>
          </p:cNvPr>
          <p:cNvSpPr>
            <a:spLocks noGrp="1"/>
          </p:cNvSpPr>
          <p:nvPr>
            <p:ph sz="quarter" idx="13"/>
          </p:nvPr>
        </p:nvSpPr>
        <p:spPr>
          <a:xfrm>
            <a:off x="593725" y="2281238"/>
            <a:ext cx="6788150" cy="3709987"/>
          </a:xfrm>
        </p:spPr>
        <p:txBody>
          <a:bodyPr tIns="457200" rtlCol="0"/>
          <a:lstStyle>
            <a:defPPr>
              <a:defRPr lang="ja-JP"/>
            </a:defPPr>
          </a:lstStyle>
          <a:p>
            <a:pPr rtl="0"/>
            <a:r>
              <a:rPr lang="ja-JP" altLang="en-US" dirty="0"/>
              <a:t>基本的な設定</a:t>
            </a:r>
            <a:endParaRPr lang="en-US" altLang="ja-JP" dirty="0"/>
          </a:p>
          <a:p>
            <a:r>
              <a:rPr lang="ja-JP" altLang="en-US" dirty="0"/>
              <a:t>ルーターの管理画面へのアクセス</a:t>
            </a:r>
            <a:endParaRPr lang="en-US" altLang="ja-JP" dirty="0"/>
          </a:p>
          <a:p>
            <a:pPr rtl="0"/>
            <a:r>
              <a:rPr lang="ja-JP" altLang="en-US" dirty="0"/>
              <a:t>サブネットマスクと</a:t>
            </a:r>
            <a:r>
              <a:rPr lang="en-US" altLang="ja-JP" dirty="0"/>
              <a:t>DNS</a:t>
            </a:r>
            <a:r>
              <a:rPr lang="ja-JP" altLang="en-US" dirty="0"/>
              <a:t>サーバー</a:t>
            </a:r>
            <a:endParaRPr lang="en-US" altLang="ja-JP" dirty="0"/>
          </a:p>
          <a:p>
            <a:r>
              <a:rPr lang="en-US" altLang="ja-JP" dirty="0"/>
              <a:t>IP</a:t>
            </a:r>
            <a:r>
              <a:rPr lang="ja-JP" altLang="en-US" dirty="0"/>
              <a:t>の固定</a:t>
            </a:r>
            <a:endParaRPr lang="en-US" altLang="ja-JP" dirty="0"/>
          </a:p>
          <a:p>
            <a:pPr rtl="0"/>
            <a:r>
              <a:rPr lang="en-US" altLang="ja-JP" dirty="0"/>
              <a:t>DHCP</a:t>
            </a:r>
          </a:p>
          <a:p>
            <a:pPr rtl="0"/>
            <a:r>
              <a:rPr lang="ja-JP" altLang="en-US" dirty="0"/>
              <a:t>その他</a:t>
            </a:r>
            <a:endParaRPr lang="ja-JP" dirty="0"/>
          </a:p>
        </p:txBody>
      </p:sp>
    </p:spTree>
    <p:extLst>
      <p:ext uri="{BB962C8B-B14F-4D97-AF65-F5344CB8AC3E}">
        <p14:creationId xmlns:p14="http://schemas.microsoft.com/office/powerpoint/2010/main" val="20432557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A0BE-5AAB-FE2F-E361-260DBC3EC5C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910F017-5C3B-9B87-83BF-45C35E0C0855}"/>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ja-JP" altLang="en-US" dirty="0"/>
              <a:t>基本的な設定</a:t>
            </a:r>
            <a:endParaRPr lang="ja-JP" altLang="ja-JP" dirty="0"/>
          </a:p>
        </p:txBody>
      </p:sp>
      <p:pic>
        <p:nvPicPr>
          <p:cNvPr id="12" name="図プレースホルダー 4" descr="店の名前が書いてある｜｜｜ｐ&#10;&#10;低い精度で自動的に生成された説明">
            <a:extLst>
              <a:ext uri="{FF2B5EF4-FFF2-40B4-BE49-F238E27FC236}">
                <a16:creationId xmlns:a16="http://schemas.microsoft.com/office/drawing/2014/main" id="{990BDF8E-B14E-64FF-D52B-F8F915E61CA7}"/>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b="1689"/>
          <a:stretch>
            <a:fillRect/>
          </a:stretch>
        </p:blipFill>
        <p:spPr>
          <a:xfrm>
            <a:off x="20" y="-11113"/>
            <a:ext cx="5791180" cy="6880226"/>
          </a:xfrm>
          <a:noFill/>
        </p:spPr>
      </p:pic>
      <p:sp>
        <p:nvSpPr>
          <p:cNvPr id="3" name="テキスト プレースホルダー 2">
            <a:extLst>
              <a:ext uri="{FF2B5EF4-FFF2-40B4-BE49-F238E27FC236}">
                <a16:creationId xmlns:a16="http://schemas.microsoft.com/office/drawing/2014/main" id="{8E9850F6-1DD2-EAE7-3D41-5601A9D1D035}"/>
              </a:ext>
            </a:extLst>
          </p:cNvPr>
          <p:cNvSpPr>
            <a:spLocks noGrp="1"/>
          </p:cNvSpPr>
          <p:nvPr>
            <p:ph type="body" sz="quarter" idx="11"/>
          </p:nvPr>
        </p:nvSpPr>
        <p:spPr>
          <a:xfrm>
            <a:off x="6299835" y="4568602"/>
            <a:ext cx="5486400" cy="1645920"/>
          </a:xfrm>
        </p:spPr>
        <p:txBody>
          <a:bodyPr rtlCol="0">
            <a:normAutofit fontScale="92500" lnSpcReduction="10000"/>
          </a:bodyPr>
          <a:lstStyle>
            <a:defPPr>
              <a:defRPr lang="ja-JP"/>
            </a:defPPr>
          </a:lstStyle>
          <a:p>
            <a:r>
              <a:rPr lang="ja-JP" altLang="en-US" b="1" dirty="0"/>
              <a:t>ここまでで学んだ内容を基に設定項目を確認してみましょう。</a:t>
            </a:r>
            <a:endParaRPr lang="en-US" altLang="ja-JP" b="1" dirty="0"/>
          </a:p>
          <a:p>
            <a:endParaRPr lang="en-US" altLang="ja-JP" dirty="0"/>
          </a:p>
          <a:p>
            <a:r>
              <a:rPr lang="ja-JP" altLang="en-US" b="1" dirty="0"/>
              <a:t>注</a:t>
            </a:r>
            <a:r>
              <a:rPr lang="en-US" altLang="ja-JP" b="1" dirty="0"/>
              <a:t>:</a:t>
            </a:r>
            <a:r>
              <a:rPr lang="ja-JP" altLang="en-US" b="1" dirty="0"/>
              <a:t>変更するとネットにつながらなくなる可能性もあるので見るだけにしましょう</a:t>
            </a:r>
            <a:endParaRPr lang="en-US" altLang="ja-JP" b="1" dirty="0"/>
          </a:p>
          <a:p>
            <a:endParaRPr lang="ja-JP" altLang="en-US" dirty="0"/>
          </a:p>
        </p:txBody>
      </p:sp>
    </p:spTree>
    <p:extLst>
      <p:ext uri="{BB962C8B-B14F-4D97-AF65-F5344CB8AC3E}">
        <p14:creationId xmlns:p14="http://schemas.microsoft.com/office/powerpoint/2010/main" val="142444799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B28AA-A402-40E8-9F6F-D473BFDC0CC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2CF6C34-ABEA-D414-ED10-25B0C931E828}"/>
              </a:ext>
            </a:extLst>
          </p:cNvPr>
          <p:cNvSpPr>
            <a:spLocks noGrp="1"/>
          </p:cNvSpPr>
          <p:nvPr>
            <p:ph type="title"/>
          </p:nvPr>
        </p:nvSpPr>
        <p:spPr>
          <a:xfrm>
            <a:off x="594360" y="198408"/>
            <a:ext cx="10972800" cy="1574317"/>
          </a:xfrm>
        </p:spPr>
        <p:txBody>
          <a:bodyPr rtlCol="0" anchor="b">
            <a:normAutofit/>
          </a:bodyPr>
          <a:lstStyle>
            <a:defPPr>
              <a:defRPr lang="ja-JP"/>
            </a:defPPr>
          </a:lstStyle>
          <a:p>
            <a:pPr rtl="0"/>
            <a:r>
              <a:rPr lang="ja-JP" altLang="en-US" dirty="0"/>
              <a:t>ルーターの管理画面へのアクセス方法</a:t>
            </a:r>
            <a:endParaRPr lang="ja-JP" altLang="ja-JP" dirty="0"/>
          </a:p>
        </p:txBody>
      </p:sp>
      <p:pic>
        <p:nvPicPr>
          <p:cNvPr id="12" name="図プレースホルダー 4">
            <a:extLst>
              <a:ext uri="{FF2B5EF4-FFF2-40B4-BE49-F238E27FC236}">
                <a16:creationId xmlns:a16="http://schemas.microsoft.com/office/drawing/2014/main" id="{DD58D38A-4E5B-6C1D-A153-8EF7E6B8C587}"/>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701612" y="2232720"/>
            <a:ext cx="6217347" cy="4041275"/>
          </a:xfrm>
          <a:noFill/>
        </p:spPr>
      </p:pic>
      <p:sp>
        <p:nvSpPr>
          <p:cNvPr id="3" name="テキスト プレースホルダー 2">
            <a:extLst>
              <a:ext uri="{FF2B5EF4-FFF2-40B4-BE49-F238E27FC236}">
                <a16:creationId xmlns:a16="http://schemas.microsoft.com/office/drawing/2014/main" id="{79CCE979-5BA9-EAD7-545C-CA0F0151869A}"/>
              </a:ext>
            </a:extLst>
          </p:cNvPr>
          <p:cNvSpPr>
            <a:spLocks noGrp="1"/>
          </p:cNvSpPr>
          <p:nvPr>
            <p:ph sz="quarter" idx="14"/>
          </p:nvPr>
        </p:nvSpPr>
        <p:spPr>
          <a:xfrm>
            <a:off x="7620000" y="2232719"/>
            <a:ext cx="3947160" cy="4041275"/>
          </a:xfrm>
        </p:spPr>
        <p:txBody>
          <a:bodyPr rtlCol="0">
            <a:normAutofit lnSpcReduction="10000"/>
          </a:bodyPr>
          <a:lstStyle>
            <a:defPPr>
              <a:defRPr lang="ja-JP"/>
            </a:defPPr>
          </a:lstStyle>
          <a:p>
            <a:pPr marL="0" indent="0">
              <a:buNone/>
            </a:pPr>
            <a:r>
              <a:rPr lang="ja-JP" altLang="en-US" dirty="0"/>
              <a:t>一般的なルーターであれば</a:t>
            </a:r>
            <a:r>
              <a:rPr lang="en-US" altLang="ja-JP" dirty="0"/>
              <a:t>Web</a:t>
            </a:r>
            <a:r>
              <a:rPr lang="ja-JP" altLang="en-US" dirty="0"/>
              <a:t>管理画面が用意されていますが、操作方法についてはメーカーや機種によってさまざまなので詳細については各個人で調べながらお願いします。</a:t>
            </a:r>
            <a:br>
              <a:rPr lang="en-US" altLang="ja-JP" dirty="0"/>
            </a:br>
            <a:br>
              <a:rPr lang="en-US" altLang="ja-JP" dirty="0"/>
            </a:br>
            <a:r>
              <a:rPr lang="ja-JP" altLang="en-US" dirty="0"/>
              <a:t>管理画面にはブラウザからアドレスバーにルーターの</a:t>
            </a:r>
            <a:r>
              <a:rPr lang="en-US" altLang="ja-JP" dirty="0"/>
              <a:t>IP(</a:t>
            </a:r>
            <a:r>
              <a:rPr lang="ja-JP" altLang="en-US" dirty="0"/>
              <a:t>おそらくデフォルトゲートウェイ</a:t>
            </a:r>
            <a:r>
              <a:rPr lang="en-US" altLang="ja-JP" dirty="0"/>
              <a:t>)</a:t>
            </a:r>
            <a:r>
              <a:rPr lang="ja-JP" altLang="en-US" dirty="0"/>
              <a:t>を入力するとログインフォームが出てくると思います。</a:t>
            </a:r>
            <a:endParaRPr lang="en-US" altLang="ja-JP" dirty="0"/>
          </a:p>
          <a:p>
            <a:pPr marL="0" indent="0">
              <a:buNone/>
            </a:pPr>
            <a:r>
              <a:rPr lang="ja-JP" altLang="en-US" dirty="0"/>
              <a:t>デフォルトであればネットで調べるとでてくるはずなので調べてください。</a:t>
            </a:r>
            <a:endParaRPr lang="en-US" altLang="ja-JP" dirty="0"/>
          </a:p>
          <a:p>
            <a:pPr marL="0" indent="0">
              <a:buNone/>
            </a:pPr>
            <a:r>
              <a:rPr lang="ja-JP" altLang="en-US" dirty="0"/>
              <a:t>例</a:t>
            </a:r>
            <a:r>
              <a:rPr lang="en-US" altLang="ja-JP" dirty="0"/>
              <a:t>:[</a:t>
            </a:r>
            <a:r>
              <a:rPr lang="ja-JP" altLang="en-US" dirty="0"/>
              <a:t>メーカー名 機種名 管理画面 ログイン</a:t>
            </a:r>
            <a:r>
              <a:rPr lang="en-US" altLang="ja-JP" dirty="0"/>
              <a:t>]</a:t>
            </a:r>
          </a:p>
        </p:txBody>
      </p:sp>
    </p:spTree>
    <p:extLst>
      <p:ext uri="{BB962C8B-B14F-4D97-AF65-F5344CB8AC3E}">
        <p14:creationId xmlns:p14="http://schemas.microsoft.com/office/powerpoint/2010/main" val="254324926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18D63-511D-39F6-A14B-EFD0C32339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294C9C8-D2F4-A37F-A2F6-48196F464C32}"/>
              </a:ext>
            </a:extLst>
          </p:cNvPr>
          <p:cNvSpPr>
            <a:spLocks noGrp="1"/>
          </p:cNvSpPr>
          <p:nvPr>
            <p:ph type="title"/>
          </p:nvPr>
        </p:nvSpPr>
        <p:spPr>
          <a:xfrm>
            <a:off x="594360" y="202400"/>
            <a:ext cx="10972800" cy="1570325"/>
          </a:xfrm>
        </p:spPr>
        <p:txBody>
          <a:bodyPr rtlCol="0" anchor="b">
            <a:normAutofit/>
          </a:bodyPr>
          <a:lstStyle>
            <a:defPPr>
              <a:defRPr lang="ja-JP"/>
            </a:defPPr>
          </a:lstStyle>
          <a:p>
            <a:pPr rtl="0"/>
            <a:r>
              <a:rPr lang="ja-JP" altLang="en-US" dirty="0"/>
              <a:t>サブネットマスクと</a:t>
            </a:r>
            <a:r>
              <a:rPr lang="en-US" altLang="ja-JP" dirty="0"/>
              <a:t>DNS</a:t>
            </a:r>
            <a:r>
              <a:rPr lang="ja-JP" altLang="en-US" dirty="0"/>
              <a:t>サーバーを確認しよう</a:t>
            </a:r>
            <a:endParaRPr lang="ja-JP" altLang="ja-JP" dirty="0"/>
          </a:p>
        </p:txBody>
      </p:sp>
      <p:graphicFrame>
        <p:nvGraphicFramePr>
          <p:cNvPr id="6" name="テキスト プレースホルダー 2">
            <a:extLst>
              <a:ext uri="{FF2B5EF4-FFF2-40B4-BE49-F238E27FC236}">
                <a16:creationId xmlns:a16="http://schemas.microsoft.com/office/drawing/2014/main" id="{EC2B95A9-D090-D543-387E-2AC95F19CC3E}"/>
              </a:ext>
            </a:extLst>
          </p:cNvPr>
          <p:cNvGraphicFramePr>
            <a:graphicFrameLocks noGrp="1"/>
          </p:cNvGraphicFramePr>
          <p:nvPr>
            <p:ph type="tbl" sz="quarter" idx="10"/>
            <p:extLst>
              <p:ext uri="{D42A27DB-BD31-4B8C-83A1-F6EECF244321}">
                <p14:modId xmlns:p14="http://schemas.microsoft.com/office/powerpoint/2010/main" val="47345189"/>
              </p:ext>
            </p:extLst>
          </p:nvPr>
        </p:nvGraphicFramePr>
        <p:xfrm>
          <a:off x="594360" y="2628629"/>
          <a:ext cx="10972800" cy="36367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9505733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682CC-4A82-2E02-CF61-D0BBED813C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276A60A-E077-3EF2-60EE-A1A09081DB69}"/>
              </a:ext>
            </a:extLst>
          </p:cNvPr>
          <p:cNvSpPr>
            <a:spLocks noGrp="1"/>
          </p:cNvSpPr>
          <p:nvPr>
            <p:ph type="title"/>
          </p:nvPr>
        </p:nvSpPr>
        <p:spPr>
          <a:xfrm>
            <a:off x="594360" y="102875"/>
            <a:ext cx="10873740" cy="1680205"/>
          </a:xfrm>
        </p:spPr>
        <p:txBody>
          <a:bodyPr rtlCol="0" anchor="b">
            <a:normAutofit/>
          </a:bodyPr>
          <a:lstStyle>
            <a:defPPr>
              <a:defRPr lang="ja-JP"/>
            </a:defPPr>
          </a:lstStyle>
          <a:p>
            <a:pPr rtl="0"/>
            <a:r>
              <a:rPr lang="en-US" altLang="ja-JP" dirty="0"/>
              <a:t>IP</a:t>
            </a:r>
            <a:r>
              <a:rPr lang="ja-JP" altLang="en-US" dirty="0"/>
              <a:t>アドレスの固定</a:t>
            </a:r>
            <a:endParaRPr lang="ja-JP" altLang="ja-JP" dirty="0"/>
          </a:p>
        </p:txBody>
      </p:sp>
      <p:sp>
        <p:nvSpPr>
          <p:cNvPr id="3" name="テキスト プレースホルダー 2">
            <a:extLst>
              <a:ext uri="{FF2B5EF4-FFF2-40B4-BE49-F238E27FC236}">
                <a16:creationId xmlns:a16="http://schemas.microsoft.com/office/drawing/2014/main" id="{BBAEFB5D-10CF-EE5F-916C-371EE8C33C8D}"/>
              </a:ext>
            </a:extLst>
          </p:cNvPr>
          <p:cNvSpPr>
            <a:spLocks noGrp="1"/>
          </p:cNvSpPr>
          <p:nvPr>
            <p:ph sz="quarter" idx="13"/>
          </p:nvPr>
        </p:nvSpPr>
        <p:spPr>
          <a:xfrm>
            <a:off x="3657600" y="2282008"/>
            <a:ext cx="7810500" cy="3699328"/>
          </a:xfrm>
        </p:spPr>
        <p:txBody>
          <a:bodyPr rtlCol="0">
            <a:normAutofit/>
          </a:bodyPr>
          <a:lstStyle>
            <a:defPPr>
              <a:defRPr lang="ja-JP"/>
            </a:defPPr>
          </a:lstStyle>
          <a:p>
            <a:pPr marL="0" indent="0">
              <a:buNone/>
            </a:pPr>
            <a:r>
              <a:rPr lang="ja-JP" altLang="en-US" dirty="0"/>
              <a:t>ルーターから</a:t>
            </a:r>
            <a:r>
              <a:rPr lang="en-US" altLang="ja-JP" dirty="0"/>
              <a:t>IP</a:t>
            </a:r>
            <a:r>
              <a:rPr lang="ja-JP" altLang="en-US" dirty="0"/>
              <a:t>を固定する事も可能です。</a:t>
            </a:r>
            <a:endParaRPr lang="en-US" altLang="ja-JP" dirty="0"/>
          </a:p>
          <a:p>
            <a:pPr marL="0" indent="0">
              <a:buNone/>
            </a:pPr>
            <a:r>
              <a:rPr lang="ja-JP" altLang="en-US" dirty="0"/>
              <a:t>機種にもよりますが予約済みアドレス等と表現されることもあり、対応した</a:t>
            </a:r>
            <a:r>
              <a:rPr lang="en-US" altLang="ja-JP" dirty="0"/>
              <a:t>MAC</a:t>
            </a:r>
            <a:r>
              <a:rPr lang="ja-JP" altLang="en-US" dirty="0"/>
              <a:t>アドレスの機器はその</a:t>
            </a:r>
            <a:r>
              <a:rPr lang="en-US" altLang="ja-JP" dirty="0"/>
              <a:t>IP</a:t>
            </a:r>
            <a:r>
              <a:rPr lang="ja-JP" altLang="en-US"/>
              <a:t>アドレスを割り当ててくれる</a:t>
            </a:r>
            <a:r>
              <a:rPr lang="ja-JP" altLang="en-US" dirty="0"/>
              <a:t>ようです。</a:t>
            </a:r>
            <a:endParaRPr lang="en-US" altLang="ja-JP" dirty="0"/>
          </a:p>
          <a:p>
            <a:pPr marL="0" indent="0">
              <a:buNone/>
            </a:pPr>
            <a:r>
              <a:rPr lang="ja-JP" altLang="en-US" dirty="0"/>
              <a:t>今回はルーターの話なので詳細は割愛しますが、固定</a:t>
            </a:r>
            <a:r>
              <a:rPr lang="en-US" altLang="ja-JP" dirty="0"/>
              <a:t>IP</a:t>
            </a:r>
            <a:r>
              <a:rPr lang="ja-JP" altLang="en-US" dirty="0"/>
              <a:t>の設定はノード側でする事が多いと思います。</a:t>
            </a:r>
          </a:p>
        </p:txBody>
      </p:sp>
    </p:spTree>
    <p:extLst>
      <p:ext uri="{BB962C8B-B14F-4D97-AF65-F5344CB8AC3E}">
        <p14:creationId xmlns:p14="http://schemas.microsoft.com/office/powerpoint/2010/main" val="319510147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4115F-ED6E-3297-BE71-FC782DCDF0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11C97A-8B5F-D83E-F64F-013B24B92526}"/>
              </a:ext>
            </a:extLst>
          </p:cNvPr>
          <p:cNvSpPr>
            <a:spLocks noGrp="1"/>
          </p:cNvSpPr>
          <p:nvPr>
            <p:ph type="title"/>
          </p:nvPr>
        </p:nvSpPr>
        <p:spPr>
          <a:xfrm>
            <a:off x="594360" y="198408"/>
            <a:ext cx="10972800" cy="1574317"/>
          </a:xfrm>
        </p:spPr>
        <p:txBody>
          <a:bodyPr rtlCol="0" anchor="b">
            <a:normAutofit/>
          </a:bodyPr>
          <a:lstStyle>
            <a:defPPr>
              <a:defRPr lang="ja-JP"/>
            </a:defPPr>
          </a:lstStyle>
          <a:p>
            <a:pPr rtl="0"/>
            <a:r>
              <a:rPr lang="en-US" altLang="ja-JP" dirty="0"/>
              <a:t>DHCP</a:t>
            </a:r>
            <a:r>
              <a:rPr lang="ja-JP" altLang="en-US" dirty="0"/>
              <a:t>の設定</a:t>
            </a:r>
            <a:endParaRPr lang="ja-JP" altLang="ja-JP" dirty="0"/>
          </a:p>
        </p:txBody>
      </p:sp>
      <p:pic>
        <p:nvPicPr>
          <p:cNvPr id="12" name="図プレースホルダー 4">
            <a:extLst>
              <a:ext uri="{FF2B5EF4-FFF2-40B4-BE49-F238E27FC236}">
                <a16:creationId xmlns:a16="http://schemas.microsoft.com/office/drawing/2014/main" id="{CE10FBAC-81F6-7F76-71F1-D28475317261}"/>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701612" y="2232720"/>
            <a:ext cx="6217347" cy="4041275"/>
          </a:xfrm>
          <a:noFill/>
        </p:spPr>
      </p:pic>
      <p:sp>
        <p:nvSpPr>
          <p:cNvPr id="3" name="テキスト プレースホルダー 2">
            <a:extLst>
              <a:ext uri="{FF2B5EF4-FFF2-40B4-BE49-F238E27FC236}">
                <a16:creationId xmlns:a16="http://schemas.microsoft.com/office/drawing/2014/main" id="{35D9C872-5FCC-F54E-6842-804766AEAC1D}"/>
              </a:ext>
            </a:extLst>
          </p:cNvPr>
          <p:cNvSpPr>
            <a:spLocks noGrp="1"/>
          </p:cNvSpPr>
          <p:nvPr>
            <p:ph sz="quarter" idx="14"/>
          </p:nvPr>
        </p:nvSpPr>
        <p:spPr>
          <a:xfrm>
            <a:off x="7620000" y="1630679"/>
            <a:ext cx="3947160" cy="4643315"/>
          </a:xfrm>
        </p:spPr>
        <p:txBody>
          <a:bodyPr rtlCol="0">
            <a:normAutofit lnSpcReduction="10000"/>
          </a:bodyPr>
          <a:lstStyle>
            <a:defPPr>
              <a:defRPr lang="ja-JP"/>
            </a:defPPr>
          </a:lstStyle>
          <a:p>
            <a:pPr marL="0" indent="0">
              <a:buNone/>
            </a:pPr>
            <a:r>
              <a:rPr lang="en-US" altLang="ja-JP" dirty="0"/>
              <a:t>DHCP</a:t>
            </a:r>
            <a:r>
              <a:rPr lang="ja-JP" altLang="en-US" dirty="0"/>
              <a:t>の設定も可能です。</a:t>
            </a:r>
            <a:endParaRPr lang="en-US" altLang="ja-JP" dirty="0"/>
          </a:p>
          <a:p>
            <a:pPr marL="0" indent="0">
              <a:buNone/>
            </a:pPr>
            <a:r>
              <a:rPr lang="ja-JP" altLang="en-US" dirty="0"/>
              <a:t>設定内容は下記のものがあることが多いです。</a:t>
            </a:r>
            <a:endParaRPr lang="en-US" altLang="ja-JP" dirty="0"/>
          </a:p>
          <a:p>
            <a:r>
              <a:rPr lang="ja-JP" altLang="en-US" dirty="0"/>
              <a:t>有効</a:t>
            </a:r>
            <a:r>
              <a:rPr lang="en-US" altLang="ja-JP" dirty="0"/>
              <a:t>or</a:t>
            </a:r>
            <a:r>
              <a:rPr lang="ja-JP" altLang="en-US" dirty="0"/>
              <a:t>無効</a:t>
            </a:r>
            <a:endParaRPr lang="en-US" altLang="ja-JP" dirty="0"/>
          </a:p>
          <a:p>
            <a:r>
              <a:rPr lang="ja-JP" altLang="en-US" dirty="0"/>
              <a:t>開始アドレス</a:t>
            </a:r>
            <a:endParaRPr lang="en-US" altLang="ja-JP" dirty="0"/>
          </a:p>
          <a:p>
            <a:r>
              <a:rPr lang="ja-JP" altLang="en-US" dirty="0"/>
              <a:t>終了アドレス</a:t>
            </a:r>
            <a:endParaRPr lang="en-US" altLang="ja-JP" dirty="0"/>
          </a:p>
          <a:p>
            <a:endParaRPr lang="en-US" altLang="ja-JP" dirty="0"/>
          </a:p>
          <a:p>
            <a:pPr marL="0" indent="0">
              <a:buNone/>
            </a:pPr>
            <a:r>
              <a:rPr lang="ja-JP" altLang="en-US" dirty="0"/>
              <a:t>ここで重要なのが、</a:t>
            </a:r>
            <a:r>
              <a:rPr lang="en-US" altLang="ja-JP" dirty="0"/>
              <a:t>IP</a:t>
            </a:r>
            <a:r>
              <a:rPr lang="ja-JP" altLang="en-US" dirty="0"/>
              <a:t>アドレスの開始と終了で指定範囲内のアドレスを</a:t>
            </a:r>
            <a:r>
              <a:rPr lang="en-US" altLang="ja-JP" dirty="0"/>
              <a:t>DHCP</a:t>
            </a:r>
            <a:r>
              <a:rPr lang="ja-JP" altLang="en-US" dirty="0"/>
              <a:t>で割り振ってくれます。</a:t>
            </a:r>
            <a:endParaRPr lang="en-US" altLang="ja-JP" dirty="0"/>
          </a:p>
          <a:p>
            <a:pPr marL="0" indent="0">
              <a:buNone/>
            </a:pPr>
            <a:r>
              <a:rPr lang="ja-JP" altLang="en-US" dirty="0"/>
              <a:t>固定</a:t>
            </a:r>
            <a:r>
              <a:rPr lang="en-US" altLang="ja-JP" dirty="0"/>
              <a:t>IP</a:t>
            </a:r>
            <a:r>
              <a:rPr lang="ja-JP" altLang="en-US" dirty="0"/>
              <a:t>の場合はその範囲外で指定が必要です。</a:t>
            </a:r>
            <a:endParaRPr lang="en-US" altLang="ja-JP" dirty="0"/>
          </a:p>
          <a:p>
            <a:pPr marL="0" indent="0">
              <a:buNone/>
            </a:pPr>
            <a:endParaRPr lang="ja-JP" altLang="en-US" dirty="0"/>
          </a:p>
          <a:p>
            <a:endParaRPr lang="ja-JP" altLang="en-US" dirty="0"/>
          </a:p>
        </p:txBody>
      </p:sp>
    </p:spTree>
    <p:extLst>
      <p:ext uri="{BB962C8B-B14F-4D97-AF65-F5344CB8AC3E}">
        <p14:creationId xmlns:p14="http://schemas.microsoft.com/office/powerpoint/2010/main" val="2238142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9AE95-FAF4-10A1-3093-C21CD972989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E54E577-FA0B-6E26-11B6-A4A19E9ED385}"/>
              </a:ext>
            </a:extLst>
          </p:cNvPr>
          <p:cNvSpPr>
            <a:spLocks noGrp="1"/>
          </p:cNvSpPr>
          <p:nvPr>
            <p:ph type="title"/>
          </p:nvPr>
        </p:nvSpPr>
        <p:spPr>
          <a:xfrm>
            <a:off x="3661409" y="4661717"/>
            <a:ext cx="7936230" cy="1380760"/>
          </a:xfrm>
        </p:spPr>
        <p:txBody>
          <a:bodyPr vert="horz" lIns="0" tIns="0" rIns="0" bIns="0" rtlCol="0" anchor="b" anchorCtr="0">
            <a:normAutofit/>
          </a:bodyPr>
          <a:lstStyle>
            <a:defPPr>
              <a:defRPr lang="ja-JP"/>
            </a:defPPr>
          </a:lstStyle>
          <a:p>
            <a:r>
              <a:rPr kumimoji="1" lang="ja-JP" altLang="en-US" b="1" i="0" kern="1200" spc="100" baseline="0" dirty="0">
                <a:latin typeface="Meiryo UI" panose="020B0604030504040204" pitchFamily="50" charset="-128"/>
                <a:ea typeface="Meiryo UI" panose="020B0604030504040204" pitchFamily="50" charset="-128"/>
                <a:cs typeface="+mj-cs"/>
              </a:rPr>
              <a:t>その他</a:t>
            </a:r>
          </a:p>
        </p:txBody>
      </p:sp>
      <p:sp>
        <p:nvSpPr>
          <p:cNvPr id="4" name="テキスト ボックス 3">
            <a:extLst>
              <a:ext uri="{FF2B5EF4-FFF2-40B4-BE49-F238E27FC236}">
                <a16:creationId xmlns:a16="http://schemas.microsoft.com/office/drawing/2014/main" id="{E24D079F-6683-5C9C-4265-65CFE05A3724}"/>
              </a:ext>
            </a:extLst>
          </p:cNvPr>
          <p:cNvSpPr txBox="1"/>
          <p:nvPr/>
        </p:nvSpPr>
        <p:spPr>
          <a:xfrm>
            <a:off x="603885" y="584005"/>
            <a:ext cx="2825115" cy="3999060"/>
          </a:xfrm>
          <a:prstGeom prst="rect">
            <a:avLst/>
          </a:prstGeom>
        </p:spPr>
        <p:txBody>
          <a:bodyPr vert="horz" lIns="0" tIns="274320" rIns="91440" bIns="45720" rtlCol="0">
            <a:normAutofit/>
          </a:bodyPr>
          <a:lstStyle/>
          <a:p>
            <a:pPr>
              <a:lnSpc>
                <a:spcPct val="90000"/>
              </a:lnSpc>
              <a:spcBef>
                <a:spcPts val="1800"/>
              </a:spcBef>
            </a:pPr>
            <a:r>
              <a:rPr kumimoji="1" lang="ja-JP" altLang="en-US" sz="2000" dirty="0">
                <a:solidFill>
                  <a:schemeClr val="bg1"/>
                </a:solidFill>
                <a:latin typeface="Meiryo UI" panose="020B0604030504040204" pitchFamily="50" charset="-128"/>
                <a:ea typeface="Meiryo UI" panose="020B0604030504040204" pitchFamily="50" charset="-128"/>
              </a:rPr>
              <a:t>その他にも機能により右記のような設定もあったりします。</a:t>
            </a:r>
            <a:endParaRPr kumimoji="1" lang="en-US" altLang="ja-JP" sz="2000" dirty="0">
              <a:solidFill>
                <a:schemeClr val="bg1"/>
              </a:solidFill>
              <a:latin typeface="Meiryo UI" panose="020B0604030504040204" pitchFamily="50" charset="-128"/>
              <a:ea typeface="Meiryo UI" panose="020B0604030504040204" pitchFamily="50" charset="-128"/>
            </a:endParaRPr>
          </a:p>
          <a:p>
            <a:pPr>
              <a:lnSpc>
                <a:spcPct val="90000"/>
              </a:lnSpc>
              <a:spcBef>
                <a:spcPts val="1800"/>
              </a:spcBef>
            </a:pPr>
            <a:r>
              <a:rPr kumimoji="1" lang="ja-JP" altLang="en-US" sz="2000" dirty="0">
                <a:solidFill>
                  <a:schemeClr val="bg1"/>
                </a:solidFill>
                <a:latin typeface="Meiryo UI" panose="020B0604030504040204" pitchFamily="50" charset="-128"/>
                <a:ea typeface="Meiryo UI" panose="020B0604030504040204" pitchFamily="50" charset="-128"/>
              </a:rPr>
              <a:t>基本的にデフォルトからの変更はお勧めできませんが、自分が使用している機能を把握しておくのはとても大切です。</a:t>
            </a:r>
            <a:endParaRPr kumimoji="1" lang="en-US" altLang="ja-JP" sz="2000" dirty="0">
              <a:solidFill>
                <a:schemeClr val="bg1"/>
              </a:solidFill>
              <a:latin typeface="Meiryo UI" panose="020B0604030504040204" pitchFamily="50" charset="-128"/>
              <a:ea typeface="Meiryo UI" panose="020B0604030504040204" pitchFamily="50" charset="-128"/>
            </a:endParaRPr>
          </a:p>
          <a:p>
            <a:pPr>
              <a:lnSpc>
                <a:spcPct val="90000"/>
              </a:lnSpc>
              <a:spcBef>
                <a:spcPts val="1800"/>
              </a:spcBef>
            </a:pPr>
            <a:endParaRPr kumimoji="1" lang="en-US" altLang="ja-JP" sz="2000" dirty="0">
              <a:solidFill>
                <a:schemeClr val="bg1"/>
              </a:solidFill>
              <a:latin typeface="Meiryo UI" panose="020B0604030504040204" pitchFamily="50" charset="-128"/>
              <a:ea typeface="Meiryo UI" panose="020B0604030504040204" pitchFamily="50" charset="-128"/>
            </a:endParaRPr>
          </a:p>
        </p:txBody>
      </p:sp>
      <p:graphicFrame>
        <p:nvGraphicFramePr>
          <p:cNvPr id="6" name="テキスト プレースホルダー 2">
            <a:extLst>
              <a:ext uri="{FF2B5EF4-FFF2-40B4-BE49-F238E27FC236}">
                <a16:creationId xmlns:a16="http://schemas.microsoft.com/office/drawing/2014/main" id="{4C75E489-CDB5-0399-3161-26E4D1D78D85}"/>
              </a:ext>
            </a:extLst>
          </p:cNvPr>
          <p:cNvGraphicFramePr>
            <a:graphicFrameLocks noGrp="1"/>
          </p:cNvGraphicFramePr>
          <p:nvPr>
            <p:ph sz="quarter" idx="13"/>
            <p:extLst>
              <p:ext uri="{D42A27DB-BD31-4B8C-83A1-F6EECF244321}">
                <p14:modId xmlns:p14="http://schemas.microsoft.com/office/powerpoint/2010/main" val="511435986"/>
              </p:ext>
            </p:extLst>
          </p:nvPr>
        </p:nvGraphicFramePr>
        <p:xfrm>
          <a:off x="3670934" y="584005"/>
          <a:ext cx="7926705" cy="39990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1082876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19943-C735-E875-A327-81395A7FDD40}"/>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3F107057-42DB-D2CC-5C9E-2B56E3564A7F}"/>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第</a:t>
            </a:r>
            <a:r>
              <a:rPr lang="en-US" altLang="ja-JP" dirty="0"/>
              <a:t>6</a:t>
            </a:r>
            <a:r>
              <a:rPr lang="ja-JP" altLang="en-US" dirty="0"/>
              <a:t>章</a:t>
            </a:r>
            <a:endParaRPr lang="ja-JP" dirty="0"/>
          </a:p>
        </p:txBody>
      </p:sp>
    </p:spTree>
    <p:extLst>
      <p:ext uri="{BB962C8B-B14F-4D97-AF65-F5344CB8AC3E}">
        <p14:creationId xmlns:p14="http://schemas.microsoft.com/office/powerpoint/2010/main" val="126552268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D7648-E135-6E96-518E-CE269C5E95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1F69EFE-A0ED-1C1B-4450-AD2F297F6BD9}"/>
              </a:ext>
            </a:extLst>
          </p:cNvPr>
          <p:cNvSpPr>
            <a:spLocks noGrp="1"/>
          </p:cNvSpPr>
          <p:nvPr>
            <p:ph type="title"/>
          </p:nvPr>
        </p:nvSpPr>
        <p:spPr>
          <a:xfrm>
            <a:off x="594360" y="189572"/>
            <a:ext cx="6787747" cy="1593507"/>
          </a:xfrm>
        </p:spPr>
        <p:txBody>
          <a:bodyPr rtlCol="0"/>
          <a:lstStyle>
            <a:defPPr>
              <a:defRPr lang="ja-JP"/>
            </a:defPPr>
          </a:lstStyle>
          <a:p>
            <a:pPr rtl="0"/>
            <a:r>
              <a:rPr lang="ja-JP" altLang="en-US" dirty="0"/>
              <a:t>第</a:t>
            </a:r>
            <a:r>
              <a:rPr lang="en-US" altLang="ja-JP" dirty="0"/>
              <a:t>6</a:t>
            </a:r>
            <a:r>
              <a:rPr lang="ja-JP" altLang="en-US" dirty="0"/>
              <a:t>章の目次</a:t>
            </a:r>
            <a:endParaRPr lang="ja-JP" dirty="0"/>
          </a:p>
        </p:txBody>
      </p:sp>
      <p:sp>
        <p:nvSpPr>
          <p:cNvPr id="3" name="テキスト プレースホルダー 2">
            <a:extLst>
              <a:ext uri="{FF2B5EF4-FFF2-40B4-BE49-F238E27FC236}">
                <a16:creationId xmlns:a16="http://schemas.microsoft.com/office/drawing/2014/main" id="{19EA29F4-1711-B9CF-A974-53A176AD4D0E}"/>
              </a:ext>
            </a:extLst>
          </p:cNvPr>
          <p:cNvSpPr>
            <a:spLocks noGrp="1"/>
          </p:cNvSpPr>
          <p:nvPr>
            <p:ph sz="quarter" idx="13"/>
          </p:nvPr>
        </p:nvSpPr>
        <p:spPr>
          <a:xfrm>
            <a:off x="593725" y="2281238"/>
            <a:ext cx="6788150" cy="3709987"/>
          </a:xfrm>
        </p:spPr>
        <p:txBody>
          <a:bodyPr tIns="457200" rtlCol="0"/>
          <a:lstStyle>
            <a:defPPr>
              <a:defRPr lang="ja-JP"/>
            </a:defPPr>
          </a:lstStyle>
          <a:p>
            <a:pPr rtl="0"/>
            <a:r>
              <a:rPr lang="ja-JP" altLang="en-US" dirty="0"/>
              <a:t>ネットワークの障害対応</a:t>
            </a:r>
            <a:endParaRPr lang="en-US" altLang="ja-JP" dirty="0"/>
          </a:p>
          <a:p>
            <a:pPr rtl="0"/>
            <a:r>
              <a:rPr lang="en-US" altLang="ja-JP" dirty="0"/>
              <a:t>L1</a:t>
            </a:r>
            <a:r>
              <a:rPr lang="ja-JP" altLang="en-US" dirty="0"/>
              <a:t>、</a:t>
            </a:r>
            <a:r>
              <a:rPr lang="en-US" altLang="ja-JP" dirty="0"/>
              <a:t>L2</a:t>
            </a:r>
            <a:r>
              <a:rPr lang="ja-JP" altLang="en-US" dirty="0"/>
              <a:t>、</a:t>
            </a:r>
            <a:r>
              <a:rPr lang="en-US" altLang="ja-JP" dirty="0"/>
              <a:t>L3</a:t>
            </a:r>
            <a:r>
              <a:rPr lang="ja-JP" altLang="en-US" dirty="0"/>
              <a:t>、</a:t>
            </a:r>
            <a:r>
              <a:rPr lang="en-US" altLang="ja-JP" dirty="0"/>
              <a:t>L4</a:t>
            </a:r>
          </a:p>
          <a:p>
            <a:pPr rtl="0"/>
            <a:r>
              <a:rPr lang="en-US" altLang="ja-JP" dirty="0"/>
              <a:t>L5</a:t>
            </a:r>
            <a:r>
              <a:rPr lang="ja-JP" altLang="en-US" dirty="0"/>
              <a:t>以上</a:t>
            </a:r>
            <a:endParaRPr lang="en-US" altLang="ja-JP" dirty="0"/>
          </a:p>
          <a:p>
            <a:pPr rtl="0"/>
            <a:r>
              <a:rPr lang="ja-JP" altLang="en-US" dirty="0"/>
              <a:t>実際の対応</a:t>
            </a:r>
            <a:endParaRPr lang="ja-JP" dirty="0"/>
          </a:p>
        </p:txBody>
      </p:sp>
    </p:spTree>
    <p:extLst>
      <p:ext uri="{BB962C8B-B14F-4D97-AF65-F5344CB8AC3E}">
        <p14:creationId xmlns:p14="http://schemas.microsoft.com/office/powerpoint/2010/main" val="150595078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D1E7-E598-D6AB-5D7D-206E3F37E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624616-073A-7444-1A5D-39FA9E3F338A}"/>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ja-JP" altLang="en-US" dirty="0"/>
              <a:t>障害対応</a:t>
            </a:r>
            <a:endParaRPr lang="ja-JP" altLang="ja-JP" dirty="0"/>
          </a:p>
        </p:txBody>
      </p:sp>
      <p:pic>
        <p:nvPicPr>
          <p:cNvPr id="12" name="図プレースホルダー 4">
            <a:extLst>
              <a:ext uri="{FF2B5EF4-FFF2-40B4-BE49-F238E27FC236}">
                <a16:creationId xmlns:a16="http://schemas.microsoft.com/office/drawing/2014/main" id="{5819879D-5AA9-7628-E4E8-D2130456A485}"/>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l="5162" r="5162"/>
          <a:stretch/>
        </p:blipFill>
        <p:spPr>
          <a:xfrm>
            <a:off x="20" y="-11113"/>
            <a:ext cx="5791180" cy="6880226"/>
          </a:xfrm>
          <a:noFill/>
        </p:spPr>
      </p:pic>
      <p:sp>
        <p:nvSpPr>
          <p:cNvPr id="3" name="テキスト プレースホルダー 2">
            <a:extLst>
              <a:ext uri="{FF2B5EF4-FFF2-40B4-BE49-F238E27FC236}">
                <a16:creationId xmlns:a16="http://schemas.microsoft.com/office/drawing/2014/main" id="{D31616C5-D8E1-B038-4BAF-C604ADECCB7A}"/>
              </a:ext>
            </a:extLst>
          </p:cNvPr>
          <p:cNvSpPr>
            <a:spLocks noGrp="1"/>
          </p:cNvSpPr>
          <p:nvPr>
            <p:ph type="body" sz="quarter" idx="11"/>
          </p:nvPr>
        </p:nvSpPr>
        <p:spPr>
          <a:xfrm>
            <a:off x="6299835" y="4568602"/>
            <a:ext cx="5486400" cy="1645920"/>
          </a:xfrm>
        </p:spPr>
        <p:txBody>
          <a:bodyPr rtlCol="0">
            <a:normAutofit/>
          </a:bodyPr>
          <a:lstStyle>
            <a:defPPr>
              <a:defRPr lang="ja-JP"/>
            </a:defPPr>
          </a:lstStyle>
          <a:p>
            <a:r>
              <a:rPr lang="ja-JP" altLang="en-US" dirty="0"/>
              <a:t>ではどのように確認するか見ていきましょう。</a:t>
            </a:r>
            <a:endParaRPr lang="en-US" altLang="ja-JP" dirty="0"/>
          </a:p>
          <a:p>
            <a:r>
              <a:rPr lang="ja-JP" altLang="en-US" dirty="0"/>
              <a:t>ベストプラクティスは</a:t>
            </a:r>
            <a:r>
              <a:rPr lang="en-US" altLang="ja-JP" dirty="0"/>
              <a:t>OSI</a:t>
            </a:r>
            <a:r>
              <a:rPr lang="ja-JP" altLang="en-US" dirty="0"/>
              <a:t>参照モデルの下位層から順番に確認です。</a:t>
            </a:r>
          </a:p>
        </p:txBody>
      </p:sp>
    </p:spTree>
    <p:extLst>
      <p:ext uri="{BB962C8B-B14F-4D97-AF65-F5344CB8AC3E}">
        <p14:creationId xmlns:p14="http://schemas.microsoft.com/office/powerpoint/2010/main" val="190729987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A6309-AAC5-202D-983B-1BE995DEACD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45A9B6-EA96-6B61-2C35-C1FF5CCB0E18}"/>
              </a:ext>
            </a:extLst>
          </p:cNvPr>
          <p:cNvSpPr>
            <a:spLocks noGrp="1"/>
          </p:cNvSpPr>
          <p:nvPr>
            <p:ph type="title"/>
          </p:nvPr>
        </p:nvSpPr>
        <p:spPr>
          <a:xfrm>
            <a:off x="3661409" y="4661717"/>
            <a:ext cx="7936230" cy="1380760"/>
          </a:xfrm>
        </p:spPr>
        <p:txBody>
          <a:bodyPr rtlCol="0" anchor="b">
            <a:normAutofit/>
          </a:bodyPr>
          <a:lstStyle>
            <a:defPPr>
              <a:defRPr lang="ja-JP"/>
            </a:defPPr>
          </a:lstStyle>
          <a:p>
            <a:r>
              <a:rPr lang="zh-TW" altLang="en-US">
                <a:effectLst/>
              </a:rPr>
              <a:t>第</a:t>
            </a:r>
            <a:r>
              <a:rPr lang="en-US" altLang="zh-TW">
                <a:effectLst/>
              </a:rPr>
              <a:t>1</a:t>
            </a:r>
            <a:r>
              <a:rPr lang="zh-TW" altLang="en-US">
                <a:effectLst/>
              </a:rPr>
              <a:t>層：物理層</a:t>
            </a:r>
          </a:p>
        </p:txBody>
      </p:sp>
      <p:graphicFrame>
        <p:nvGraphicFramePr>
          <p:cNvPr id="6" name="表プレースホルダー 2">
            <a:extLst>
              <a:ext uri="{FF2B5EF4-FFF2-40B4-BE49-F238E27FC236}">
                <a16:creationId xmlns:a16="http://schemas.microsoft.com/office/drawing/2014/main" id="{76CB5A11-E2AF-5046-8443-84EF7399F484}"/>
              </a:ext>
            </a:extLst>
          </p:cNvPr>
          <p:cNvGraphicFramePr>
            <a:graphicFrameLocks/>
          </p:cNvGraphicFramePr>
          <p:nvPr>
            <p:extLst>
              <p:ext uri="{D42A27DB-BD31-4B8C-83A1-F6EECF244321}">
                <p14:modId xmlns:p14="http://schemas.microsoft.com/office/powerpoint/2010/main" val="3207655304"/>
              </p:ext>
            </p:extLst>
          </p:nvPr>
        </p:nvGraphicFramePr>
        <p:xfrm>
          <a:off x="766618" y="621872"/>
          <a:ext cx="10831021" cy="3923328"/>
        </p:xfrm>
        <a:graphic>
          <a:graphicData uri="http://schemas.openxmlformats.org/drawingml/2006/table">
            <a:tbl>
              <a:tblPr firstRow="1" bandRow="1">
                <a:tableStyleId>{8A107856-5554-42FB-B03E-39F5DBC370BA}</a:tableStyleId>
              </a:tblPr>
              <a:tblGrid>
                <a:gridCol w="3762517">
                  <a:extLst>
                    <a:ext uri="{9D8B030D-6E8A-4147-A177-3AD203B41FA5}">
                      <a16:colId xmlns:a16="http://schemas.microsoft.com/office/drawing/2014/main" val="149845700"/>
                    </a:ext>
                  </a:extLst>
                </a:gridCol>
                <a:gridCol w="7068504">
                  <a:extLst>
                    <a:ext uri="{9D8B030D-6E8A-4147-A177-3AD203B41FA5}">
                      <a16:colId xmlns:a16="http://schemas.microsoft.com/office/drawing/2014/main" val="3472639139"/>
                    </a:ext>
                  </a:extLst>
                </a:gridCol>
              </a:tblGrid>
              <a:tr h="644628">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900" b="0">
                          <a:solidFill>
                            <a:schemeClr val="bg1"/>
                          </a:solidFill>
                        </a:rPr>
                        <a:t>確認項目</a:t>
                      </a:r>
                      <a:endParaRPr lang="en-US" altLang="ja-JP" sz="2900" b="0">
                        <a:solidFill>
                          <a:schemeClr val="bg1"/>
                        </a:solidFill>
                      </a:endParaRPr>
                    </a:p>
                  </a:txBody>
                  <a:tcPr marL="156507" marR="156507" marT="78255" marB="78255" anchor="ctr">
                    <a:solidFill>
                      <a:schemeClr val="accent2"/>
                    </a:solidFill>
                  </a:tcPr>
                </a:tc>
                <a:tc>
                  <a:txBody>
                    <a:bodyPr/>
                    <a:lstStyle>
                      <a:defPPr>
                        <a:defRPr lang="ja-JP"/>
                      </a:defPPr>
                    </a:lstStyle>
                    <a:p>
                      <a:pPr algn="ctr" rtl="0"/>
                      <a:r>
                        <a:rPr lang="ja-JP" altLang="en-US" sz="2900" b="0"/>
                        <a:t>対応</a:t>
                      </a:r>
                      <a:endParaRPr lang="en-US" altLang="ja-JP" sz="2900" b="0" noProof="0">
                        <a:latin typeface="Meiryo UI" panose="020B0604030504040204" pitchFamily="50" charset="-128"/>
                        <a:ea typeface="Meiryo UI" panose="020B0604030504040204" pitchFamily="50" charset="-128"/>
                      </a:endParaRPr>
                    </a:p>
                  </a:txBody>
                  <a:tcPr marL="156507" marR="156507" marT="78255" marB="78255" anchor="ctr">
                    <a:solidFill>
                      <a:schemeClr val="accent2"/>
                    </a:solidFill>
                  </a:tcPr>
                </a:tc>
                <a:extLst>
                  <a:ext uri="{0D108BD9-81ED-4DB2-BD59-A6C34878D82A}">
                    <a16:rowId xmlns:a16="http://schemas.microsoft.com/office/drawing/2014/main" val="3873867931"/>
                  </a:ext>
                </a:extLst>
              </a:tr>
              <a:tr h="1092900">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2900" b="0">
                          <a:solidFill>
                            <a:schemeClr val="bg1"/>
                          </a:solidFill>
                        </a:rPr>
                        <a:t>線が抜けていないか</a:t>
                      </a:r>
                      <a:r>
                        <a:rPr lang="en-US" altLang="ja-JP" sz="2900" b="0">
                          <a:solidFill>
                            <a:schemeClr val="bg1"/>
                          </a:solidFill>
                        </a:rPr>
                        <a:t>?</a:t>
                      </a:r>
                    </a:p>
                  </a:txBody>
                  <a:tcPr marL="156507" marR="156507" marT="78255" marB="78255" anchor="ctr"/>
                </a:tc>
                <a:tc>
                  <a:txBody>
                    <a:bodyPr/>
                    <a:lstStyle>
                      <a:defPPr>
                        <a:defRPr lang="ja-JP"/>
                      </a:defPPr>
                    </a:lstStyle>
                    <a:p>
                      <a:pPr algn="ctr" rtl="0"/>
                      <a:r>
                        <a:rPr lang="en-US" altLang="ja-JP" sz="2900" b="0" noProof="0">
                          <a:latin typeface="Meiryo UI" panose="020B0604030504040204" pitchFamily="50" charset="-128"/>
                          <a:ea typeface="Meiryo UI" panose="020B0604030504040204" pitchFamily="50" charset="-128"/>
                        </a:rPr>
                        <a:t>LAN</a:t>
                      </a:r>
                      <a:r>
                        <a:rPr lang="ja-JP" altLang="en-US" sz="2900" b="0" noProof="0">
                          <a:latin typeface="Meiryo UI" panose="020B0604030504040204" pitchFamily="50" charset="-128"/>
                          <a:ea typeface="Meiryo UI" panose="020B0604030504040204" pitchFamily="50" charset="-128"/>
                        </a:rPr>
                        <a:t>の接続確認</a:t>
                      </a:r>
                      <a:endParaRPr lang="en-US" altLang="ja-JP" sz="2900" b="0" noProof="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4061031278"/>
                  </a:ext>
                </a:extLst>
              </a:tr>
              <a:tr h="1092900">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900">
                          <a:solidFill>
                            <a:schemeClr val="bg1"/>
                          </a:solidFill>
                        </a:rPr>
                        <a:t>Wi-Fi</a:t>
                      </a:r>
                      <a:r>
                        <a:rPr lang="ja-JP" altLang="en-US" sz="2900">
                          <a:solidFill>
                            <a:schemeClr val="bg1"/>
                          </a:solidFill>
                        </a:rPr>
                        <a:t>は飛んでいるか</a:t>
                      </a:r>
                      <a:r>
                        <a:rPr lang="en-US" altLang="ja-JP" sz="2900">
                          <a:solidFill>
                            <a:schemeClr val="bg1"/>
                          </a:solidFill>
                        </a:rPr>
                        <a:t>?</a:t>
                      </a:r>
                    </a:p>
                  </a:txBody>
                  <a:tcPr marL="156507" marR="156507" marT="78255" marB="78255" anchor="ctr"/>
                </a:tc>
                <a:tc>
                  <a:txBody>
                    <a:bodyPr/>
                    <a:lstStyle>
                      <a:defPPr>
                        <a:defRPr lang="ja-JP"/>
                      </a:defPPr>
                    </a:lstStyle>
                    <a:p>
                      <a:pPr algn="ctr" rtl="0"/>
                      <a:r>
                        <a:rPr lang="en-US" altLang="ja-JP" sz="2900" b="0" noProof="0">
                          <a:latin typeface="Meiryo UI" panose="020B0604030504040204" pitchFamily="50" charset="-128"/>
                          <a:ea typeface="Meiryo UI" panose="020B0604030504040204" pitchFamily="50" charset="-128"/>
                        </a:rPr>
                        <a:t>Wi-Fi</a:t>
                      </a:r>
                      <a:r>
                        <a:rPr lang="ja-JP" altLang="en-US" sz="2900" b="0" noProof="0">
                          <a:latin typeface="Meiryo UI" panose="020B0604030504040204" pitchFamily="50" charset="-128"/>
                          <a:ea typeface="Meiryo UI" panose="020B0604030504040204" pitchFamily="50" charset="-128"/>
                        </a:rPr>
                        <a:t>機器の起動確認、範囲の確認</a:t>
                      </a:r>
                      <a:endParaRPr lang="en-US" altLang="ja-JP" sz="2900" b="0" noProof="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3591840781"/>
                  </a:ext>
                </a:extLst>
              </a:tr>
              <a:tr h="1092900">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900">
                          <a:solidFill>
                            <a:schemeClr val="bg1"/>
                          </a:solidFill>
                        </a:rPr>
                        <a:t>Link Up / Down</a:t>
                      </a:r>
                      <a:endParaRPr lang="ja-JP" altLang="en-US" sz="2900">
                        <a:solidFill>
                          <a:schemeClr val="bg1"/>
                        </a:solidFill>
                      </a:endParaRPr>
                    </a:p>
                  </a:txBody>
                  <a:tcPr marL="156507" marR="156507" marT="78255" marB="78255" anchor="ctr"/>
                </a:tc>
                <a:tc>
                  <a:txBody>
                    <a:bodyPr/>
                    <a:lstStyle>
                      <a:defPPr>
                        <a:defRPr lang="ja-JP"/>
                      </a:defPPr>
                    </a:lstStyle>
                    <a:p>
                      <a:pPr algn="ctr" rtl="0"/>
                      <a:r>
                        <a:rPr lang="ja-JP" altLang="en-US" sz="2900" b="0" noProof="0" dirty="0">
                          <a:latin typeface="Meiryo UI" panose="020B0604030504040204" pitchFamily="50" charset="-128"/>
                          <a:ea typeface="Meiryo UI" panose="020B0604030504040204" pitchFamily="50" charset="-128"/>
                        </a:rPr>
                        <a:t>自身と直近のログを見る</a:t>
                      </a:r>
                      <a:endParaRPr lang="en-US" altLang="ja-JP" sz="2900" b="0" noProof="0" dirty="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335389741"/>
                  </a:ext>
                </a:extLst>
              </a:tr>
            </a:tbl>
          </a:graphicData>
        </a:graphic>
      </p:graphicFrame>
    </p:spTree>
    <p:extLst>
      <p:ext uri="{BB962C8B-B14F-4D97-AF65-F5344CB8AC3E}">
        <p14:creationId xmlns:p14="http://schemas.microsoft.com/office/powerpoint/2010/main" val="320263764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5E94C-22CE-865E-AD2E-266AA8219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253D6C-AE1A-925C-EFC0-78D191E35E3E}"/>
              </a:ext>
            </a:extLst>
          </p:cNvPr>
          <p:cNvSpPr>
            <a:spLocks noGrp="1"/>
          </p:cNvSpPr>
          <p:nvPr>
            <p:ph type="title"/>
          </p:nvPr>
        </p:nvSpPr>
        <p:spPr>
          <a:xfrm>
            <a:off x="3661409" y="4661717"/>
            <a:ext cx="7936230" cy="1380760"/>
          </a:xfrm>
        </p:spPr>
        <p:txBody>
          <a:bodyPr rtlCol="0" anchor="b">
            <a:normAutofit/>
          </a:bodyPr>
          <a:lstStyle>
            <a:defPPr>
              <a:defRPr lang="ja-JP"/>
            </a:defPPr>
          </a:lstStyle>
          <a:p>
            <a:r>
              <a:rPr lang="ja-JP" altLang="en-US" dirty="0"/>
              <a:t>第</a:t>
            </a:r>
            <a:r>
              <a:rPr lang="en-US" altLang="ja-JP" dirty="0"/>
              <a:t>2</a:t>
            </a:r>
            <a:r>
              <a:rPr lang="ja-JP" altLang="en-US" dirty="0"/>
              <a:t>層：データリンク層</a:t>
            </a:r>
            <a:endParaRPr lang="zh-TW" altLang="en-US" dirty="0">
              <a:effectLst/>
            </a:endParaRPr>
          </a:p>
        </p:txBody>
      </p:sp>
      <p:graphicFrame>
        <p:nvGraphicFramePr>
          <p:cNvPr id="6" name="表プレースホルダー 2">
            <a:extLst>
              <a:ext uri="{FF2B5EF4-FFF2-40B4-BE49-F238E27FC236}">
                <a16:creationId xmlns:a16="http://schemas.microsoft.com/office/drawing/2014/main" id="{B7FFFB55-F26F-EBAD-C041-33D2D02C0DE3}"/>
              </a:ext>
            </a:extLst>
          </p:cNvPr>
          <p:cNvGraphicFramePr>
            <a:graphicFrameLocks/>
          </p:cNvGraphicFramePr>
          <p:nvPr>
            <p:extLst>
              <p:ext uri="{D42A27DB-BD31-4B8C-83A1-F6EECF244321}">
                <p14:modId xmlns:p14="http://schemas.microsoft.com/office/powerpoint/2010/main" val="2983745106"/>
              </p:ext>
            </p:extLst>
          </p:nvPr>
        </p:nvGraphicFramePr>
        <p:xfrm>
          <a:off x="766618" y="621871"/>
          <a:ext cx="10831021" cy="4039844"/>
        </p:xfrm>
        <a:graphic>
          <a:graphicData uri="http://schemas.openxmlformats.org/drawingml/2006/table">
            <a:tbl>
              <a:tblPr firstRow="1" bandRow="1">
                <a:tableStyleId>{8A107856-5554-42FB-B03E-39F5DBC370BA}</a:tableStyleId>
              </a:tblPr>
              <a:tblGrid>
                <a:gridCol w="3762517">
                  <a:extLst>
                    <a:ext uri="{9D8B030D-6E8A-4147-A177-3AD203B41FA5}">
                      <a16:colId xmlns:a16="http://schemas.microsoft.com/office/drawing/2014/main" val="149845700"/>
                    </a:ext>
                  </a:extLst>
                </a:gridCol>
                <a:gridCol w="7068504">
                  <a:extLst>
                    <a:ext uri="{9D8B030D-6E8A-4147-A177-3AD203B41FA5}">
                      <a16:colId xmlns:a16="http://schemas.microsoft.com/office/drawing/2014/main" val="3472639139"/>
                    </a:ext>
                  </a:extLst>
                </a:gridCol>
              </a:tblGrid>
              <a:tr h="907576">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900" b="0">
                          <a:solidFill>
                            <a:schemeClr val="bg1"/>
                          </a:solidFill>
                        </a:rPr>
                        <a:t>確認項目</a:t>
                      </a:r>
                      <a:endParaRPr lang="en-US" altLang="ja-JP" sz="2900" b="0">
                        <a:solidFill>
                          <a:schemeClr val="bg1"/>
                        </a:solidFill>
                      </a:endParaRPr>
                    </a:p>
                  </a:txBody>
                  <a:tcPr marL="156507" marR="156507" marT="78255" marB="78255" anchor="ctr">
                    <a:solidFill>
                      <a:schemeClr val="accent2"/>
                    </a:solidFill>
                  </a:tcPr>
                </a:tc>
                <a:tc>
                  <a:txBody>
                    <a:bodyPr/>
                    <a:lstStyle>
                      <a:defPPr>
                        <a:defRPr lang="ja-JP"/>
                      </a:defPPr>
                    </a:lstStyle>
                    <a:p>
                      <a:pPr algn="ctr" rtl="0"/>
                      <a:r>
                        <a:rPr lang="ja-JP" altLang="en-US" sz="2900" b="0" dirty="0"/>
                        <a:t>対応</a:t>
                      </a:r>
                      <a:endParaRPr lang="en-US" altLang="ja-JP" sz="2900" b="0" noProof="0" dirty="0">
                        <a:latin typeface="Meiryo UI" panose="020B0604030504040204" pitchFamily="50" charset="-128"/>
                        <a:ea typeface="Meiryo UI" panose="020B0604030504040204" pitchFamily="50" charset="-128"/>
                      </a:endParaRPr>
                    </a:p>
                  </a:txBody>
                  <a:tcPr marL="156507" marR="156507" marT="78255" marB="78255" anchor="ctr">
                    <a:solidFill>
                      <a:schemeClr val="accent2"/>
                    </a:solidFill>
                  </a:tcPr>
                </a:tc>
                <a:extLst>
                  <a:ext uri="{0D108BD9-81ED-4DB2-BD59-A6C34878D82A}">
                    <a16:rowId xmlns:a16="http://schemas.microsoft.com/office/drawing/2014/main" val="3873867931"/>
                  </a:ext>
                </a:extLst>
              </a:tr>
              <a:tr h="1538701">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2900" b="0" noProof="0" dirty="0">
                          <a:latin typeface="Meiryo UI" panose="020B0604030504040204" pitchFamily="50" charset="-128"/>
                          <a:ea typeface="Meiryo UI" panose="020B0604030504040204" pitchFamily="50" charset="-128"/>
                        </a:rPr>
                        <a:t>スイッチが壊れて</a:t>
                      </a:r>
                      <a:endParaRPr lang="en-US" altLang="ja-JP" sz="2900" b="0" noProof="0" dirty="0">
                        <a:latin typeface="Meiryo UI" panose="020B0604030504040204" pitchFamily="50" charset="-128"/>
                        <a:ea typeface="Meiryo UI"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2900" b="0" noProof="0" dirty="0">
                          <a:latin typeface="Meiryo UI" panose="020B0604030504040204" pitchFamily="50" charset="-128"/>
                          <a:ea typeface="Meiryo UI" panose="020B0604030504040204" pitchFamily="50" charset="-128"/>
                        </a:rPr>
                        <a:t>いないか</a:t>
                      </a:r>
                      <a:r>
                        <a:rPr lang="en-US" altLang="ja-JP" sz="2900" b="0" noProof="0" dirty="0">
                          <a:latin typeface="Meiryo UI" panose="020B0604030504040204" pitchFamily="50" charset="-128"/>
                          <a:ea typeface="Meiryo UI" panose="020B0604030504040204" pitchFamily="50" charset="-128"/>
                        </a:rPr>
                        <a:t>?</a:t>
                      </a:r>
                    </a:p>
                  </a:txBody>
                  <a:tcPr marL="156507" marR="156507" marT="78255" marB="78255" anchor="ctr"/>
                </a:tc>
                <a:tc>
                  <a:txBody>
                    <a:bodyPr/>
                    <a:lstStyle>
                      <a:defPPr>
                        <a:defRPr lang="ja-JP"/>
                      </a:defPPr>
                    </a:lstStyle>
                    <a:p>
                      <a:pPr algn="ctr" rtl="0"/>
                      <a:r>
                        <a:rPr lang="en-US" altLang="ja-JP" sz="2900" b="0" noProof="0" dirty="0" err="1">
                          <a:latin typeface="Meiryo UI" panose="020B0604030504040204" pitchFamily="50" charset="-128"/>
                          <a:ea typeface="Meiryo UI" panose="020B0604030504040204" pitchFamily="50" charset="-128"/>
                        </a:rPr>
                        <a:t>LinkUp</a:t>
                      </a:r>
                      <a:r>
                        <a:rPr lang="ja-JP" altLang="en-US" sz="2900" b="0" noProof="0" dirty="0">
                          <a:latin typeface="Meiryo UI" panose="020B0604030504040204" pitchFamily="50" charset="-128"/>
                          <a:ea typeface="Meiryo UI" panose="020B0604030504040204" pitchFamily="50" charset="-128"/>
                        </a:rPr>
                        <a:t>しているのに通信出来ない場合は故障の可能性があります。</a:t>
                      </a:r>
                      <a:endParaRPr lang="en-US" altLang="ja-JP" sz="2900" b="0" noProof="0" dirty="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4061031278"/>
                  </a:ext>
                </a:extLst>
              </a:tr>
              <a:tr h="1593567">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3200" dirty="0"/>
                        <a:t>ループが発生していないか</a:t>
                      </a:r>
                      <a:r>
                        <a:rPr lang="en-US" altLang="ja-JP" sz="3200" dirty="0"/>
                        <a:t>?</a:t>
                      </a:r>
                      <a:endParaRPr lang="en-US" altLang="ja-JP" sz="2900" dirty="0">
                        <a:solidFill>
                          <a:schemeClr val="bg1"/>
                        </a:solidFill>
                      </a:endParaRPr>
                    </a:p>
                  </a:txBody>
                  <a:tcPr marL="156507" marR="156507" marT="78255" marB="78255" anchor="ctr"/>
                </a:tc>
                <a:tc>
                  <a:txBody>
                    <a:bodyPr/>
                    <a:lstStyle>
                      <a:defPPr>
                        <a:defRPr lang="ja-JP"/>
                      </a:defPPr>
                    </a:lstStyle>
                    <a:p>
                      <a:pPr algn="ctr" rtl="0"/>
                      <a:r>
                        <a:rPr lang="ja-JP" altLang="en-US" sz="2900" b="0" noProof="0" dirty="0">
                          <a:latin typeface="Meiryo UI" panose="020B0604030504040204" pitchFamily="50" charset="-128"/>
                          <a:ea typeface="Meiryo UI" panose="020B0604030504040204" pitchFamily="50" charset="-128"/>
                        </a:rPr>
                        <a:t>抜けているからとりあえず挿して発生というケースもあります。</a:t>
                      </a:r>
                      <a:endParaRPr lang="en-US" altLang="ja-JP" sz="2900" b="0" noProof="0" dirty="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3591840781"/>
                  </a:ext>
                </a:extLst>
              </a:tr>
            </a:tbl>
          </a:graphicData>
        </a:graphic>
      </p:graphicFrame>
    </p:spTree>
    <p:extLst>
      <p:ext uri="{BB962C8B-B14F-4D97-AF65-F5344CB8AC3E}">
        <p14:creationId xmlns:p14="http://schemas.microsoft.com/office/powerpoint/2010/main" val="428492677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60DEF-D063-DF4C-51EB-6A2F4E9A98D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C6D836-70C3-FB2D-CDE1-D3FAA15A080D}"/>
              </a:ext>
            </a:extLst>
          </p:cNvPr>
          <p:cNvSpPr>
            <a:spLocks noGrp="1"/>
          </p:cNvSpPr>
          <p:nvPr>
            <p:ph type="title"/>
          </p:nvPr>
        </p:nvSpPr>
        <p:spPr>
          <a:xfrm>
            <a:off x="3661409" y="4661717"/>
            <a:ext cx="7936230" cy="1380760"/>
          </a:xfrm>
        </p:spPr>
        <p:txBody>
          <a:bodyPr rtlCol="0" anchor="b">
            <a:normAutofit/>
          </a:bodyPr>
          <a:lstStyle>
            <a:defPPr>
              <a:defRPr lang="ja-JP"/>
            </a:defPPr>
          </a:lstStyle>
          <a:p>
            <a:r>
              <a:rPr lang="ja-JP" altLang="en-US" dirty="0"/>
              <a:t>第</a:t>
            </a:r>
            <a:r>
              <a:rPr lang="en-US" altLang="ja-JP" dirty="0"/>
              <a:t>3</a:t>
            </a:r>
            <a:r>
              <a:rPr lang="ja-JP" altLang="en-US" dirty="0"/>
              <a:t>層：ネットワーク層</a:t>
            </a:r>
            <a:endParaRPr lang="zh-TW" altLang="en-US" dirty="0">
              <a:effectLst/>
            </a:endParaRPr>
          </a:p>
        </p:txBody>
      </p:sp>
      <p:graphicFrame>
        <p:nvGraphicFramePr>
          <p:cNvPr id="6" name="表プレースホルダー 2">
            <a:extLst>
              <a:ext uri="{FF2B5EF4-FFF2-40B4-BE49-F238E27FC236}">
                <a16:creationId xmlns:a16="http://schemas.microsoft.com/office/drawing/2014/main" id="{AD8E7630-6259-D97A-8993-73ED38940D5B}"/>
              </a:ext>
            </a:extLst>
          </p:cNvPr>
          <p:cNvGraphicFramePr>
            <a:graphicFrameLocks/>
          </p:cNvGraphicFramePr>
          <p:nvPr>
            <p:extLst>
              <p:ext uri="{D42A27DB-BD31-4B8C-83A1-F6EECF244321}">
                <p14:modId xmlns:p14="http://schemas.microsoft.com/office/powerpoint/2010/main" val="1318519422"/>
              </p:ext>
            </p:extLst>
          </p:nvPr>
        </p:nvGraphicFramePr>
        <p:xfrm>
          <a:off x="766618" y="621872"/>
          <a:ext cx="10831021" cy="3923328"/>
        </p:xfrm>
        <a:graphic>
          <a:graphicData uri="http://schemas.openxmlformats.org/drawingml/2006/table">
            <a:tbl>
              <a:tblPr firstRow="1" bandRow="1">
                <a:tableStyleId>{8A107856-5554-42FB-B03E-39F5DBC370BA}</a:tableStyleId>
              </a:tblPr>
              <a:tblGrid>
                <a:gridCol w="3762517">
                  <a:extLst>
                    <a:ext uri="{9D8B030D-6E8A-4147-A177-3AD203B41FA5}">
                      <a16:colId xmlns:a16="http://schemas.microsoft.com/office/drawing/2014/main" val="149845700"/>
                    </a:ext>
                  </a:extLst>
                </a:gridCol>
                <a:gridCol w="7068504">
                  <a:extLst>
                    <a:ext uri="{9D8B030D-6E8A-4147-A177-3AD203B41FA5}">
                      <a16:colId xmlns:a16="http://schemas.microsoft.com/office/drawing/2014/main" val="3472639139"/>
                    </a:ext>
                  </a:extLst>
                </a:gridCol>
              </a:tblGrid>
              <a:tr h="644628">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900" b="0">
                          <a:solidFill>
                            <a:schemeClr val="bg1"/>
                          </a:solidFill>
                        </a:rPr>
                        <a:t>確認項目</a:t>
                      </a:r>
                      <a:endParaRPr lang="en-US" altLang="ja-JP" sz="2900" b="0">
                        <a:solidFill>
                          <a:schemeClr val="bg1"/>
                        </a:solidFill>
                      </a:endParaRPr>
                    </a:p>
                  </a:txBody>
                  <a:tcPr marL="156507" marR="156507" marT="78255" marB="78255" anchor="ctr">
                    <a:solidFill>
                      <a:schemeClr val="accent2"/>
                    </a:solidFill>
                  </a:tcPr>
                </a:tc>
                <a:tc>
                  <a:txBody>
                    <a:bodyPr/>
                    <a:lstStyle>
                      <a:defPPr>
                        <a:defRPr lang="ja-JP"/>
                      </a:defPPr>
                    </a:lstStyle>
                    <a:p>
                      <a:pPr algn="ctr" rtl="0"/>
                      <a:r>
                        <a:rPr lang="ja-JP" altLang="en-US" sz="2900" b="0"/>
                        <a:t>対応</a:t>
                      </a:r>
                      <a:endParaRPr lang="en-US" altLang="ja-JP" sz="2900" b="0" noProof="0">
                        <a:latin typeface="Meiryo UI" panose="020B0604030504040204" pitchFamily="50" charset="-128"/>
                        <a:ea typeface="Meiryo UI" panose="020B0604030504040204" pitchFamily="50" charset="-128"/>
                      </a:endParaRPr>
                    </a:p>
                  </a:txBody>
                  <a:tcPr marL="156507" marR="156507" marT="78255" marB="78255" anchor="ctr">
                    <a:solidFill>
                      <a:schemeClr val="accent2"/>
                    </a:solidFill>
                  </a:tcPr>
                </a:tc>
                <a:extLst>
                  <a:ext uri="{0D108BD9-81ED-4DB2-BD59-A6C34878D82A}">
                    <a16:rowId xmlns:a16="http://schemas.microsoft.com/office/drawing/2014/main" val="3873867931"/>
                  </a:ext>
                </a:extLst>
              </a:tr>
              <a:tr h="1092900">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2900" b="0" dirty="0">
                          <a:solidFill>
                            <a:schemeClr val="bg1"/>
                          </a:solidFill>
                        </a:rPr>
                        <a:t>IP</a:t>
                      </a:r>
                      <a:r>
                        <a:rPr lang="ja-JP" altLang="en-US" sz="2900" b="0" dirty="0">
                          <a:solidFill>
                            <a:schemeClr val="bg1"/>
                          </a:solidFill>
                        </a:rPr>
                        <a:t>アドレスは正しいか</a:t>
                      </a:r>
                      <a:r>
                        <a:rPr lang="en-US" altLang="ja-JP" sz="2900" b="0" dirty="0">
                          <a:solidFill>
                            <a:schemeClr val="bg1"/>
                          </a:solidFill>
                        </a:rPr>
                        <a:t>?</a:t>
                      </a:r>
                    </a:p>
                  </a:txBody>
                  <a:tcPr marL="156507" marR="156507" marT="78255" marB="78255" anchor="ctr"/>
                </a:tc>
                <a:tc>
                  <a:txBody>
                    <a:bodyPr/>
                    <a:lstStyle>
                      <a:defPPr>
                        <a:defRPr lang="ja-JP"/>
                      </a:defPPr>
                    </a:lstStyle>
                    <a:p>
                      <a:pPr algn="ctr" rtl="0"/>
                      <a:r>
                        <a:rPr lang="ja-JP" altLang="en-US" sz="2900" b="0" noProof="0" dirty="0">
                          <a:latin typeface="Meiryo UI" panose="020B0604030504040204" pitchFamily="50" charset="-128"/>
                          <a:ea typeface="Meiryo UI" panose="020B0604030504040204" pitchFamily="50" charset="-128"/>
                        </a:rPr>
                        <a:t>使用</a:t>
                      </a:r>
                      <a:r>
                        <a:rPr lang="en-US" altLang="ja-JP" sz="2900" b="0" noProof="0" dirty="0">
                          <a:latin typeface="Meiryo UI" panose="020B0604030504040204" pitchFamily="50" charset="-128"/>
                          <a:ea typeface="Meiryo UI" panose="020B0604030504040204" pitchFamily="50" charset="-128"/>
                        </a:rPr>
                        <a:t>IP</a:t>
                      </a:r>
                      <a:r>
                        <a:rPr lang="ja-JP" altLang="en-US" sz="2900" b="0" noProof="0" dirty="0">
                          <a:latin typeface="Meiryo UI" panose="020B0604030504040204" pitchFamily="50" charset="-128"/>
                          <a:ea typeface="Meiryo UI" panose="020B0604030504040204" pitchFamily="50" charset="-128"/>
                        </a:rPr>
                        <a:t>の確認</a:t>
                      </a:r>
                      <a:endParaRPr lang="en-US" altLang="ja-JP" sz="2900" b="0" noProof="0" dirty="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4061031278"/>
                  </a:ext>
                </a:extLst>
              </a:tr>
              <a:tr h="1092900">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900" dirty="0">
                          <a:solidFill>
                            <a:schemeClr val="bg1"/>
                          </a:solidFill>
                        </a:rPr>
                        <a:t>ルーティングの確認</a:t>
                      </a:r>
                      <a:endParaRPr lang="en-US" altLang="ja-JP" sz="2900" dirty="0">
                        <a:solidFill>
                          <a:schemeClr val="bg1"/>
                        </a:solidFill>
                      </a:endParaRPr>
                    </a:p>
                  </a:txBody>
                  <a:tcPr marL="156507" marR="156507" marT="78255" marB="78255" anchor="ctr"/>
                </a:tc>
                <a:tc>
                  <a:txBody>
                    <a:bodyPr/>
                    <a:lstStyle>
                      <a:defPPr>
                        <a:defRPr lang="ja-JP"/>
                      </a:defPPr>
                    </a:lstStyle>
                    <a:p>
                      <a:pPr algn="ctr" rtl="0"/>
                      <a:r>
                        <a:rPr lang="ja-JP" altLang="en-US" sz="2900" b="0" noProof="0" dirty="0">
                          <a:latin typeface="Meiryo UI" panose="020B0604030504040204" pitchFamily="50" charset="-128"/>
                          <a:ea typeface="Meiryo UI" panose="020B0604030504040204" pitchFamily="50" charset="-128"/>
                        </a:rPr>
                        <a:t>各ノードのルーティング設定を見てみる</a:t>
                      </a:r>
                      <a:endParaRPr lang="en-US" altLang="ja-JP" sz="2900" b="0" noProof="0" dirty="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3591840781"/>
                  </a:ext>
                </a:extLst>
              </a:tr>
              <a:tr h="1092900">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900" dirty="0">
                          <a:solidFill>
                            <a:schemeClr val="bg1"/>
                          </a:solidFill>
                        </a:rPr>
                        <a:t>IP</a:t>
                      </a:r>
                      <a:r>
                        <a:rPr lang="ja-JP" altLang="en-US" sz="2900" dirty="0">
                          <a:solidFill>
                            <a:schemeClr val="bg1"/>
                          </a:solidFill>
                        </a:rPr>
                        <a:t>アドレスの重複</a:t>
                      </a:r>
                    </a:p>
                  </a:txBody>
                  <a:tcPr marL="156507" marR="156507" marT="78255" marB="78255" anchor="ctr"/>
                </a:tc>
                <a:tc>
                  <a:txBody>
                    <a:bodyPr/>
                    <a:lstStyle>
                      <a:defPPr>
                        <a:defRPr lang="ja-JP"/>
                      </a:defPPr>
                    </a:lstStyle>
                    <a:p>
                      <a:pPr algn="ctr" rtl="0"/>
                      <a:r>
                        <a:rPr lang="ja-JP" altLang="en-US" sz="2900" b="0" noProof="0" dirty="0">
                          <a:latin typeface="Meiryo UI" panose="020B0604030504040204" pitchFamily="50" charset="-128"/>
                          <a:ea typeface="Meiryo UI" panose="020B0604030504040204" pitchFamily="50" charset="-128"/>
                        </a:rPr>
                        <a:t>各ノードの使用</a:t>
                      </a:r>
                      <a:r>
                        <a:rPr lang="en-US" altLang="ja-JP" sz="2900" b="0" noProof="0" dirty="0">
                          <a:latin typeface="Meiryo UI" panose="020B0604030504040204" pitchFamily="50" charset="-128"/>
                          <a:ea typeface="Meiryo UI" panose="020B0604030504040204" pitchFamily="50" charset="-128"/>
                        </a:rPr>
                        <a:t>IP</a:t>
                      </a:r>
                      <a:r>
                        <a:rPr lang="ja-JP" altLang="en-US" sz="2900" b="0" noProof="0" dirty="0">
                          <a:latin typeface="Meiryo UI" panose="020B0604030504040204" pitchFamily="50" charset="-128"/>
                          <a:ea typeface="Meiryo UI" panose="020B0604030504040204" pitchFamily="50" charset="-128"/>
                        </a:rPr>
                        <a:t>を確認</a:t>
                      </a:r>
                      <a:endParaRPr lang="en-US" altLang="ja-JP" sz="2900" b="0" noProof="0" dirty="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335389741"/>
                  </a:ext>
                </a:extLst>
              </a:tr>
            </a:tbl>
          </a:graphicData>
        </a:graphic>
      </p:graphicFrame>
    </p:spTree>
    <p:extLst>
      <p:ext uri="{BB962C8B-B14F-4D97-AF65-F5344CB8AC3E}">
        <p14:creationId xmlns:p14="http://schemas.microsoft.com/office/powerpoint/2010/main" val="91313170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1E256-C27B-4143-D62A-5F26E86C9A9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96560F9-3A28-7BB1-D108-3AA72578B15A}"/>
              </a:ext>
            </a:extLst>
          </p:cNvPr>
          <p:cNvSpPr>
            <a:spLocks noGrp="1"/>
          </p:cNvSpPr>
          <p:nvPr>
            <p:ph type="title"/>
          </p:nvPr>
        </p:nvSpPr>
        <p:spPr>
          <a:xfrm>
            <a:off x="3661409" y="4661717"/>
            <a:ext cx="7936230" cy="1380760"/>
          </a:xfrm>
        </p:spPr>
        <p:txBody>
          <a:bodyPr rtlCol="0" anchor="b">
            <a:normAutofit/>
          </a:bodyPr>
          <a:lstStyle>
            <a:defPPr>
              <a:defRPr lang="ja-JP"/>
            </a:defPPr>
          </a:lstStyle>
          <a:p>
            <a:r>
              <a:rPr lang="ja-JP" altLang="en-US" dirty="0"/>
              <a:t>第</a:t>
            </a:r>
            <a:r>
              <a:rPr lang="en-US" altLang="ja-JP" dirty="0"/>
              <a:t>4</a:t>
            </a:r>
            <a:r>
              <a:rPr lang="ja-JP" altLang="en-US" dirty="0"/>
              <a:t>層：トランスポート層</a:t>
            </a:r>
            <a:endParaRPr lang="zh-TW" altLang="en-US" dirty="0">
              <a:effectLst/>
            </a:endParaRPr>
          </a:p>
        </p:txBody>
      </p:sp>
      <p:graphicFrame>
        <p:nvGraphicFramePr>
          <p:cNvPr id="6" name="表プレースホルダー 2">
            <a:extLst>
              <a:ext uri="{FF2B5EF4-FFF2-40B4-BE49-F238E27FC236}">
                <a16:creationId xmlns:a16="http://schemas.microsoft.com/office/drawing/2014/main" id="{9F4275D2-6291-8643-029B-04AFD0B97591}"/>
              </a:ext>
            </a:extLst>
          </p:cNvPr>
          <p:cNvGraphicFramePr>
            <a:graphicFrameLocks/>
          </p:cNvGraphicFramePr>
          <p:nvPr>
            <p:extLst>
              <p:ext uri="{D42A27DB-BD31-4B8C-83A1-F6EECF244321}">
                <p14:modId xmlns:p14="http://schemas.microsoft.com/office/powerpoint/2010/main" val="1262237651"/>
              </p:ext>
            </p:extLst>
          </p:nvPr>
        </p:nvGraphicFramePr>
        <p:xfrm>
          <a:off x="766618" y="621871"/>
          <a:ext cx="10831021" cy="3737858"/>
        </p:xfrm>
        <a:graphic>
          <a:graphicData uri="http://schemas.openxmlformats.org/drawingml/2006/table">
            <a:tbl>
              <a:tblPr firstRow="1" bandRow="1">
                <a:tableStyleId>{8A107856-5554-42FB-B03E-39F5DBC370BA}</a:tableStyleId>
              </a:tblPr>
              <a:tblGrid>
                <a:gridCol w="3226884">
                  <a:extLst>
                    <a:ext uri="{9D8B030D-6E8A-4147-A177-3AD203B41FA5}">
                      <a16:colId xmlns:a16="http://schemas.microsoft.com/office/drawing/2014/main" val="149845700"/>
                    </a:ext>
                  </a:extLst>
                </a:gridCol>
                <a:gridCol w="7604137">
                  <a:extLst>
                    <a:ext uri="{9D8B030D-6E8A-4147-A177-3AD203B41FA5}">
                      <a16:colId xmlns:a16="http://schemas.microsoft.com/office/drawing/2014/main" val="3472639139"/>
                    </a:ext>
                  </a:extLst>
                </a:gridCol>
              </a:tblGrid>
              <a:tr h="839733">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900" b="0">
                          <a:solidFill>
                            <a:schemeClr val="bg1"/>
                          </a:solidFill>
                        </a:rPr>
                        <a:t>確認項目</a:t>
                      </a:r>
                      <a:endParaRPr lang="en-US" altLang="ja-JP" sz="2900" b="0">
                        <a:solidFill>
                          <a:schemeClr val="bg1"/>
                        </a:solidFill>
                      </a:endParaRPr>
                    </a:p>
                  </a:txBody>
                  <a:tcPr marL="156507" marR="156507" marT="78255" marB="78255" anchor="ctr">
                    <a:solidFill>
                      <a:schemeClr val="accent2"/>
                    </a:solidFill>
                  </a:tcPr>
                </a:tc>
                <a:tc>
                  <a:txBody>
                    <a:bodyPr/>
                    <a:lstStyle>
                      <a:defPPr>
                        <a:defRPr lang="ja-JP"/>
                      </a:defPPr>
                    </a:lstStyle>
                    <a:p>
                      <a:pPr algn="ctr" rtl="0"/>
                      <a:r>
                        <a:rPr lang="ja-JP" altLang="en-US" sz="2900" b="0"/>
                        <a:t>対応</a:t>
                      </a:r>
                      <a:endParaRPr lang="en-US" altLang="ja-JP" sz="2900" b="0" noProof="0">
                        <a:latin typeface="Meiryo UI" panose="020B0604030504040204" pitchFamily="50" charset="-128"/>
                        <a:ea typeface="Meiryo UI" panose="020B0604030504040204" pitchFamily="50" charset="-128"/>
                      </a:endParaRPr>
                    </a:p>
                  </a:txBody>
                  <a:tcPr marL="156507" marR="156507" marT="78255" marB="78255" anchor="ctr">
                    <a:solidFill>
                      <a:schemeClr val="accent2"/>
                    </a:solidFill>
                  </a:tcPr>
                </a:tc>
                <a:extLst>
                  <a:ext uri="{0D108BD9-81ED-4DB2-BD59-A6C34878D82A}">
                    <a16:rowId xmlns:a16="http://schemas.microsoft.com/office/drawing/2014/main" val="3873867931"/>
                  </a:ext>
                </a:extLst>
              </a:tr>
              <a:tr h="1423680">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2900" b="0" noProof="0" dirty="0">
                          <a:latin typeface="Meiryo UI" panose="020B0604030504040204" pitchFamily="50" charset="-128"/>
                          <a:ea typeface="Meiryo UI" panose="020B0604030504040204" pitchFamily="50" charset="-128"/>
                        </a:rPr>
                        <a:t>TCP/UDP</a:t>
                      </a:r>
                      <a:r>
                        <a:rPr lang="ja-JP" altLang="en-US" sz="2900" b="0" noProof="0" dirty="0">
                          <a:latin typeface="Meiryo UI" panose="020B0604030504040204" pitchFamily="50" charset="-128"/>
                          <a:ea typeface="Meiryo UI" panose="020B0604030504040204" pitchFamily="50" charset="-128"/>
                        </a:rPr>
                        <a:t>がブロックされてないか</a:t>
                      </a:r>
                      <a:r>
                        <a:rPr lang="en-US" altLang="ja-JP" sz="2900" b="0" noProof="0" dirty="0">
                          <a:latin typeface="Meiryo UI" panose="020B0604030504040204" pitchFamily="50" charset="-128"/>
                          <a:ea typeface="Meiryo UI" panose="020B0604030504040204" pitchFamily="50" charset="-128"/>
                        </a:rPr>
                        <a:t>?</a:t>
                      </a:r>
                      <a:endParaRPr lang="en-US" altLang="ja-JP" sz="2900" b="0" dirty="0">
                        <a:solidFill>
                          <a:schemeClr val="bg1"/>
                        </a:solidFill>
                      </a:endParaRPr>
                    </a:p>
                  </a:txBody>
                  <a:tcPr marL="156507" marR="156507" marT="78255" marB="78255" anchor="ctr"/>
                </a:tc>
                <a:tc>
                  <a:txBody>
                    <a:bodyPr/>
                    <a:lstStyle>
                      <a:defPPr>
                        <a:defRPr lang="ja-JP"/>
                      </a:defPPr>
                    </a:lstStyle>
                    <a:p>
                      <a:pPr algn="ctr" rtl="0"/>
                      <a:r>
                        <a:rPr lang="ja-JP" altLang="en-US" sz="2900" b="0" dirty="0">
                          <a:solidFill>
                            <a:schemeClr val="bg1"/>
                          </a:solidFill>
                        </a:rPr>
                        <a:t>ファイアウォールのログを確認</a:t>
                      </a:r>
                      <a:endParaRPr lang="en-US" altLang="ja-JP" sz="2900" b="0" dirty="0">
                        <a:solidFill>
                          <a:schemeClr val="bg1"/>
                        </a:solidFill>
                      </a:endParaRPr>
                    </a:p>
                  </a:txBody>
                  <a:tcPr marL="156507" marR="156507" marT="78255" marB="78255" anchor="ctr"/>
                </a:tc>
                <a:extLst>
                  <a:ext uri="{0D108BD9-81ED-4DB2-BD59-A6C34878D82A}">
                    <a16:rowId xmlns:a16="http://schemas.microsoft.com/office/drawing/2014/main" val="4061031278"/>
                  </a:ext>
                </a:extLst>
              </a:tr>
              <a:tr h="1474445">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900" dirty="0">
                          <a:solidFill>
                            <a:schemeClr val="bg1"/>
                          </a:solidFill>
                        </a:rPr>
                        <a:t>相手側は</a:t>
                      </a:r>
                      <a:r>
                        <a:rPr lang="en-US" altLang="ja-JP" sz="3200" dirty="0"/>
                        <a:t>LISTEN </a:t>
                      </a:r>
                      <a:r>
                        <a:rPr lang="ja-JP" altLang="en-US" sz="3200" dirty="0"/>
                        <a:t>しているか</a:t>
                      </a:r>
                      <a:r>
                        <a:rPr lang="en-US" altLang="ja-JP" sz="3200" dirty="0"/>
                        <a:t>?</a:t>
                      </a:r>
                      <a:endParaRPr lang="en-US" altLang="ja-JP" sz="2900" dirty="0">
                        <a:solidFill>
                          <a:schemeClr val="bg1"/>
                        </a:solidFill>
                      </a:endParaRPr>
                    </a:p>
                  </a:txBody>
                  <a:tcPr marL="156507" marR="156507" marT="78255" marB="78255" anchor="ctr"/>
                </a:tc>
                <a:tc>
                  <a:txBody>
                    <a:bodyPr/>
                    <a:lstStyle>
                      <a:defPPr>
                        <a:defRPr lang="ja-JP"/>
                      </a:defPPr>
                    </a:lstStyle>
                    <a:p>
                      <a:pPr algn="ctr" rtl="0"/>
                      <a:r>
                        <a:rPr lang="en-US" altLang="ja-JP" sz="2900" b="0" noProof="0" dirty="0">
                          <a:latin typeface="Meiryo UI" panose="020B0604030504040204" pitchFamily="50" charset="-128"/>
                          <a:ea typeface="Meiryo UI" panose="020B0604030504040204" pitchFamily="50" charset="-128"/>
                        </a:rPr>
                        <a:t>PowerShell</a:t>
                      </a:r>
                      <a:r>
                        <a:rPr lang="ja-JP" altLang="en-US" sz="2900" b="0" noProof="0" dirty="0">
                          <a:latin typeface="Meiryo UI" panose="020B0604030504040204" pitchFamily="50" charset="-128"/>
                          <a:ea typeface="Meiryo UI" panose="020B0604030504040204" pitchFamily="50" charset="-128"/>
                        </a:rPr>
                        <a:t>で下記を入力</a:t>
                      </a:r>
                      <a:br>
                        <a:rPr lang="en-US" altLang="ja-JP" sz="2900" b="0" noProof="0" dirty="0">
                          <a:latin typeface="Meiryo UI" panose="020B0604030504040204" pitchFamily="50" charset="-128"/>
                          <a:ea typeface="Meiryo UI" panose="020B0604030504040204" pitchFamily="50" charset="-128"/>
                        </a:rPr>
                      </a:br>
                      <a:r>
                        <a:rPr lang="en-US" altLang="ja-JP" sz="2900" b="0" noProof="0" dirty="0">
                          <a:latin typeface="Meiryo UI" panose="020B0604030504040204" pitchFamily="50" charset="-128"/>
                          <a:ea typeface="Meiryo UI" panose="020B0604030504040204" pitchFamily="50" charset="-128"/>
                        </a:rPr>
                        <a:t>PS&gt;Test-</a:t>
                      </a:r>
                      <a:r>
                        <a:rPr lang="en-US" altLang="ja-JP" sz="2900" b="0" noProof="0" dirty="0" err="1">
                          <a:latin typeface="Meiryo UI" panose="020B0604030504040204" pitchFamily="50" charset="-128"/>
                          <a:ea typeface="Meiryo UI" panose="020B0604030504040204" pitchFamily="50" charset="-128"/>
                        </a:rPr>
                        <a:t>NetConnection</a:t>
                      </a:r>
                      <a:r>
                        <a:rPr lang="ja-JP" altLang="en-US" sz="2900" b="0" noProof="0" dirty="0">
                          <a:latin typeface="Meiryo UI" panose="020B0604030504040204" pitchFamily="50" charset="-128"/>
                          <a:ea typeface="Meiryo UI" panose="020B0604030504040204" pitchFamily="50" charset="-128"/>
                        </a:rPr>
                        <a:t> 宛先</a:t>
                      </a:r>
                      <a:r>
                        <a:rPr lang="en-US" altLang="ja-JP" sz="2900" b="0" noProof="0" dirty="0">
                          <a:latin typeface="Meiryo UI" panose="020B0604030504040204" pitchFamily="50" charset="-128"/>
                          <a:ea typeface="Meiryo UI" panose="020B0604030504040204" pitchFamily="50" charset="-128"/>
                        </a:rPr>
                        <a:t>IP –p </a:t>
                      </a:r>
                      <a:r>
                        <a:rPr lang="ja-JP" altLang="en-US" sz="2900" b="0" noProof="0" dirty="0">
                          <a:latin typeface="Meiryo UI" panose="020B0604030504040204" pitchFamily="50" charset="-128"/>
                          <a:ea typeface="Meiryo UI" panose="020B0604030504040204" pitchFamily="50" charset="-128"/>
                        </a:rPr>
                        <a:t>ポート</a:t>
                      </a:r>
                      <a:endParaRPr lang="en-US" altLang="ja-JP" sz="2900" b="0" noProof="0" dirty="0">
                        <a:latin typeface="Meiryo UI" panose="020B0604030504040204" pitchFamily="50" charset="-128"/>
                        <a:ea typeface="Meiryo UI" panose="020B0604030504040204" pitchFamily="50" charset="-128"/>
                      </a:endParaRPr>
                    </a:p>
                  </a:txBody>
                  <a:tcPr marL="156507" marR="156507" marT="78255" marB="78255" anchor="ctr"/>
                </a:tc>
                <a:extLst>
                  <a:ext uri="{0D108BD9-81ED-4DB2-BD59-A6C34878D82A}">
                    <a16:rowId xmlns:a16="http://schemas.microsoft.com/office/drawing/2014/main" val="3591840781"/>
                  </a:ext>
                </a:extLst>
              </a:tr>
            </a:tbl>
          </a:graphicData>
        </a:graphic>
      </p:graphicFrame>
    </p:spTree>
    <p:extLst>
      <p:ext uri="{BB962C8B-B14F-4D97-AF65-F5344CB8AC3E}">
        <p14:creationId xmlns:p14="http://schemas.microsoft.com/office/powerpoint/2010/main" val="16475370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CFABA-7F88-17C1-8181-96DF8CFD3C82}"/>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442EEFF5-F10F-3903-3FE1-00BA6831A7A8}"/>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en-US" altLang="ja-JP" dirty="0"/>
              <a:t>L5</a:t>
            </a:r>
            <a:r>
              <a:rPr lang="ja-JP" altLang="en-US" dirty="0"/>
              <a:t>以上の障害</a:t>
            </a:r>
            <a:endParaRPr lang="ja-JP"/>
          </a:p>
        </p:txBody>
      </p:sp>
      <p:sp>
        <p:nvSpPr>
          <p:cNvPr id="4" name="コンテンツ プレースホルダー 3">
            <a:extLst>
              <a:ext uri="{FF2B5EF4-FFF2-40B4-BE49-F238E27FC236}">
                <a16:creationId xmlns:a16="http://schemas.microsoft.com/office/drawing/2014/main" id="{76D228B2-6D52-3F54-30BC-369E4F6F3DE2}"/>
              </a:ext>
            </a:extLst>
          </p:cNvPr>
          <p:cNvSpPr>
            <a:spLocks noGrp="1"/>
          </p:cNvSpPr>
          <p:nvPr>
            <p:ph sz="quarter" idx="14"/>
          </p:nvPr>
        </p:nvSpPr>
        <p:spPr>
          <a:xfrm>
            <a:off x="603885" y="584005"/>
            <a:ext cx="2825115" cy="5458472"/>
          </a:xfrm>
        </p:spPr>
        <p:txBody>
          <a:bodyPr rtlCol="0">
            <a:noAutofit/>
          </a:bodyPr>
          <a:lstStyle>
            <a:defPPr>
              <a:defRPr lang="ja-JP"/>
            </a:defPPr>
          </a:lstStyle>
          <a:p>
            <a:pPr rtl="0"/>
            <a:r>
              <a:rPr lang="en-US" altLang="ja-JP" sz="1800" dirty="0"/>
              <a:t>L4</a:t>
            </a:r>
            <a:r>
              <a:rPr lang="ja-JP" altLang="en-US" sz="1800" dirty="0"/>
              <a:t>まで疎通が確認できれば、</a:t>
            </a:r>
            <a:r>
              <a:rPr lang="en-US" altLang="ja-JP" sz="1800" dirty="0"/>
              <a:t>IP</a:t>
            </a:r>
            <a:r>
              <a:rPr lang="ja-JP" altLang="en-US" sz="1800" dirty="0"/>
              <a:t>およびポートレベルでの到達性は確認できていると言えます。</a:t>
            </a:r>
            <a:br>
              <a:rPr lang="ja-JP" altLang="en-US" sz="1800" dirty="0"/>
            </a:br>
            <a:r>
              <a:rPr lang="ja-JP" altLang="en-US" sz="1800" dirty="0"/>
              <a:t>そのため、ネットワークエンジニアの担当範囲は</a:t>
            </a:r>
            <a:r>
              <a:rPr lang="en-US" altLang="ja-JP" sz="1800" dirty="0"/>
              <a:t>L4</a:t>
            </a:r>
            <a:r>
              <a:rPr lang="ja-JP" altLang="en-US" sz="1800" dirty="0"/>
              <a:t>までとされることもあります。</a:t>
            </a:r>
            <a:br>
              <a:rPr lang="ja-JP" altLang="en-US" sz="1800" dirty="0"/>
            </a:br>
            <a:r>
              <a:rPr lang="ja-JP" altLang="en-US" sz="1800" dirty="0"/>
              <a:t>しかし実際の運用では、</a:t>
            </a:r>
            <a:r>
              <a:rPr lang="en-US" altLang="ja-JP" sz="1800" dirty="0"/>
              <a:t>L5</a:t>
            </a:r>
            <a:r>
              <a:rPr lang="ja-JP" altLang="en-US" sz="1800" dirty="0"/>
              <a:t>以上の要素が中間ノードとしてネットワーク機器側に存在するため、</a:t>
            </a:r>
            <a:r>
              <a:rPr lang="en-US" altLang="ja-JP" sz="1800" dirty="0"/>
              <a:t>L5</a:t>
            </a:r>
            <a:r>
              <a:rPr lang="ja-JP" altLang="en-US" sz="1800" dirty="0"/>
              <a:t>～</a:t>
            </a:r>
            <a:r>
              <a:rPr lang="en-US" altLang="ja-JP" sz="1800" dirty="0"/>
              <a:t>L7</a:t>
            </a:r>
            <a:r>
              <a:rPr lang="ja-JP" altLang="en-US" sz="1800" dirty="0"/>
              <a:t>の障害対応を行うケースも少なくありません。</a:t>
            </a:r>
            <a:br>
              <a:rPr lang="ja-JP" altLang="en-US" sz="1800" dirty="0"/>
            </a:br>
            <a:r>
              <a:rPr lang="ja-JP" altLang="en-US" sz="1800" dirty="0"/>
              <a:t>これらのレイヤの障害はアプリケーション依存の要素が多く、原因は多岐にわたるため、個々のソフトウェアやプロトコルの理解が必要となります。</a:t>
            </a:r>
            <a:endParaRPr lang="ja-JP" sz="1800" dirty="0"/>
          </a:p>
        </p:txBody>
      </p:sp>
      <p:graphicFrame>
        <p:nvGraphicFramePr>
          <p:cNvPr id="8" name="表プレースホルダー 2">
            <a:extLst>
              <a:ext uri="{FF2B5EF4-FFF2-40B4-BE49-F238E27FC236}">
                <a16:creationId xmlns:a16="http://schemas.microsoft.com/office/drawing/2014/main" id="{5122243D-73D2-8A88-A036-241FEB339113}"/>
              </a:ext>
            </a:extLst>
          </p:cNvPr>
          <p:cNvGraphicFramePr>
            <a:graphicFrameLocks noGrp="1"/>
          </p:cNvGraphicFramePr>
          <p:nvPr>
            <p:ph sz="quarter" idx="13"/>
            <p:extLst>
              <p:ext uri="{D42A27DB-BD31-4B8C-83A1-F6EECF244321}">
                <p14:modId xmlns:p14="http://schemas.microsoft.com/office/powerpoint/2010/main" val="3125836246"/>
              </p:ext>
            </p:extLst>
          </p:nvPr>
        </p:nvGraphicFramePr>
        <p:xfrm>
          <a:off x="3797594" y="584004"/>
          <a:ext cx="7673385" cy="3978543"/>
        </p:xfrm>
        <a:graphic>
          <a:graphicData uri="http://schemas.openxmlformats.org/drawingml/2006/table">
            <a:tbl>
              <a:tblPr firstRow="1" bandRow="1">
                <a:tableStyleId>{8A107856-5554-42FB-B03E-39F5DBC370BA}</a:tableStyleId>
              </a:tblPr>
              <a:tblGrid>
                <a:gridCol w="3256349">
                  <a:extLst>
                    <a:ext uri="{9D8B030D-6E8A-4147-A177-3AD203B41FA5}">
                      <a16:colId xmlns:a16="http://schemas.microsoft.com/office/drawing/2014/main" val="127040821"/>
                    </a:ext>
                  </a:extLst>
                </a:gridCol>
                <a:gridCol w="4417036">
                  <a:extLst>
                    <a:ext uri="{9D8B030D-6E8A-4147-A177-3AD203B41FA5}">
                      <a16:colId xmlns:a16="http://schemas.microsoft.com/office/drawing/2014/main" val="149845700"/>
                    </a:ext>
                  </a:extLst>
                </a:gridCol>
              </a:tblGrid>
              <a:tr h="564918">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3200" b="0" dirty="0">
                          <a:solidFill>
                            <a:schemeClr val="bg1"/>
                          </a:solidFill>
                        </a:rPr>
                        <a:t>確認項目</a:t>
                      </a:r>
                      <a:endParaRPr lang="en-US" altLang="ja-JP" sz="3200" b="0" dirty="0">
                        <a:solidFill>
                          <a:schemeClr val="bg1"/>
                        </a:solidFill>
                      </a:endParaRPr>
                    </a:p>
                  </a:txBody>
                  <a:tcPr marL="151480" marR="151480" marT="75740" marB="75740" anchor="ctr">
                    <a:solidFill>
                      <a:schemeClr val="accent2"/>
                    </a:solidFill>
                  </a:tcPr>
                </a:tc>
                <a:tc>
                  <a:txBody>
                    <a:bodyPr/>
                    <a:lstStyle>
                      <a:defPPr>
                        <a:defRPr lang="ja-JP"/>
                      </a:defPPr>
                    </a:lstStyle>
                    <a:p>
                      <a:pPr algn="ctr" rtl="0"/>
                      <a:r>
                        <a:rPr lang="ja-JP" altLang="en-US" sz="3200" b="0" dirty="0"/>
                        <a:t>対応</a:t>
                      </a:r>
                      <a:endParaRPr lang="en-US" altLang="ja-JP" sz="3200" b="0" noProof="0" dirty="0">
                        <a:latin typeface="Meiryo UI" panose="020B0604030504040204" pitchFamily="50" charset="-128"/>
                        <a:ea typeface="Meiryo UI" panose="020B0604030504040204" pitchFamily="50" charset="-128"/>
                      </a:endParaRPr>
                    </a:p>
                  </a:txBody>
                  <a:tcPr marL="151480" marR="151480" marT="75740" marB="75740" anchor="ctr">
                    <a:solidFill>
                      <a:schemeClr val="accent2"/>
                    </a:solidFill>
                  </a:tcPr>
                </a:tc>
                <a:extLst>
                  <a:ext uri="{0D108BD9-81ED-4DB2-BD59-A6C34878D82A}">
                    <a16:rowId xmlns:a16="http://schemas.microsoft.com/office/drawing/2014/main" val="3298013591"/>
                  </a:ext>
                </a:extLst>
              </a:tr>
              <a:tr h="885554">
                <a:tc>
                  <a:txBody>
                    <a:bodyPr/>
                    <a:lstStyle>
                      <a:defPPr>
                        <a:defRPr lang="ja-JP"/>
                      </a:defPPr>
                    </a:lstStyle>
                    <a:p>
                      <a:pPr algn="ctr" rtl="0"/>
                      <a:r>
                        <a:rPr lang="ja-JP" altLang="en-US" sz="2000" b="0" noProof="0" dirty="0">
                          <a:latin typeface="Meiryo UI" panose="020B0604030504040204" pitchFamily="50" charset="-128"/>
                          <a:ea typeface="Meiryo UI" panose="020B0604030504040204" pitchFamily="50" charset="-128"/>
                        </a:rPr>
                        <a:t>証明書の有効性</a:t>
                      </a:r>
                    </a:p>
                  </a:txBody>
                  <a:tcPr marL="151480" marR="151480" marT="75740" marB="75740" anchor="ctr"/>
                </a:tc>
                <a:tc>
                  <a:txBody>
                    <a:bodyPr/>
                    <a:lstStyle>
                      <a:defPPr>
                        <a:defRPr lang="ja-JP"/>
                      </a:defPPr>
                    </a:lstStyle>
                    <a:p>
                      <a:pPr algn="ctr" rtl="0"/>
                      <a:r>
                        <a:rPr lang="ja-JP" altLang="en-US" sz="2000" b="0" noProof="0" dirty="0">
                          <a:latin typeface="Meiryo UI" panose="020B0604030504040204" pitchFamily="50" charset="-128"/>
                          <a:ea typeface="Meiryo UI" panose="020B0604030504040204" pitchFamily="50" charset="-128"/>
                        </a:rPr>
                        <a:t>入っているか</a:t>
                      </a:r>
                      <a:r>
                        <a:rPr lang="en-US" altLang="ja-JP" sz="2000" b="0" noProof="0" dirty="0">
                          <a:latin typeface="Meiryo UI" panose="020B0604030504040204" pitchFamily="50" charset="-128"/>
                          <a:ea typeface="Meiryo UI" panose="020B0604030504040204" pitchFamily="50" charset="-128"/>
                        </a:rPr>
                        <a:t>?</a:t>
                      </a:r>
                      <a:r>
                        <a:rPr lang="ja-JP" altLang="en-US" sz="2000" b="0" noProof="0" dirty="0">
                          <a:latin typeface="Meiryo UI" panose="020B0604030504040204" pitchFamily="50" charset="-128"/>
                          <a:ea typeface="Meiryo UI" panose="020B0604030504040204" pitchFamily="50" charset="-128"/>
                        </a:rPr>
                        <a:t>切れていないか</a:t>
                      </a:r>
                      <a:r>
                        <a:rPr lang="en-US" altLang="ja-JP" sz="2000" b="0" noProof="0" dirty="0">
                          <a:latin typeface="Meiryo UI" panose="020B0604030504040204" pitchFamily="50" charset="-128"/>
                          <a:ea typeface="Meiryo UI" panose="020B0604030504040204" pitchFamily="50" charset="-128"/>
                        </a:rPr>
                        <a:t>?</a:t>
                      </a:r>
                      <a:endParaRPr lang="ja-JP" altLang="en-US" sz="2000" b="0" noProof="0" dirty="0">
                        <a:latin typeface="Meiryo UI" panose="020B0604030504040204" pitchFamily="50" charset="-128"/>
                        <a:ea typeface="Meiryo UI" panose="020B0604030504040204" pitchFamily="50" charset="-128"/>
                      </a:endParaRPr>
                    </a:p>
                  </a:txBody>
                  <a:tcPr marL="151480" marR="151480" marT="75740" marB="75740" anchor="ctr"/>
                </a:tc>
                <a:extLst>
                  <a:ext uri="{0D108BD9-81ED-4DB2-BD59-A6C34878D82A}">
                    <a16:rowId xmlns:a16="http://schemas.microsoft.com/office/drawing/2014/main" val="3873867931"/>
                  </a:ext>
                </a:extLst>
              </a:tr>
              <a:tr h="960357">
                <a:tc>
                  <a:txBody>
                    <a:bodyPr/>
                    <a:lstStyle>
                      <a:defPPr>
                        <a:defRPr lang="ja-JP"/>
                      </a:defPPr>
                    </a:lstStyle>
                    <a:p>
                      <a:pPr algn="ctr" rtl="0"/>
                      <a:r>
                        <a:rPr lang="ja-JP" altLang="en-US" sz="2000" b="0" noProof="0" dirty="0">
                          <a:latin typeface="Meiryo UI" panose="020B0604030504040204" pitchFamily="50" charset="-128"/>
                          <a:ea typeface="Meiryo UI" panose="020B0604030504040204" pitchFamily="50" charset="-128"/>
                        </a:rPr>
                        <a:t>ブラウザからアクセス時に</a:t>
                      </a:r>
                      <a:r>
                        <a:rPr lang="en-US" altLang="ja-JP" sz="2000" b="0" noProof="0" dirty="0">
                          <a:latin typeface="Meiryo UI" panose="020B0604030504040204" pitchFamily="50" charset="-128"/>
                          <a:ea typeface="Meiryo UI" panose="020B0604030504040204" pitchFamily="50" charset="-128"/>
                        </a:rPr>
                        <a:t>503</a:t>
                      </a:r>
                      <a:r>
                        <a:rPr lang="ja-JP" altLang="en-US" sz="2000" b="0" noProof="0" dirty="0">
                          <a:latin typeface="Meiryo UI" panose="020B0604030504040204" pitchFamily="50" charset="-128"/>
                          <a:ea typeface="Meiryo UI" panose="020B0604030504040204" pitchFamily="50" charset="-128"/>
                        </a:rPr>
                        <a:t>が返される</a:t>
                      </a:r>
                    </a:p>
                  </a:txBody>
                  <a:tcPr marL="151480" marR="151480" marT="75740" marB="75740" anchor="ctr"/>
                </a:tc>
                <a:tc>
                  <a:txBody>
                    <a:bodyPr/>
                    <a:lstStyle>
                      <a:defPPr>
                        <a:defRPr lang="ja-JP"/>
                      </a:defPPr>
                    </a:lstStyle>
                    <a:p>
                      <a:pPr algn="ctr" rtl="0"/>
                      <a:r>
                        <a:rPr lang="ja-JP" altLang="en-US" sz="2000" b="0" noProof="0" dirty="0">
                          <a:latin typeface="Meiryo UI" panose="020B0604030504040204" pitchFamily="50" charset="-128"/>
                          <a:ea typeface="Meiryo UI" panose="020B0604030504040204" pitchFamily="50" charset="-128"/>
                        </a:rPr>
                        <a:t>ネットワーク負荷の確認。攻撃も視野に入れる。</a:t>
                      </a:r>
                    </a:p>
                  </a:txBody>
                  <a:tcPr marL="151480" marR="151480" marT="75740" marB="75740" anchor="ctr"/>
                </a:tc>
                <a:extLst>
                  <a:ext uri="{0D108BD9-81ED-4DB2-BD59-A6C34878D82A}">
                    <a16:rowId xmlns:a16="http://schemas.microsoft.com/office/drawing/2014/main" val="85209771"/>
                  </a:ext>
                </a:extLst>
              </a:tr>
              <a:tr h="732392">
                <a:tc>
                  <a:txBody>
                    <a:bodyPr/>
                    <a:lstStyle>
                      <a:defPPr>
                        <a:defRPr lang="ja-JP"/>
                      </a:defPPr>
                    </a:lstStyle>
                    <a:p>
                      <a:pPr algn="ctr" rtl="0"/>
                      <a:r>
                        <a:rPr lang="ja-JP" altLang="en-US" sz="2000" b="0" noProof="0" dirty="0">
                          <a:latin typeface="Meiryo UI" panose="020B0604030504040204" pitchFamily="50" charset="-128"/>
                          <a:ea typeface="Meiryo UI" panose="020B0604030504040204" pitchFamily="50" charset="-128"/>
                        </a:rPr>
                        <a:t>文字化けする</a:t>
                      </a:r>
                    </a:p>
                  </a:txBody>
                  <a:tcPr marL="151480" marR="151480" marT="75740" marB="75740" anchor="ctr"/>
                </a:tc>
                <a:tc>
                  <a:txBody>
                    <a:bodyPr/>
                    <a:lstStyle>
                      <a:defPPr>
                        <a:defRPr lang="ja-JP"/>
                      </a:defPPr>
                    </a:lstStyle>
                    <a:p>
                      <a:pPr algn="ctr" rtl="0"/>
                      <a:r>
                        <a:rPr lang="ja-JP" altLang="en-US" sz="2000" b="0" noProof="0" dirty="0">
                          <a:latin typeface="Meiryo UI" panose="020B0604030504040204" pitchFamily="50" charset="-128"/>
                          <a:ea typeface="Meiryo UI" panose="020B0604030504040204" pitchFamily="50" charset="-128"/>
                        </a:rPr>
                        <a:t>文字コードの確認</a:t>
                      </a:r>
                      <a:endParaRPr lang="en-US" altLang="ja-JP" sz="2000" b="0" noProof="0" dirty="0">
                        <a:latin typeface="Meiryo UI" panose="020B0604030504040204" pitchFamily="50" charset="-128"/>
                        <a:ea typeface="Meiryo UI" panose="020B0604030504040204" pitchFamily="50" charset="-128"/>
                      </a:endParaRPr>
                    </a:p>
                  </a:txBody>
                  <a:tcPr marL="151480" marR="151480" marT="75740" marB="75740" anchor="ctr"/>
                </a:tc>
                <a:extLst>
                  <a:ext uri="{0D108BD9-81ED-4DB2-BD59-A6C34878D82A}">
                    <a16:rowId xmlns:a16="http://schemas.microsoft.com/office/drawing/2014/main" val="3591840781"/>
                  </a:ext>
                </a:extLst>
              </a:tr>
              <a:tr h="732392">
                <a:tc>
                  <a:txBody>
                    <a:bodyPr/>
                    <a:lstStyle/>
                    <a:p>
                      <a:pPr algn="ctr" rtl="0"/>
                      <a:r>
                        <a:rPr lang="en-US" altLang="ja-JP" sz="2000" b="0" noProof="0" dirty="0">
                          <a:latin typeface="Meiryo UI" panose="020B0604030504040204" pitchFamily="50" charset="-128"/>
                          <a:ea typeface="Meiryo UI" panose="020B0604030504040204" pitchFamily="50" charset="-128"/>
                        </a:rPr>
                        <a:t>https</a:t>
                      </a:r>
                      <a:r>
                        <a:rPr lang="ja-JP" altLang="en-US" sz="2000" b="0" noProof="0" dirty="0">
                          <a:latin typeface="Meiryo UI" panose="020B0604030504040204" pitchFamily="50" charset="-128"/>
                          <a:ea typeface="Meiryo UI" panose="020B0604030504040204" pitchFamily="50" charset="-128"/>
                        </a:rPr>
                        <a:t>は大丈夫だが</a:t>
                      </a:r>
                      <a:r>
                        <a:rPr lang="en-US" altLang="ja-JP" sz="2000" b="0" noProof="0" dirty="0" err="1">
                          <a:latin typeface="Meiryo UI" panose="020B0604030504040204" pitchFamily="50" charset="-128"/>
                          <a:ea typeface="Meiryo UI" panose="020B0604030504040204" pitchFamily="50" charset="-128"/>
                        </a:rPr>
                        <a:t>wss</a:t>
                      </a:r>
                      <a:r>
                        <a:rPr lang="ja-JP" altLang="en-US" sz="2000" b="0" noProof="0" dirty="0">
                          <a:latin typeface="Meiryo UI" panose="020B0604030504040204" pitchFamily="50" charset="-128"/>
                          <a:ea typeface="Meiryo UI" panose="020B0604030504040204" pitchFamily="50" charset="-128"/>
                        </a:rPr>
                        <a:t>は駄目</a:t>
                      </a:r>
                    </a:p>
                  </a:txBody>
                  <a:tcPr marL="151480" marR="151480" marT="75740" marB="75740" anchor="ctr"/>
                </a:tc>
                <a:tc>
                  <a:txBody>
                    <a:bodyPr/>
                    <a:lstStyle/>
                    <a:p>
                      <a:pPr algn="ctr" rtl="0"/>
                      <a:r>
                        <a:rPr lang="en-US" altLang="ja-JP" sz="2000" b="0" noProof="0" dirty="0">
                          <a:latin typeface="Meiryo UI" panose="020B0604030504040204" pitchFamily="50" charset="-128"/>
                          <a:ea typeface="Meiryo UI" panose="020B0604030504040204" pitchFamily="50" charset="-128"/>
                        </a:rPr>
                        <a:t>WAF</a:t>
                      </a:r>
                      <a:r>
                        <a:rPr lang="ja-JP" altLang="en-US" sz="2000" b="0" noProof="0" dirty="0">
                          <a:latin typeface="Meiryo UI" panose="020B0604030504040204" pitchFamily="50" charset="-128"/>
                          <a:ea typeface="Meiryo UI" panose="020B0604030504040204" pitchFamily="50" charset="-128"/>
                        </a:rPr>
                        <a:t>の確認</a:t>
                      </a:r>
                      <a:endParaRPr lang="en-US" altLang="ja-JP" sz="2000" b="0" noProof="0" dirty="0">
                        <a:latin typeface="Meiryo UI" panose="020B0604030504040204" pitchFamily="50" charset="-128"/>
                        <a:ea typeface="Meiryo UI" panose="020B0604030504040204" pitchFamily="50" charset="-128"/>
                      </a:endParaRPr>
                    </a:p>
                  </a:txBody>
                  <a:tcPr marL="151480" marR="151480" marT="75740" marB="75740" anchor="ctr"/>
                </a:tc>
                <a:extLst>
                  <a:ext uri="{0D108BD9-81ED-4DB2-BD59-A6C34878D82A}">
                    <a16:rowId xmlns:a16="http://schemas.microsoft.com/office/drawing/2014/main" val="2813536743"/>
                  </a:ext>
                </a:extLst>
              </a:tr>
            </a:tbl>
          </a:graphicData>
        </a:graphic>
      </p:graphicFrame>
    </p:spTree>
    <p:extLst>
      <p:ext uri="{BB962C8B-B14F-4D97-AF65-F5344CB8AC3E}">
        <p14:creationId xmlns:p14="http://schemas.microsoft.com/office/powerpoint/2010/main" val="160761152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2064B-D344-2F34-0E6B-68FC716A24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26C8BEF-FB1C-3A31-7B12-59E7A268D367}"/>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ja-JP" altLang="en-US" dirty="0"/>
              <a:t>実際の対応</a:t>
            </a:r>
            <a:endParaRPr lang="ja-JP" altLang="ja-JP" dirty="0"/>
          </a:p>
        </p:txBody>
      </p:sp>
      <p:sp>
        <p:nvSpPr>
          <p:cNvPr id="3" name="テキスト プレースホルダー 2">
            <a:extLst>
              <a:ext uri="{FF2B5EF4-FFF2-40B4-BE49-F238E27FC236}">
                <a16:creationId xmlns:a16="http://schemas.microsoft.com/office/drawing/2014/main" id="{6F41C93F-72A5-B5E5-632C-16E01F4E45E0}"/>
              </a:ext>
            </a:extLst>
          </p:cNvPr>
          <p:cNvSpPr>
            <a:spLocks noGrp="1"/>
          </p:cNvSpPr>
          <p:nvPr>
            <p:ph type="body" sz="quarter" idx="11"/>
          </p:nvPr>
        </p:nvSpPr>
        <p:spPr>
          <a:xfrm>
            <a:off x="6299835" y="4568602"/>
            <a:ext cx="5486400" cy="1645920"/>
          </a:xfrm>
        </p:spPr>
        <p:txBody>
          <a:bodyPr rtlCol="0">
            <a:normAutofit/>
          </a:bodyPr>
          <a:lstStyle>
            <a:defPPr>
              <a:defRPr lang="ja-JP"/>
            </a:defPPr>
          </a:lstStyle>
          <a:p>
            <a:r>
              <a:rPr lang="ja-JP" altLang="en-US" dirty="0"/>
              <a:t>実際はプロトコルが階層を跨っていたり、リモートでの対応という場面も想定できるので対応の一例を見ていきましょう。</a:t>
            </a:r>
          </a:p>
        </p:txBody>
      </p:sp>
      <p:pic>
        <p:nvPicPr>
          <p:cNvPr id="7" name="図プレースホルダー 6" descr="ノートパソコンを使っている男性&#10;&#10;中程度の精度で自動的に生成された説明">
            <a:extLst>
              <a:ext uri="{FF2B5EF4-FFF2-40B4-BE49-F238E27FC236}">
                <a16:creationId xmlns:a16="http://schemas.microsoft.com/office/drawing/2014/main" id="{32F0066C-C8FF-83AF-FC0B-757540684026}"/>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l="21943" r="21943"/>
          <a:stretch>
            <a:fillRect/>
          </a:stretch>
        </p:blipFill>
        <p:spPr/>
      </p:pic>
    </p:spTree>
    <p:extLst>
      <p:ext uri="{BB962C8B-B14F-4D97-AF65-F5344CB8AC3E}">
        <p14:creationId xmlns:p14="http://schemas.microsoft.com/office/powerpoint/2010/main" val="231185953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81BCE-6866-F794-CDD0-B9B53EA1E8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A1DBB4-E792-278B-6C8E-E50EB4CA2B56}"/>
              </a:ext>
            </a:extLst>
          </p:cNvPr>
          <p:cNvSpPr>
            <a:spLocks noGrp="1"/>
          </p:cNvSpPr>
          <p:nvPr>
            <p:ph type="title"/>
          </p:nvPr>
        </p:nvSpPr>
        <p:spPr>
          <a:xfrm>
            <a:off x="594360" y="189572"/>
            <a:ext cx="6787747" cy="1593507"/>
          </a:xfrm>
        </p:spPr>
        <p:txBody>
          <a:bodyPr rtlCol="0" anchor="b">
            <a:normAutofit/>
          </a:bodyPr>
          <a:lstStyle>
            <a:defPPr>
              <a:defRPr lang="ja-JP"/>
            </a:defPPr>
          </a:lstStyle>
          <a:p>
            <a:pPr rtl="0"/>
            <a:r>
              <a:rPr lang="ja-JP" altLang="en-US" dirty="0"/>
              <a:t>対応の一例</a:t>
            </a:r>
            <a:endParaRPr lang="ja-JP" dirty="0"/>
          </a:p>
        </p:txBody>
      </p:sp>
      <p:graphicFrame>
        <p:nvGraphicFramePr>
          <p:cNvPr id="11" name="コンテンツ プレースホルダー 10">
            <a:extLst>
              <a:ext uri="{FF2B5EF4-FFF2-40B4-BE49-F238E27FC236}">
                <a16:creationId xmlns:a16="http://schemas.microsoft.com/office/drawing/2014/main" id="{EC88726A-043F-7F54-5FF9-10DDB96171B3}"/>
              </a:ext>
            </a:extLst>
          </p:cNvPr>
          <p:cNvGraphicFramePr>
            <a:graphicFrameLocks noGrp="1"/>
          </p:cNvGraphicFramePr>
          <p:nvPr>
            <p:ph sz="quarter" idx="13"/>
            <p:extLst>
              <p:ext uri="{D42A27DB-BD31-4B8C-83A1-F6EECF244321}">
                <p14:modId xmlns:p14="http://schemas.microsoft.com/office/powerpoint/2010/main" val="3170447651"/>
              </p:ext>
            </p:extLst>
          </p:nvPr>
        </p:nvGraphicFramePr>
        <p:xfrm>
          <a:off x="594359" y="409074"/>
          <a:ext cx="10787515" cy="55813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3120024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9DA15-D6FA-F2C8-1F06-34874F6054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7B85949-95C2-C184-DFA6-DAF7D65C2064}"/>
              </a:ext>
            </a:extLst>
          </p:cNvPr>
          <p:cNvSpPr>
            <a:spLocks noGrp="1"/>
          </p:cNvSpPr>
          <p:nvPr>
            <p:ph type="title"/>
          </p:nvPr>
        </p:nvSpPr>
        <p:spPr>
          <a:xfrm>
            <a:off x="594360" y="278129"/>
            <a:ext cx="9778365" cy="1494596"/>
          </a:xfrm>
        </p:spPr>
        <p:txBody>
          <a:bodyPr rtlCol="0" anchor="b">
            <a:normAutofit/>
          </a:bodyPr>
          <a:lstStyle>
            <a:defPPr>
              <a:defRPr lang="ja-JP"/>
            </a:defPPr>
          </a:lstStyle>
          <a:p>
            <a:pPr rtl="0"/>
            <a:r>
              <a:rPr lang="ja-JP" altLang="en-US" dirty="0"/>
              <a:t>おわりに</a:t>
            </a:r>
            <a:endParaRPr lang="ja-JP" altLang="ja-JP" dirty="0"/>
          </a:p>
        </p:txBody>
      </p:sp>
      <p:pic>
        <p:nvPicPr>
          <p:cNvPr id="12" name="図プレースホルダー 4" descr="警告 単色塗りつぶし">
            <a:extLst>
              <a:ext uri="{FF2B5EF4-FFF2-40B4-BE49-F238E27FC236}">
                <a16:creationId xmlns:a16="http://schemas.microsoft.com/office/drawing/2014/main" id="{C7F3A1F6-7DDB-37E9-0180-E96F336AB323}"/>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p:blipFill>
        <p:spPr>
          <a:xfrm>
            <a:off x="1041038" y="2676525"/>
            <a:ext cx="3597470" cy="3597470"/>
          </a:xfrm>
          <a:noFill/>
        </p:spPr>
      </p:pic>
      <p:sp>
        <p:nvSpPr>
          <p:cNvPr id="3" name="テキスト プレースホルダー 2">
            <a:extLst>
              <a:ext uri="{FF2B5EF4-FFF2-40B4-BE49-F238E27FC236}">
                <a16:creationId xmlns:a16="http://schemas.microsoft.com/office/drawing/2014/main" id="{226FBF62-6CE5-1B7B-1E05-7AA5FCAB1495}"/>
              </a:ext>
            </a:extLst>
          </p:cNvPr>
          <p:cNvSpPr>
            <a:spLocks noGrp="1"/>
          </p:cNvSpPr>
          <p:nvPr>
            <p:ph sz="quarter" idx="16"/>
          </p:nvPr>
        </p:nvSpPr>
        <p:spPr>
          <a:xfrm>
            <a:off x="5881898" y="2676525"/>
            <a:ext cx="4490827" cy="3597470"/>
          </a:xfrm>
        </p:spPr>
        <p:txBody>
          <a:bodyPr rtlCol="0">
            <a:normAutofit/>
          </a:bodyPr>
          <a:lstStyle>
            <a:defPPr>
              <a:defRPr lang="ja-JP"/>
            </a:defPPr>
          </a:lstStyle>
          <a:p>
            <a:r>
              <a:rPr lang="ja-JP" altLang="en-US" dirty="0"/>
              <a:t>あくまで一例なので、これで解決するというものではないことをご留意ください。</a:t>
            </a:r>
            <a:endParaRPr lang="en-US" altLang="ja-JP" dirty="0"/>
          </a:p>
          <a:p>
            <a:r>
              <a:rPr lang="ja-JP" altLang="en-US" dirty="0"/>
              <a:t>最初は何をすればいいか分からないと思いますが慣れるしかないというのが実情で、経験がその人の資産になっていくので頑張りましょう。</a:t>
            </a:r>
            <a:br>
              <a:rPr lang="en-US" altLang="ja-JP" dirty="0"/>
            </a:br>
            <a:br>
              <a:rPr lang="en-US" altLang="ja-JP" dirty="0"/>
            </a:br>
            <a:r>
              <a:rPr lang="ja-JP" altLang="en-US" dirty="0"/>
              <a:t>症状から多角的な目線でのアプローチが重要になってきます。</a:t>
            </a:r>
            <a:br>
              <a:rPr lang="en-US" altLang="ja-JP" dirty="0"/>
            </a:br>
            <a:r>
              <a:rPr lang="ja-JP" altLang="en-US" dirty="0"/>
              <a:t>固定概念にとらわれず、いろいろ試してみましょう。</a:t>
            </a:r>
            <a:endParaRPr lang="en-US" altLang="ja-JP" dirty="0"/>
          </a:p>
        </p:txBody>
      </p:sp>
    </p:spTree>
    <p:extLst>
      <p:ext uri="{BB962C8B-B14F-4D97-AF65-F5344CB8AC3E}">
        <p14:creationId xmlns:p14="http://schemas.microsoft.com/office/powerpoint/2010/main" val="4030272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191F9-6258-A25A-EC78-F5F4EF94A9DD}"/>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1BBAE2CA-8C70-5726-C5BB-725852DCE650}"/>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第</a:t>
            </a:r>
            <a:r>
              <a:rPr lang="en-US" altLang="ja-JP" dirty="0"/>
              <a:t>7</a:t>
            </a:r>
            <a:r>
              <a:rPr lang="ja-JP" altLang="en-US" dirty="0"/>
              <a:t>章</a:t>
            </a:r>
            <a:endParaRPr lang="ja-JP" dirty="0"/>
          </a:p>
        </p:txBody>
      </p:sp>
    </p:spTree>
    <p:extLst>
      <p:ext uri="{BB962C8B-B14F-4D97-AF65-F5344CB8AC3E}">
        <p14:creationId xmlns:p14="http://schemas.microsoft.com/office/powerpoint/2010/main" val="162495085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3B0BD-B126-6D4A-33AD-66D3B0AAA6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D440F16-4078-905E-0016-F8EFB132AECF}"/>
              </a:ext>
            </a:extLst>
          </p:cNvPr>
          <p:cNvSpPr>
            <a:spLocks noGrp="1"/>
          </p:cNvSpPr>
          <p:nvPr>
            <p:ph type="title"/>
          </p:nvPr>
        </p:nvSpPr>
        <p:spPr>
          <a:xfrm>
            <a:off x="594360" y="189572"/>
            <a:ext cx="6787747" cy="1593507"/>
          </a:xfrm>
        </p:spPr>
        <p:txBody>
          <a:bodyPr rtlCol="0"/>
          <a:lstStyle>
            <a:defPPr>
              <a:defRPr lang="ja-JP"/>
            </a:defPPr>
          </a:lstStyle>
          <a:p>
            <a:pPr rtl="0"/>
            <a:r>
              <a:rPr lang="ja-JP" altLang="en-US" dirty="0"/>
              <a:t>第</a:t>
            </a:r>
            <a:r>
              <a:rPr lang="en-US" altLang="ja-JP" dirty="0"/>
              <a:t>7</a:t>
            </a:r>
            <a:r>
              <a:rPr lang="ja-JP" altLang="en-US" dirty="0"/>
              <a:t>章の目次</a:t>
            </a:r>
            <a:endParaRPr lang="ja-JP" dirty="0"/>
          </a:p>
        </p:txBody>
      </p:sp>
      <p:sp>
        <p:nvSpPr>
          <p:cNvPr id="3" name="テキスト プレースホルダー 2">
            <a:extLst>
              <a:ext uri="{FF2B5EF4-FFF2-40B4-BE49-F238E27FC236}">
                <a16:creationId xmlns:a16="http://schemas.microsoft.com/office/drawing/2014/main" id="{2E4D3C22-FA51-AC68-4371-2D3683BEBE35}"/>
              </a:ext>
            </a:extLst>
          </p:cNvPr>
          <p:cNvSpPr>
            <a:spLocks noGrp="1"/>
          </p:cNvSpPr>
          <p:nvPr>
            <p:ph sz="quarter" idx="13"/>
          </p:nvPr>
        </p:nvSpPr>
        <p:spPr>
          <a:xfrm>
            <a:off x="593725" y="2281238"/>
            <a:ext cx="6788150" cy="3709987"/>
          </a:xfrm>
        </p:spPr>
        <p:txBody>
          <a:bodyPr tIns="457200" rtlCol="0"/>
          <a:lstStyle>
            <a:defPPr>
              <a:defRPr lang="ja-JP"/>
            </a:defPPr>
          </a:lstStyle>
          <a:p>
            <a:pPr rtl="0"/>
            <a:r>
              <a:rPr lang="ja-JP" altLang="en-US" dirty="0"/>
              <a:t>ネットワークトポロジーについて</a:t>
            </a:r>
            <a:endParaRPr lang="en-US" altLang="ja-JP" dirty="0"/>
          </a:p>
          <a:p>
            <a:pPr rtl="0"/>
            <a:r>
              <a:rPr lang="ja-JP" altLang="en-US" dirty="0"/>
              <a:t>ネットワーク機器について</a:t>
            </a:r>
            <a:endParaRPr lang="en-US" altLang="ja-JP" dirty="0"/>
          </a:p>
          <a:p>
            <a:pPr rtl="0"/>
            <a:endParaRPr lang="ja-JP" dirty="0"/>
          </a:p>
        </p:txBody>
      </p:sp>
    </p:spTree>
    <p:extLst>
      <p:ext uri="{BB962C8B-B14F-4D97-AF65-F5344CB8AC3E}">
        <p14:creationId xmlns:p14="http://schemas.microsoft.com/office/powerpoint/2010/main" val="190709804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CB75F-794E-AE0E-392E-F9577DC9AF6F}"/>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DAC3A409-DB96-7F3A-23A3-5661342BBA8D}"/>
              </a:ext>
            </a:extLst>
          </p:cNvPr>
          <p:cNvSpPr>
            <a:spLocks noGrp="1"/>
          </p:cNvSpPr>
          <p:nvPr>
            <p:ph type="ctrTitle"/>
          </p:nvPr>
        </p:nvSpPr>
        <p:spPr>
          <a:xfrm>
            <a:off x="4892040" y="487679"/>
            <a:ext cx="7162800" cy="3291840"/>
          </a:xfrm>
        </p:spPr>
        <p:txBody>
          <a:bodyPr rtlCol="0"/>
          <a:lstStyle>
            <a:defPPr>
              <a:defRPr lang="ja-JP"/>
            </a:defPPr>
          </a:lstStyle>
          <a:p>
            <a:pPr algn="r" rtl="0"/>
            <a:r>
              <a:rPr lang="ja-JP" altLang="en-US" dirty="0"/>
              <a:t>ネットワークトポロジーについて</a:t>
            </a:r>
            <a:endParaRPr lang="ja-JP" altLang="ja-JP" dirty="0"/>
          </a:p>
        </p:txBody>
      </p:sp>
    </p:spTree>
    <p:extLst>
      <p:ext uri="{BB962C8B-B14F-4D97-AF65-F5344CB8AC3E}">
        <p14:creationId xmlns:p14="http://schemas.microsoft.com/office/powerpoint/2010/main" val="332307566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1421A-B6C9-B16D-05AD-365CF9B9BA7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B767C9-603C-5604-43FF-8A01C7796E79}"/>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ja-JP" altLang="en-US" dirty="0"/>
              <a:t>トポロジーに</a:t>
            </a:r>
            <a:br>
              <a:rPr lang="en-US" altLang="ja-JP" dirty="0"/>
            </a:br>
            <a:r>
              <a:rPr lang="ja-JP" altLang="en-US" dirty="0"/>
              <a:t>ついて</a:t>
            </a:r>
            <a:endParaRPr lang="ja-JP" altLang="ja-JP" dirty="0"/>
          </a:p>
        </p:txBody>
      </p:sp>
      <p:pic>
        <p:nvPicPr>
          <p:cNvPr id="12" name="図プレースホルダー 4">
            <a:extLst>
              <a:ext uri="{FF2B5EF4-FFF2-40B4-BE49-F238E27FC236}">
                <a16:creationId xmlns:a16="http://schemas.microsoft.com/office/drawing/2014/main" id="{8E08099A-29BE-A293-E828-F4D18079BFA3}"/>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l="21929" r="21929"/>
          <a:stretch/>
        </p:blipFill>
        <p:spPr>
          <a:xfrm>
            <a:off x="20" y="-11113"/>
            <a:ext cx="5791180" cy="6880226"/>
          </a:xfrm>
          <a:noFill/>
        </p:spPr>
      </p:pic>
      <p:sp>
        <p:nvSpPr>
          <p:cNvPr id="3" name="テキスト プレースホルダー 2">
            <a:extLst>
              <a:ext uri="{FF2B5EF4-FFF2-40B4-BE49-F238E27FC236}">
                <a16:creationId xmlns:a16="http://schemas.microsoft.com/office/drawing/2014/main" id="{25B38495-4F76-EC88-B9A3-14DF676EB056}"/>
              </a:ext>
            </a:extLst>
          </p:cNvPr>
          <p:cNvSpPr>
            <a:spLocks noGrp="1"/>
          </p:cNvSpPr>
          <p:nvPr>
            <p:ph type="body" sz="quarter" idx="11"/>
          </p:nvPr>
        </p:nvSpPr>
        <p:spPr>
          <a:xfrm>
            <a:off x="6299835" y="4568602"/>
            <a:ext cx="5486400" cy="1645920"/>
          </a:xfrm>
        </p:spPr>
        <p:txBody>
          <a:bodyPr rtlCol="0">
            <a:normAutofit fontScale="92500"/>
          </a:bodyPr>
          <a:lstStyle>
            <a:defPPr>
              <a:defRPr lang="ja-JP"/>
            </a:defPPr>
          </a:lstStyle>
          <a:p>
            <a:r>
              <a:rPr lang="ja-JP" altLang="en-US" dirty="0"/>
              <a:t>ネットワークトポロジーとは、</a:t>
            </a:r>
            <a:r>
              <a:rPr lang="ja-JP" altLang="en-US" b="1" dirty="0"/>
              <a:t>コンピュータやネットワーク機器（ルーター、スイッチなど）がどのように接続されているか</a:t>
            </a:r>
            <a:r>
              <a:rPr lang="ja-JP" altLang="en-US" dirty="0"/>
              <a:t>を示す構造のことです。</a:t>
            </a:r>
            <a:br>
              <a:rPr lang="ja-JP" altLang="en-US" dirty="0"/>
            </a:br>
            <a:r>
              <a:rPr lang="ja-JP" altLang="en-US" dirty="0"/>
              <a:t>つまり、「ネットワークの物理的・論理的な配置図」のことです。</a:t>
            </a:r>
          </a:p>
        </p:txBody>
      </p:sp>
    </p:spTree>
    <p:extLst>
      <p:ext uri="{BB962C8B-B14F-4D97-AF65-F5344CB8AC3E}">
        <p14:creationId xmlns:p14="http://schemas.microsoft.com/office/powerpoint/2010/main" val="28216957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C24A8-2037-0D74-C1F0-FB4A29B1170D}"/>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582BA1DD-980E-9E49-F298-695D6BAD334B}"/>
              </a:ext>
            </a:extLst>
          </p:cNvPr>
          <p:cNvSpPr>
            <a:spLocks noGrp="1"/>
          </p:cNvSpPr>
          <p:nvPr>
            <p:ph type="title"/>
          </p:nvPr>
        </p:nvSpPr>
        <p:spPr>
          <a:xfrm>
            <a:off x="594360" y="198408"/>
            <a:ext cx="10972800" cy="1574317"/>
          </a:xfrm>
        </p:spPr>
        <p:txBody>
          <a:bodyPr rtlCol="0" anchor="b">
            <a:normAutofit/>
          </a:bodyPr>
          <a:lstStyle>
            <a:defPPr>
              <a:defRPr lang="ja-JP"/>
            </a:defPPr>
          </a:lstStyle>
          <a:p>
            <a:pPr rtl="0"/>
            <a:r>
              <a:rPr lang="ja-JP" altLang="en-US" dirty="0"/>
              <a:t>ネットワークトポロジーについて</a:t>
            </a:r>
            <a:endParaRPr lang="ja-JP" dirty="0"/>
          </a:p>
        </p:txBody>
      </p:sp>
      <p:sp>
        <p:nvSpPr>
          <p:cNvPr id="4" name="コンテンツ プレースホルダー 3">
            <a:extLst>
              <a:ext uri="{FF2B5EF4-FFF2-40B4-BE49-F238E27FC236}">
                <a16:creationId xmlns:a16="http://schemas.microsoft.com/office/drawing/2014/main" id="{0C87CE6F-BAB2-27A2-DDAB-2636EE5A109F}"/>
              </a:ext>
            </a:extLst>
          </p:cNvPr>
          <p:cNvSpPr>
            <a:spLocks noGrp="1"/>
          </p:cNvSpPr>
          <p:nvPr>
            <p:ph sz="quarter" idx="13"/>
          </p:nvPr>
        </p:nvSpPr>
        <p:spPr>
          <a:xfrm>
            <a:off x="595523" y="2676525"/>
            <a:ext cx="5746750" cy="2809875"/>
          </a:xfrm>
        </p:spPr>
        <p:txBody>
          <a:bodyPr rtlCol="0">
            <a:normAutofit/>
          </a:bodyPr>
          <a:lstStyle>
            <a:defPPr>
              <a:defRPr lang="ja-JP"/>
            </a:defPPr>
          </a:lstStyle>
          <a:p>
            <a:r>
              <a:rPr lang="ja-JP" altLang="en-US" sz="1700" dirty="0"/>
              <a:t>トポロジーはまだ勉強中の身なので詳細はお伝え出来ませんが、ネットワークの事を調べるとよく出てくるので大枠だけは押さえておいてください。</a:t>
            </a:r>
            <a:endParaRPr lang="en-US" altLang="ja-JP" sz="1700" dirty="0"/>
          </a:p>
          <a:p>
            <a:r>
              <a:rPr lang="ja-JP" altLang="en-US" sz="1600" dirty="0"/>
              <a:t>注意点としてトポロジーには</a:t>
            </a:r>
            <a:r>
              <a:rPr lang="ja-JP" altLang="en-US" sz="1600" b="1" dirty="0"/>
              <a:t>物理的トポロジー</a:t>
            </a:r>
            <a:r>
              <a:rPr lang="ja-JP" altLang="en-US" sz="1600" dirty="0"/>
              <a:t>（実際のケーブル配置）と</a:t>
            </a:r>
            <a:r>
              <a:rPr lang="ja-JP" altLang="en-US" sz="1600" b="1" dirty="0"/>
              <a:t>論理的トポロジー</a:t>
            </a:r>
            <a:r>
              <a:rPr lang="ja-JP" altLang="en-US" sz="1600" dirty="0"/>
              <a:t>（データの流れ方）があり、必ずしも一致しない場合があります。</a:t>
            </a:r>
            <a:endParaRPr lang="en-US" altLang="ja-JP" sz="1700" b="1" dirty="0"/>
          </a:p>
          <a:p>
            <a:r>
              <a:rPr lang="ja-JP" altLang="en-US" sz="1700" dirty="0"/>
              <a:t>現在、物理は右図のスター型で論理はメッシュ型が主流のようです。</a:t>
            </a:r>
            <a:endParaRPr lang="en-US" altLang="ja-JP" sz="1700" dirty="0"/>
          </a:p>
          <a:p>
            <a:r>
              <a:rPr lang="ja-JP" altLang="en-US" sz="1700" dirty="0"/>
              <a:t>他のトポロジーに関しては下記サイトを参照して下さい。</a:t>
            </a:r>
            <a:endParaRPr lang="en-US" altLang="ja-JP" sz="1700" dirty="0"/>
          </a:p>
        </p:txBody>
      </p:sp>
      <p:pic>
        <p:nvPicPr>
          <p:cNvPr id="7" name="コンテンツ プレースホルダー 6" descr="グラフィカル ユーザー インターフェイス が含まれている画像&#10;&#10;自動的に生成された説明">
            <a:extLst>
              <a:ext uri="{FF2B5EF4-FFF2-40B4-BE49-F238E27FC236}">
                <a16:creationId xmlns:a16="http://schemas.microsoft.com/office/drawing/2014/main" id="{D2FBAF05-310D-B985-9740-F7406ACAF836}"/>
              </a:ext>
            </a:extLst>
          </p:cNvPr>
          <p:cNvPicPr>
            <a:picLocks noGrp="1" noChangeAspect="1"/>
          </p:cNvPicPr>
          <p:nvPr>
            <p:ph sz="quarter" idx="14"/>
          </p:nvPr>
        </p:nvPicPr>
        <p:blipFill>
          <a:blip r:embed="rId3">
            <a:extLst>
              <a:ext uri="{28A0092B-C50C-407E-A947-70E740481C1C}">
                <a14:useLocalDpi xmlns:a14="http://schemas.microsoft.com/office/drawing/2010/main" val="0"/>
              </a:ext>
            </a:extLst>
          </a:blip>
          <a:srcRect l="18859" r="19424" b="2"/>
          <a:stretch>
            <a:fillRect/>
          </a:stretch>
        </p:blipFill>
        <p:spPr>
          <a:xfrm>
            <a:off x="7620000" y="2676525"/>
            <a:ext cx="3947160" cy="3597470"/>
          </a:xfrm>
          <a:noFill/>
        </p:spPr>
      </p:pic>
      <p:sp>
        <p:nvSpPr>
          <p:cNvPr id="10" name="テキスト ボックス 9">
            <a:extLst>
              <a:ext uri="{FF2B5EF4-FFF2-40B4-BE49-F238E27FC236}">
                <a16:creationId xmlns:a16="http://schemas.microsoft.com/office/drawing/2014/main" id="{D7558744-7247-84A8-656D-258951FAF367}"/>
              </a:ext>
            </a:extLst>
          </p:cNvPr>
          <p:cNvSpPr txBox="1"/>
          <p:nvPr/>
        </p:nvSpPr>
        <p:spPr>
          <a:xfrm>
            <a:off x="594360" y="5486400"/>
            <a:ext cx="6098720" cy="369332"/>
          </a:xfrm>
          <a:prstGeom prst="rect">
            <a:avLst/>
          </a:prstGeom>
          <a:noFill/>
        </p:spPr>
        <p:txBody>
          <a:bodyPr wrap="square">
            <a:spAutoFit/>
          </a:bodyPr>
          <a:lstStyle/>
          <a:p>
            <a:r>
              <a:rPr lang="en-US" altLang="ja-JP" dirty="0">
                <a:solidFill>
                  <a:schemeClr val="bg1"/>
                </a:solidFill>
              </a:rPr>
              <a:t>infraexpert.com/study/networking1.html</a:t>
            </a:r>
            <a:endParaRPr lang="ja-JP" altLang="ja-JP" dirty="0">
              <a:solidFill>
                <a:schemeClr val="bg1"/>
              </a:solidFill>
            </a:endParaRPr>
          </a:p>
        </p:txBody>
      </p:sp>
    </p:spTree>
    <p:extLst>
      <p:ext uri="{BB962C8B-B14F-4D97-AF65-F5344CB8AC3E}">
        <p14:creationId xmlns:p14="http://schemas.microsoft.com/office/powerpoint/2010/main" val="381593105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EBCD5-05E8-4A49-4BE3-17959FA7620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E9F01AE-94B7-5FBF-9814-5AB1E32DF935}"/>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ja-JP" altLang="en-US" dirty="0"/>
              <a:t>機器について</a:t>
            </a:r>
            <a:endParaRPr lang="ja-JP" altLang="ja-JP" dirty="0"/>
          </a:p>
        </p:txBody>
      </p:sp>
      <p:pic>
        <p:nvPicPr>
          <p:cNvPr id="12" name="図プレースホルダー 4">
            <a:extLst>
              <a:ext uri="{FF2B5EF4-FFF2-40B4-BE49-F238E27FC236}">
                <a16:creationId xmlns:a16="http://schemas.microsoft.com/office/drawing/2014/main" id="{17F825A1-E5FD-5991-D809-D5EABAB3D921}"/>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l="2961" r="2961"/>
          <a:stretch/>
        </p:blipFill>
        <p:spPr>
          <a:xfrm>
            <a:off x="20" y="-11113"/>
            <a:ext cx="5791180" cy="6880226"/>
          </a:xfrm>
          <a:noFill/>
        </p:spPr>
      </p:pic>
      <p:sp>
        <p:nvSpPr>
          <p:cNvPr id="3" name="テキスト プレースホルダー 2">
            <a:extLst>
              <a:ext uri="{FF2B5EF4-FFF2-40B4-BE49-F238E27FC236}">
                <a16:creationId xmlns:a16="http://schemas.microsoft.com/office/drawing/2014/main" id="{980828EF-3594-2382-82D1-7983BBD4B383}"/>
              </a:ext>
            </a:extLst>
          </p:cNvPr>
          <p:cNvSpPr>
            <a:spLocks noGrp="1"/>
          </p:cNvSpPr>
          <p:nvPr>
            <p:ph type="body" sz="quarter" idx="11"/>
          </p:nvPr>
        </p:nvSpPr>
        <p:spPr>
          <a:xfrm>
            <a:off x="6299835" y="4568602"/>
            <a:ext cx="5486400" cy="1645920"/>
          </a:xfrm>
        </p:spPr>
        <p:txBody>
          <a:bodyPr rtlCol="0">
            <a:normAutofit/>
          </a:bodyPr>
          <a:lstStyle>
            <a:defPPr>
              <a:defRPr lang="ja-JP"/>
            </a:defPPr>
          </a:lstStyle>
          <a:p>
            <a:r>
              <a:rPr lang="ja-JP" altLang="en-US" dirty="0"/>
              <a:t>次にネットワーク機器を見ていきます。</a:t>
            </a:r>
          </a:p>
        </p:txBody>
      </p:sp>
    </p:spTree>
    <p:extLst>
      <p:ext uri="{BB962C8B-B14F-4D97-AF65-F5344CB8AC3E}">
        <p14:creationId xmlns:p14="http://schemas.microsoft.com/office/powerpoint/2010/main" val="248025566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31C57-E459-A89F-3814-9E8ADB7140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EDA237-DDBE-7455-502D-D5BD7C15EA25}"/>
              </a:ext>
            </a:extLst>
          </p:cNvPr>
          <p:cNvSpPr>
            <a:spLocks noGrp="1"/>
          </p:cNvSpPr>
          <p:nvPr>
            <p:ph type="title"/>
          </p:nvPr>
        </p:nvSpPr>
        <p:spPr>
          <a:xfrm>
            <a:off x="594360" y="102875"/>
            <a:ext cx="10873740" cy="1680205"/>
          </a:xfrm>
        </p:spPr>
        <p:txBody>
          <a:bodyPr rtlCol="0" anchor="b">
            <a:normAutofit/>
          </a:bodyPr>
          <a:lstStyle>
            <a:defPPr>
              <a:defRPr lang="ja-JP"/>
            </a:defPPr>
          </a:lstStyle>
          <a:p>
            <a:pPr rtl="0"/>
            <a:r>
              <a:rPr lang="ja-JP" altLang="en-US" dirty="0"/>
              <a:t>ルーター</a:t>
            </a:r>
            <a:endParaRPr lang="ja-JP" dirty="0"/>
          </a:p>
        </p:txBody>
      </p:sp>
      <p:pic>
        <p:nvPicPr>
          <p:cNvPr id="5" name="図プレースホルダー 52">
            <a:extLst>
              <a:ext uri="{FF2B5EF4-FFF2-40B4-BE49-F238E27FC236}">
                <a16:creationId xmlns:a16="http://schemas.microsoft.com/office/drawing/2014/main" id="{6F11AC3A-AB21-FA41-ABC4-3FA30CCEF263}"/>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p:blipFill>
        <p:spPr>
          <a:xfrm>
            <a:off x="6857817" y="2363651"/>
            <a:ext cx="3699328" cy="3699328"/>
          </a:xfrm>
          <a:noFill/>
        </p:spPr>
      </p:pic>
      <p:sp>
        <p:nvSpPr>
          <p:cNvPr id="6" name="タイトル 1">
            <a:extLst>
              <a:ext uri="{FF2B5EF4-FFF2-40B4-BE49-F238E27FC236}">
                <a16:creationId xmlns:a16="http://schemas.microsoft.com/office/drawing/2014/main" id="{6BC154AA-2C12-F992-CF8F-555B8D215E29}"/>
              </a:ext>
            </a:extLst>
          </p:cNvPr>
          <p:cNvSpPr txBox="1">
            <a:spLocks/>
          </p:cNvSpPr>
          <p:nvPr/>
        </p:nvSpPr>
        <p:spPr>
          <a:xfrm>
            <a:off x="5222962" y="102875"/>
            <a:ext cx="6969038" cy="987875"/>
          </a:xfrm>
          <a:prstGeom prst="rect">
            <a:avLst/>
          </a:prstGeom>
        </p:spPr>
        <p:txBody>
          <a:bodyPr vert="horz" lIns="0" tIns="0" rIns="0" bIns="0" rtlCol="0" anchor="b" anchorCtr="0">
            <a:noAutofit/>
          </a:bodyPr>
          <a:lstStyle>
            <a:defPPr>
              <a:defRPr lang="ja-JP"/>
            </a:defPPr>
            <a:lvl1pPr algn="l" defTabSz="914400" rtl="0" eaLnBrk="1" latinLnBrk="0" hangingPunct="1">
              <a:lnSpc>
                <a:spcPct val="80000"/>
              </a:lnSpc>
              <a:spcBef>
                <a:spcPct val="0"/>
              </a:spcBef>
              <a:buNone/>
              <a:defRPr kumimoji="1" lang="ja-JP" sz="44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a:lstStyle>
          <a:p>
            <a:r>
              <a:rPr lang="ja-JP" altLang="en-US" dirty="0"/>
              <a:t>第</a:t>
            </a:r>
            <a:r>
              <a:rPr lang="en-US" altLang="ja-JP" dirty="0"/>
              <a:t>3</a:t>
            </a:r>
            <a:r>
              <a:rPr lang="ja-JP" altLang="en-US" dirty="0"/>
              <a:t>層：ネットワーク層</a:t>
            </a:r>
            <a:r>
              <a:rPr lang="en-US" altLang="ja-JP" dirty="0"/>
              <a:t>(L3)</a:t>
            </a:r>
            <a:endParaRPr lang="zh-TW" altLang="en-US" dirty="0">
              <a:latin typeface="Consolas" panose="020B0609020204030204" pitchFamily="49" charset="0"/>
            </a:endParaRPr>
          </a:p>
        </p:txBody>
      </p:sp>
      <p:sp>
        <p:nvSpPr>
          <p:cNvPr id="7" name="テキスト ボックス 6">
            <a:extLst>
              <a:ext uri="{FF2B5EF4-FFF2-40B4-BE49-F238E27FC236}">
                <a16:creationId xmlns:a16="http://schemas.microsoft.com/office/drawing/2014/main" id="{E034F3D0-26FE-5987-A293-C8BB6F13D376}"/>
              </a:ext>
            </a:extLst>
          </p:cNvPr>
          <p:cNvSpPr txBox="1"/>
          <p:nvPr/>
        </p:nvSpPr>
        <p:spPr>
          <a:xfrm>
            <a:off x="757807" y="2735987"/>
            <a:ext cx="6100010" cy="2308324"/>
          </a:xfrm>
          <a:prstGeom prst="rect">
            <a:avLst/>
          </a:prstGeom>
          <a:noFill/>
        </p:spPr>
        <p:txBody>
          <a:bodyPr wrap="square">
            <a:spAutoFit/>
          </a:bodyPr>
          <a:lstStyle/>
          <a:p>
            <a:r>
              <a:rPr lang="ja-JP" altLang="en-US" b="0" i="0" u="sng" dirty="0">
                <a:solidFill>
                  <a:srgbClr val="C00000"/>
                </a:solidFill>
                <a:effectLst/>
                <a:latin typeface="Noto Sans JP" panose="020B0200000000000000" pitchFamily="50" charset="-128"/>
                <a:ea typeface="Noto Sans JP" panose="020B0200000000000000" pitchFamily="50" charset="-128"/>
              </a:rPr>
              <a:t>複数の異なるネットワーク間でデータのやり取りを中継するための機器です。</a:t>
            </a:r>
            <a:endParaRPr lang="en-US" altLang="ja-JP" b="0" i="0" u="sng" dirty="0">
              <a:solidFill>
                <a:srgbClr val="C00000"/>
              </a:solidFill>
              <a:effectLst/>
              <a:latin typeface="Noto Sans JP" panose="020B0200000000000000" pitchFamily="50" charset="-128"/>
              <a:ea typeface="Noto Sans JP" panose="020B0200000000000000" pitchFamily="50" charset="-128"/>
            </a:endParaRPr>
          </a:p>
          <a:p>
            <a:endParaRPr lang="en-US" altLang="ja-JP" u="sng" dirty="0">
              <a:solidFill>
                <a:schemeClr val="bg1"/>
              </a:solidFill>
            </a:endParaRPr>
          </a:p>
          <a:p>
            <a:r>
              <a:rPr lang="ja-JP" altLang="en-US" dirty="0">
                <a:solidFill>
                  <a:schemeClr val="bg1"/>
                </a:solidFill>
              </a:rPr>
              <a:t>ネットワーク機器として有名だと思いますが主にネットワーク層の用途で設置します。</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Wi-Fi</a:t>
            </a:r>
            <a:r>
              <a:rPr lang="ja-JP" altLang="en-US" dirty="0">
                <a:solidFill>
                  <a:schemeClr val="bg1"/>
                </a:solidFill>
              </a:rPr>
              <a:t>機能を持っている事が多いですが、ルーター機能とは別だという事を理解しておいてください。</a:t>
            </a:r>
            <a:endParaRPr lang="en-US" altLang="ja-JP" dirty="0">
              <a:solidFill>
                <a:schemeClr val="bg1"/>
              </a:solidFill>
            </a:endParaRPr>
          </a:p>
        </p:txBody>
      </p:sp>
    </p:spTree>
    <p:extLst>
      <p:ext uri="{BB962C8B-B14F-4D97-AF65-F5344CB8AC3E}">
        <p14:creationId xmlns:p14="http://schemas.microsoft.com/office/powerpoint/2010/main" val="58806681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FDC8B-BB2F-309C-ECD3-327546E73B5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9EAD3DD-88A7-6EB0-4C33-F306649380F7}"/>
              </a:ext>
            </a:extLst>
          </p:cNvPr>
          <p:cNvSpPr>
            <a:spLocks noGrp="1"/>
          </p:cNvSpPr>
          <p:nvPr>
            <p:ph type="title"/>
          </p:nvPr>
        </p:nvSpPr>
        <p:spPr>
          <a:xfrm>
            <a:off x="594360" y="102875"/>
            <a:ext cx="10873740" cy="1680205"/>
          </a:xfrm>
        </p:spPr>
        <p:txBody>
          <a:bodyPr rtlCol="0" anchor="b">
            <a:normAutofit/>
          </a:bodyPr>
          <a:lstStyle>
            <a:defPPr>
              <a:defRPr lang="ja-JP"/>
            </a:defPPr>
          </a:lstStyle>
          <a:p>
            <a:pPr rtl="0"/>
            <a:r>
              <a:rPr lang="ja-JP" altLang="en-US" dirty="0"/>
              <a:t>ハブ</a:t>
            </a:r>
            <a:endParaRPr lang="ja-JP" dirty="0"/>
          </a:p>
        </p:txBody>
      </p:sp>
      <p:sp>
        <p:nvSpPr>
          <p:cNvPr id="7" name="テキスト ボックス 6">
            <a:extLst>
              <a:ext uri="{FF2B5EF4-FFF2-40B4-BE49-F238E27FC236}">
                <a16:creationId xmlns:a16="http://schemas.microsoft.com/office/drawing/2014/main" id="{ECCEDF3A-58AC-48DD-0E41-F42F25D97C7E}"/>
              </a:ext>
            </a:extLst>
          </p:cNvPr>
          <p:cNvSpPr txBox="1"/>
          <p:nvPr/>
        </p:nvSpPr>
        <p:spPr>
          <a:xfrm>
            <a:off x="757807" y="2735987"/>
            <a:ext cx="6100010" cy="3139321"/>
          </a:xfrm>
          <a:prstGeom prst="rect">
            <a:avLst/>
          </a:prstGeom>
          <a:noFill/>
        </p:spPr>
        <p:txBody>
          <a:bodyPr wrap="square">
            <a:spAutoFit/>
          </a:bodyPr>
          <a:lstStyle/>
          <a:p>
            <a:r>
              <a:rPr lang="ja-JP" altLang="en-US" b="0" i="0" u="sng" dirty="0">
                <a:solidFill>
                  <a:srgbClr val="C00000"/>
                </a:solidFill>
                <a:effectLst/>
                <a:latin typeface="Noto Sans JP" panose="020B0200000000000000" pitchFamily="50" charset="-128"/>
                <a:ea typeface="Noto Sans JP" panose="020B0200000000000000" pitchFamily="50" charset="-128"/>
              </a:rPr>
              <a:t>複数の</a:t>
            </a:r>
            <a:r>
              <a:rPr lang="en-US" altLang="ja-JP" b="0" i="0" u="sng" dirty="0">
                <a:solidFill>
                  <a:srgbClr val="C00000"/>
                </a:solidFill>
                <a:effectLst/>
                <a:latin typeface="Noto Sans JP" panose="020B0200000000000000" pitchFamily="50" charset="-128"/>
                <a:ea typeface="Noto Sans JP" panose="020B0200000000000000" pitchFamily="50" charset="-128"/>
              </a:rPr>
              <a:t>LAN</a:t>
            </a:r>
            <a:r>
              <a:rPr lang="ja-JP" altLang="en-US" b="0" i="0" u="sng" dirty="0">
                <a:solidFill>
                  <a:srgbClr val="C00000"/>
                </a:solidFill>
                <a:effectLst/>
                <a:latin typeface="Noto Sans JP" panose="020B0200000000000000" pitchFamily="50" charset="-128"/>
                <a:ea typeface="Noto Sans JP" panose="020B0200000000000000" pitchFamily="50" charset="-128"/>
              </a:rPr>
              <a:t>ケーブルを集約するための装置です。</a:t>
            </a:r>
            <a:endParaRPr lang="en-US" altLang="ja-JP" b="0" i="0" u="sng" dirty="0">
              <a:solidFill>
                <a:srgbClr val="C00000"/>
              </a:solidFill>
              <a:effectLst/>
              <a:latin typeface="Noto Sans JP" panose="020B0200000000000000" pitchFamily="50" charset="-128"/>
              <a:ea typeface="Noto Sans JP" panose="020B0200000000000000" pitchFamily="50" charset="-128"/>
            </a:endParaRPr>
          </a:p>
          <a:p>
            <a:endParaRPr lang="en-US" altLang="ja-JP" u="sng" dirty="0">
              <a:solidFill>
                <a:schemeClr val="bg1"/>
              </a:solidFill>
            </a:endParaRPr>
          </a:p>
          <a:p>
            <a:r>
              <a:rPr lang="en-US" altLang="ja-JP" dirty="0">
                <a:solidFill>
                  <a:schemeClr val="bg1"/>
                </a:solidFill>
              </a:rPr>
              <a:t>LAN</a:t>
            </a:r>
            <a:r>
              <a:rPr lang="ja-JP" altLang="en-US" dirty="0">
                <a:solidFill>
                  <a:schemeClr val="bg1"/>
                </a:solidFill>
              </a:rPr>
              <a:t>ケーブル用の</a:t>
            </a:r>
            <a:r>
              <a:rPr lang="en-US" altLang="ja-JP" dirty="0">
                <a:solidFill>
                  <a:schemeClr val="bg1"/>
                </a:solidFill>
              </a:rPr>
              <a:t>OA</a:t>
            </a:r>
            <a:r>
              <a:rPr lang="ja-JP" altLang="en-US" dirty="0">
                <a:solidFill>
                  <a:schemeClr val="bg1"/>
                </a:solidFill>
              </a:rPr>
              <a:t>タップだと思ってください。</a:t>
            </a:r>
            <a:endParaRPr lang="en-US" altLang="ja-JP" dirty="0">
              <a:solidFill>
                <a:schemeClr val="bg1"/>
              </a:solidFill>
            </a:endParaRPr>
          </a:p>
          <a:p>
            <a:r>
              <a:rPr lang="ja-JP" altLang="en-US" dirty="0">
                <a:solidFill>
                  <a:schemeClr val="bg1"/>
                </a:solidFill>
              </a:rPr>
              <a:t>ただハブと呼ばれるものは下記の種類があり、内部動作が異なる事は押さえておいてください。</a:t>
            </a:r>
            <a:br>
              <a:rPr lang="en-US" altLang="ja-JP" dirty="0">
                <a:solidFill>
                  <a:schemeClr val="bg1"/>
                </a:solidFill>
              </a:rPr>
            </a:br>
            <a:endParaRPr lang="en-US" altLang="ja-JP" dirty="0">
              <a:solidFill>
                <a:schemeClr val="bg1"/>
              </a:solidFill>
            </a:endParaRPr>
          </a:p>
          <a:p>
            <a:pPr marL="285750" indent="-285750">
              <a:buFont typeface="Arial" panose="020B0604020202020204" pitchFamily="34" charset="0"/>
              <a:buChar char="•"/>
            </a:pPr>
            <a:r>
              <a:rPr lang="ja-JP" altLang="en-US" dirty="0">
                <a:solidFill>
                  <a:schemeClr val="bg1"/>
                </a:solidFill>
              </a:rPr>
              <a:t>リピーターハブ</a:t>
            </a:r>
            <a:r>
              <a:rPr lang="en-US" altLang="ja-JP" dirty="0">
                <a:solidFill>
                  <a:schemeClr val="bg1"/>
                </a:solidFill>
              </a:rPr>
              <a:t>(</a:t>
            </a:r>
            <a:r>
              <a:rPr lang="ja-JP" altLang="en-US" dirty="0">
                <a:solidFill>
                  <a:schemeClr val="bg1"/>
                </a:solidFill>
              </a:rPr>
              <a:t>バカハブ</a:t>
            </a:r>
            <a:r>
              <a:rPr lang="en-US" altLang="ja-JP" dirty="0">
                <a:solidFill>
                  <a:schemeClr val="bg1"/>
                </a:solidFill>
              </a:rPr>
              <a:t>)</a:t>
            </a:r>
            <a:r>
              <a:rPr lang="ja-JP" altLang="en-US" dirty="0">
                <a:solidFill>
                  <a:srgbClr val="FF0000"/>
                </a:solidFill>
              </a:rPr>
              <a:t>注</a:t>
            </a:r>
            <a:r>
              <a:rPr lang="en-US" altLang="ja-JP" dirty="0">
                <a:solidFill>
                  <a:srgbClr val="FF0000"/>
                </a:solidFill>
              </a:rPr>
              <a:t>:L1</a:t>
            </a:r>
          </a:p>
          <a:p>
            <a:r>
              <a:rPr lang="en-US" altLang="ja-JP" dirty="0">
                <a:solidFill>
                  <a:schemeClr val="bg1"/>
                </a:solidFill>
              </a:rPr>
              <a:t>- </a:t>
            </a:r>
            <a:r>
              <a:rPr lang="ja-JP" altLang="en-US" dirty="0">
                <a:solidFill>
                  <a:schemeClr val="bg1"/>
                </a:solidFill>
              </a:rPr>
              <a:t>現在では導入コストが変わらないのでほぼ使われません</a:t>
            </a:r>
            <a:endParaRPr lang="en-US" altLang="ja-JP" dirty="0">
              <a:solidFill>
                <a:schemeClr val="bg1"/>
              </a:solidFill>
            </a:endParaRPr>
          </a:p>
          <a:p>
            <a:pPr marL="285750" indent="-285750">
              <a:buFont typeface="Arial" panose="020B0604020202020204" pitchFamily="34" charset="0"/>
              <a:buChar char="•"/>
            </a:pPr>
            <a:r>
              <a:rPr lang="ja-JP" altLang="en-US" dirty="0">
                <a:solidFill>
                  <a:schemeClr val="bg1"/>
                </a:solidFill>
              </a:rPr>
              <a:t>スイッチングハブ</a:t>
            </a:r>
            <a:r>
              <a:rPr lang="en-US" altLang="ja-JP" dirty="0">
                <a:solidFill>
                  <a:schemeClr val="bg1"/>
                </a:solidFill>
              </a:rPr>
              <a:t>(L2</a:t>
            </a:r>
            <a:r>
              <a:rPr lang="ja-JP" altLang="en-US" dirty="0">
                <a:solidFill>
                  <a:schemeClr val="bg1"/>
                </a:solidFill>
              </a:rPr>
              <a:t>スイッチ</a:t>
            </a:r>
            <a:r>
              <a:rPr lang="en-US" altLang="ja-JP" dirty="0">
                <a:solidFill>
                  <a:schemeClr val="bg1"/>
                </a:solidFill>
              </a:rPr>
              <a:t>)</a:t>
            </a:r>
          </a:p>
          <a:p>
            <a:r>
              <a:rPr lang="en-US" altLang="ja-JP" dirty="0">
                <a:solidFill>
                  <a:schemeClr val="bg1"/>
                </a:solidFill>
              </a:rPr>
              <a:t>- </a:t>
            </a:r>
            <a:r>
              <a:rPr lang="ja-JP" altLang="en-US" dirty="0">
                <a:solidFill>
                  <a:schemeClr val="bg1"/>
                </a:solidFill>
              </a:rPr>
              <a:t>宛先を見て送る必要がある口のみに転送してくれる</a:t>
            </a:r>
            <a:endParaRPr lang="en-US" altLang="ja-JP" dirty="0">
              <a:solidFill>
                <a:schemeClr val="bg1"/>
              </a:solidFill>
            </a:endParaRPr>
          </a:p>
          <a:p>
            <a:endParaRPr lang="en-US" altLang="ja-JP" dirty="0">
              <a:solidFill>
                <a:schemeClr val="bg1"/>
              </a:solidFill>
            </a:endParaRPr>
          </a:p>
        </p:txBody>
      </p:sp>
      <p:pic>
        <p:nvPicPr>
          <p:cNvPr id="8" name="図プレースホルダー 52">
            <a:extLst>
              <a:ext uri="{FF2B5EF4-FFF2-40B4-BE49-F238E27FC236}">
                <a16:creationId xmlns:a16="http://schemas.microsoft.com/office/drawing/2014/main" id="{E86018CF-7068-0935-EA87-6D9B67534780}"/>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rcRect/>
          <a:stretch/>
        </p:blipFill>
        <p:spPr>
          <a:xfrm>
            <a:off x="6857817" y="2363084"/>
            <a:ext cx="4933949" cy="3700462"/>
          </a:xfrm>
          <a:noFill/>
        </p:spPr>
      </p:pic>
      <p:sp>
        <p:nvSpPr>
          <p:cNvPr id="9" name="タイトル 1">
            <a:extLst>
              <a:ext uri="{FF2B5EF4-FFF2-40B4-BE49-F238E27FC236}">
                <a16:creationId xmlns:a16="http://schemas.microsoft.com/office/drawing/2014/main" id="{658ACE79-78DB-0FED-EBCF-850D58697580}"/>
              </a:ext>
            </a:extLst>
          </p:cNvPr>
          <p:cNvSpPr txBox="1">
            <a:spLocks/>
          </p:cNvSpPr>
          <p:nvPr/>
        </p:nvSpPr>
        <p:spPr>
          <a:xfrm>
            <a:off x="5196187" y="102875"/>
            <a:ext cx="6595579" cy="987875"/>
          </a:xfrm>
          <a:prstGeom prst="rect">
            <a:avLst/>
          </a:prstGeom>
        </p:spPr>
        <p:txBody>
          <a:bodyPr vert="horz" lIns="0" tIns="0" rIns="0" bIns="0" rtlCol="0" anchor="b" anchorCtr="0">
            <a:noAutofit/>
          </a:bodyPr>
          <a:lstStyle>
            <a:defPPr>
              <a:defRPr lang="ja-JP"/>
            </a:defPPr>
            <a:lvl1pPr algn="l" defTabSz="914400" rtl="0" eaLnBrk="1" latinLnBrk="0" hangingPunct="1">
              <a:lnSpc>
                <a:spcPct val="80000"/>
              </a:lnSpc>
              <a:spcBef>
                <a:spcPct val="0"/>
              </a:spcBef>
              <a:buNone/>
              <a:defRPr kumimoji="1" lang="ja-JP" sz="44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a:lstStyle>
          <a:p>
            <a:r>
              <a:rPr lang="ja-JP" altLang="en-US" dirty="0"/>
              <a:t>第</a:t>
            </a:r>
            <a:r>
              <a:rPr lang="en-US" altLang="ja-JP" dirty="0"/>
              <a:t>2</a:t>
            </a:r>
            <a:r>
              <a:rPr lang="ja-JP" altLang="en-US" dirty="0"/>
              <a:t>層：データリンク層</a:t>
            </a:r>
            <a:r>
              <a:rPr lang="en-US" altLang="zh-TW" dirty="0">
                <a:latin typeface="Consolas" panose="020B0609020204030204" pitchFamily="49" charset="0"/>
              </a:rPr>
              <a:t>(L2)</a:t>
            </a:r>
            <a:endParaRPr lang="zh-TW" altLang="en-US" dirty="0">
              <a:latin typeface="Consolas" panose="020B0609020204030204" pitchFamily="49" charset="0"/>
            </a:endParaRPr>
          </a:p>
        </p:txBody>
      </p:sp>
    </p:spTree>
    <p:extLst>
      <p:ext uri="{BB962C8B-B14F-4D97-AF65-F5344CB8AC3E}">
        <p14:creationId xmlns:p14="http://schemas.microsoft.com/office/powerpoint/2010/main" val="377349839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2D55D-8E16-DD10-92E5-9980257256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9D0A0E-608E-95AB-0682-8172371C4B10}"/>
              </a:ext>
            </a:extLst>
          </p:cNvPr>
          <p:cNvSpPr>
            <a:spLocks noGrp="1"/>
          </p:cNvSpPr>
          <p:nvPr>
            <p:ph type="title"/>
          </p:nvPr>
        </p:nvSpPr>
        <p:spPr>
          <a:xfrm>
            <a:off x="594360" y="102875"/>
            <a:ext cx="10873740" cy="1680205"/>
          </a:xfrm>
        </p:spPr>
        <p:txBody>
          <a:bodyPr rtlCol="0" anchor="b">
            <a:normAutofit/>
          </a:bodyPr>
          <a:lstStyle>
            <a:defPPr>
              <a:defRPr lang="ja-JP"/>
            </a:defPPr>
          </a:lstStyle>
          <a:p>
            <a:pPr rtl="0"/>
            <a:r>
              <a:rPr lang="en-US" altLang="ja-JP" dirty="0"/>
              <a:t>ONU</a:t>
            </a:r>
            <a:endParaRPr lang="ja-JP" dirty="0"/>
          </a:p>
        </p:txBody>
      </p:sp>
      <p:sp>
        <p:nvSpPr>
          <p:cNvPr id="7" name="テキスト ボックス 6">
            <a:extLst>
              <a:ext uri="{FF2B5EF4-FFF2-40B4-BE49-F238E27FC236}">
                <a16:creationId xmlns:a16="http://schemas.microsoft.com/office/drawing/2014/main" id="{6EF63371-C91A-84D3-A4E1-380E92ABD67F}"/>
              </a:ext>
            </a:extLst>
          </p:cNvPr>
          <p:cNvSpPr txBox="1"/>
          <p:nvPr/>
        </p:nvSpPr>
        <p:spPr>
          <a:xfrm>
            <a:off x="757807" y="2735987"/>
            <a:ext cx="6100010" cy="2585323"/>
          </a:xfrm>
          <a:prstGeom prst="rect">
            <a:avLst/>
          </a:prstGeom>
          <a:noFill/>
        </p:spPr>
        <p:txBody>
          <a:bodyPr wrap="square">
            <a:spAutoFit/>
          </a:bodyPr>
          <a:lstStyle/>
          <a:p>
            <a:r>
              <a:rPr lang="ja-JP" altLang="en-US" u="sng" dirty="0">
                <a:solidFill>
                  <a:srgbClr val="C00000"/>
                </a:solidFill>
              </a:rPr>
              <a:t>光信号をデジタル信号に変換</a:t>
            </a:r>
            <a:r>
              <a:rPr lang="ja-JP" altLang="en-US" b="0" i="0" u="sng" dirty="0">
                <a:solidFill>
                  <a:srgbClr val="C00000"/>
                </a:solidFill>
                <a:effectLst/>
                <a:latin typeface="Noto Sans JP" panose="020B0200000000000000" pitchFamily="50" charset="-128"/>
                <a:ea typeface="Noto Sans JP" panose="020B0200000000000000" pitchFamily="50" charset="-128"/>
              </a:rPr>
              <a:t>ための装置です。</a:t>
            </a:r>
            <a:endParaRPr lang="en-US" altLang="ja-JP" b="0" i="0" u="sng" dirty="0">
              <a:solidFill>
                <a:srgbClr val="C00000"/>
              </a:solidFill>
              <a:effectLst/>
              <a:latin typeface="Noto Sans JP" panose="020B0200000000000000" pitchFamily="50" charset="-128"/>
              <a:ea typeface="Noto Sans JP" panose="020B0200000000000000" pitchFamily="50" charset="-128"/>
            </a:endParaRPr>
          </a:p>
          <a:p>
            <a:endParaRPr lang="en-US" altLang="ja-JP" u="sng" dirty="0">
              <a:solidFill>
                <a:schemeClr val="bg1"/>
              </a:solidFill>
            </a:endParaRPr>
          </a:p>
          <a:p>
            <a:r>
              <a:rPr lang="ja-JP" altLang="en-US" dirty="0">
                <a:solidFill>
                  <a:schemeClr val="bg1"/>
                </a:solidFill>
              </a:rPr>
              <a:t>昔のモデム相当の装置だと思ってください。</a:t>
            </a:r>
            <a:endParaRPr lang="en-US" altLang="ja-JP" dirty="0">
              <a:solidFill>
                <a:schemeClr val="bg1"/>
              </a:solidFill>
            </a:endParaRPr>
          </a:p>
          <a:p>
            <a:r>
              <a:rPr lang="ja-JP" altLang="en-US" dirty="0">
                <a:solidFill>
                  <a:schemeClr val="bg1"/>
                </a:solidFill>
              </a:rPr>
              <a:t>モデムは変調と復調をしてくれる装置ですが、現在の</a:t>
            </a:r>
            <a:r>
              <a:rPr lang="en-US" altLang="ja-JP" dirty="0">
                <a:solidFill>
                  <a:schemeClr val="bg1"/>
                </a:solidFill>
              </a:rPr>
              <a:t>ISP</a:t>
            </a:r>
            <a:r>
              <a:rPr lang="ja-JP" altLang="en-US" dirty="0">
                <a:solidFill>
                  <a:schemeClr val="bg1"/>
                </a:solidFill>
              </a:rPr>
              <a:t>が提供しているのは一般的に光回線なので</a:t>
            </a:r>
            <a:r>
              <a:rPr lang="en-US" altLang="ja-JP" dirty="0">
                <a:solidFill>
                  <a:schemeClr val="bg1"/>
                </a:solidFill>
              </a:rPr>
              <a:t>WAN</a:t>
            </a:r>
            <a:r>
              <a:rPr lang="ja-JP" altLang="en-US" dirty="0">
                <a:solidFill>
                  <a:schemeClr val="bg1"/>
                </a:solidFill>
              </a:rPr>
              <a:t>との接続に必要で目的としては</a:t>
            </a:r>
            <a:r>
              <a:rPr lang="en-US" altLang="ja-JP" dirty="0">
                <a:solidFill>
                  <a:schemeClr val="bg1"/>
                </a:solidFill>
              </a:rPr>
              <a:t>L1</a:t>
            </a:r>
            <a:r>
              <a:rPr lang="ja-JP" altLang="en-US" dirty="0">
                <a:solidFill>
                  <a:schemeClr val="bg1"/>
                </a:solidFill>
              </a:rPr>
              <a:t>用途に当たります。</a:t>
            </a:r>
            <a:br>
              <a:rPr lang="en-US" altLang="ja-JP" dirty="0">
                <a:solidFill>
                  <a:schemeClr val="bg1"/>
                </a:solidFill>
              </a:rPr>
            </a:br>
            <a:endParaRPr lang="en-US" altLang="ja-JP" dirty="0">
              <a:solidFill>
                <a:schemeClr val="bg1"/>
              </a:solidFill>
            </a:endParaRPr>
          </a:p>
          <a:p>
            <a:r>
              <a:rPr lang="ja-JP" altLang="en-US" dirty="0">
                <a:solidFill>
                  <a:schemeClr val="bg1"/>
                </a:solidFill>
              </a:rPr>
              <a:t>ただ</a:t>
            </a:r>
            <a:r>
              <a:rPr lang="en-US" altLang="ja-JP" dirty="0">
                <a:solidFill>
                  <a:schemeClr val="bg1"/>
                </a:solidFill>
              </a:rPr>
              <a:t>ONU</a:t>
            </a:r>
            <a:r>
              <a:rPr lang="ja-JP" altLang="en-US" dirty="0">
                <a:solidFill>
                  <a:schemeClr val="bg1"/>
                </a:solidFill>
              </a:rPr>
              <a:t>にルーター機能を持たせていることも多いので、注意が必要です。</a:t>
            </a:r>
            <a:endParaRPr lang="en-US" altLang="ja-JP" dirty="0">
              <a:solidFill>
                <a:schemeClr val="bg1"/>
              </a:solidFill>
            </a:endParaRPr>
          </a:p>
        </p:txBody>
      </p:sp>
      <p:pic>
        <p:nvPicPr>
          <p:cNvPr id="5" name="図プレースホルダー 52">
            <a:extLst>
              <a:ext uri="{FF2B5EF4-FFF2-40B4-BE49-F238E27FC236}">
                <a16:creationId xmlns:a16="http://schemas.microsoft.com/office/drawing/2014/main" id="{A6930F39-87BB-F4E3-E8E4-375086F202C6}"/>
              </a:ext>
            </a:extLst>
          </p:cNvPr>
          <p:cNvPicPr>
            <a:picLocks noChangeAspect="1"/>
          </p:cNvPicPr>
          <p:nvPr/>
        </p:nvPicPr>
        <p:blipFill>
          <a:blip r:embed="rId3">
            <a:extLst>
              <a:ext uri="{28A0092B-C50C-407E-A947-70E740481C1C}">
                <a14:useLocalDpi xmlns:a14="http://schemas.microsoft.com/office/drawing/2010/main" val="0"/>
              </a:ext>
            </a:extLst>
          </a:blip>
          <a:stretch/>
        </p:blipFill>
        <p:spPr>
          <a:xfrm>
            <a:off x="7658100" y="1806523"/>
            <a:ext cx="3103142" cy="3937600"/>
          </a:xfrm>
          <a:prstGeom prst="rect">
            <a:avLst/>
          </a:prstGeom>
          <a:noFill/>
        </p:spPr>
      </p:pic>
      <p:sp>
        <p:nvSpPr>
          <p:cNvPr id="6" name="タイトル 1">
            <a:extLst>
              <a:ext uri="{FF2B5EF4-FFF2-40B4-BE49-F238E27FC236}">
                <a16:creationId xmlns:a16="http://schemas.microsoft.com/office/drawing/2014/main" id="{32978E3F-9622-BA03-064F-B8D28FBB1C8F}"/>
              </a:ext>
            </a:extLst>
          </p:cNvPr>
          <p:cNvSpPr txBox="1">
            <a:spLocks/>
          </p:cNvSpPr>
          <p:nvPr/>
        </p:nvSpPr>
        <p:spPr>
          <a:xfrm>
            <a:off x="6857817" y="102875"/>
            <a:ext cx="5217716" cy="987875"/>
          </a:xfrm>
          <a:prstGeom prst="rect">
            <a:avLst/>
          </a:prstGeom>
        </p:spPr>
        <p:txBody>
          <a:bodyPr vert="horz" lIns="0" tIns="0" rIns="0" bIns="0" rtlCol="0" anchor="b" anchorCtr="0">
            <a:noAutofit/>
          </a:bodyPr>
          <a:lstStyle>
            <a:defPPr>
              <a:defRPr lang="ja-JP"/>
            </a:defPPr>
            <a:lvl1pPr algn="l" defTabSz="914400" rtl="0" eaLnBrk="1" latinLnBrk="0" hangingPunct="1">
              <a:lnSpc>
                <a:spcPct val="80000"/>
              </a:lnSpc>
              <a:spcBef>
                <a:spcPct val="0"/>
              </a:spcBef>
              <a:buNone/>
              <a:defRPr kumimoji="1" lang="ja-JP" sz="4400" b="1" i="0" kern="1200" spc="100" baseline="0">
                <a:solidFill>
                  <a:schemeClr val="bg1"/>
                </a:solidFill>
                <a:latin typeface="Meiryo UI" panose="020B0604030504040204" pitchFamily="50" charset="-128"/>
                <a:ea typeface="Meiryo UI" panose="020B0604030504040204" pitchFamily="50" charset="-128"/>
                <a:cs typeface="+mj-cs"/>
              </a:defRPr>
            </a:lvl1pPr>
            <a:lvl2pPr eaLnBrk="1" hangingPunct="1">
              <a:defRPr kumimoji="1" lang="ja-JP">
                <a:solidFill>
                  <a:schemeClr val="tx2"/>
                </a:solidFill>
              </a:defRPr>
            </a:lvl2pPr>
            <a:lvl3pPr eaLnBrk="1" hangingPunct="1">
              <a:defRPr kumimoji="1" lang="ja-JP">
                <a:solidFill>
                  <a:schemeClr val="tx2"/>
                </a:solidFill>
              </a:defRPr>
            </a:lvl3pPr>
            <a:lvl4pPr eaLnBrk="1" hangingPunct="1">
              <a:defRPr kumimoji="1" lang="ja-JP">
                <a:solidFill>
                  <a:schemeClr val="tx2"/>
                </a:solidFill>
              </a:defRPr>
            </a:lvl4pPr>
            <a:lvl5pPr eaLnBrk="1" hangingPunct="1">
              <a:defRPr kumimoji="1" lang="ja-JP">
                <a:solidFill>
                  <a:schemeClr val="tx2"/>
                </a:solidFill>
              </a:defRPr>
            </a:lvl5pPr>
            <a:lvl6pPr eaLnBrk="1" hangingPunct="1">
              <a:defRPr kumimoji="1" lang="ja-JP">
                <a:solidFill>
                  <a:schemeClr val="tx2"/>
                </a:solidFill>
              </a:defRPr>
            </a:lvl6pPr>
            <a:lvl7pPr eaLnBrk="1" hangingPunct="1">
              <a:defRPr kumimoji="1" lang="ja-JP">
                <a:solidFill>
                  <a:schemeClr val="tx2"/>
                </a:solidFill>
              </a:defRPr>
            </a:lvl7pPr>
            <a:lvl8pPr eaLnBrk="1" hangingPunct="1">
              <a:defRPr kumimoji="1" lang="ja-JP">
                <a:solidFill>
                  <a:schemeClr val="tx2"/>
                </a:solidFill>
              </a:defRPr>
            </a:lvl8pPr>
            <a:lvl9pPr eaLnBrk="1" hangingPunct="1">
              <a:defRPr kumimoji="1" lang="ja-JP">
                <a:solidFill>
                  <a:schemeClr val="tx2"/>
                </a:solidFill>
              </a:defRPr>
            </a:lvl9pPr>
          </a:lstStyle>
          <a:p>
            <a:r>
              <a:rPr lang="zh-TW" altLang="en-US" dirty="0">
                <a:latin typeface="Consolas" panose="020B0609020204030204" pitchFamily="49" charset="0"/>
              </a:rPr>
              <a:t>第</a:t>
            </a:r>
            <a:r>
              <a:rPr lang="en-US" altLang="zh-TW" dirty="0">
                <a:latin typeface="Consolas" panose="020B0609020204030204" pitchFamily="49" charset="0"/>
              </a:rPr>
              <a:t>1</a:t>
            </a:r>
            <a:r>
              <a:rPr lang="zh-TW" altLang="en-US" dirty="0">
                <a:latin typeface="Consolas" panose="020B0609020204030204" pitchFamily="49" charset="0"/>
              </a:rPr>
              <a:t>層：物理層</a:t>
            </a:r>
            <a:r>
              <a:rPr lang="en-US" altLang="zh-TW" dirty="0">
                <a:latin typeface="Consolas" panose="020B0609020204030204" pitchFamily="49" charset="0"/>
              </a:rPr>
              <a:t>(L1)</a:t>
            </a:r>
            <a:endParaRPr lang="zh-TW" altLang="en-US" dirty="0">
              <a:latin typeface="Consolas" panose="020B0609020204030204" pitchFamily="49" charset="0"/>
            </a:endParaRPr>
          </a:p>
        </p:txBody>
      </p:sp>
    </p:spTree>
    <p:extLst>
      <p:ext uri="{BB962C8B-B14F-4D97-AF65-F5344CB8AC3E}">
        <p14:creationId xmlns:p14="http://schemas.microsoft.com/office/powerpoint/2010/main" val="9830348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73D4F-6893-A338-71B0-561D2D15A5A2}"/>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5C324A20-A916-688C-AF86-BA5D8E3B4EF2}"/>
              </a:ext>
            </a:extLst>
          </p:cNvPr>
          <p:cNvSpPr>
            <a:spLocks noGrp="1"/>
          </p:cNvSpPr>
          <p:nvPr>
            <p:ph type="ctrTitle"/>
          </p:nvPr>
        </p:nvSpPr>
        <p:spPr>
          <a:xfrm>
            <a:off x="6309904" y="411479"/>
            <a:ext cx="5486400" cy="3291840"/>
          </a:xfrm>
        </p:spPr>
        <p:txBody>
          <a:bodyPr rtlCol="0"/>
          <a:lstStyle>
            <a:defPPr>
              <a:defRPr lang="ja-JP"/>
            </a:defPPr>
          </a:lstStyle>
          <a:p>
            <a:pPr algn="ctr" rtl="0"/>
            <a:r>
              <a:rPr lang="ja-JP" altLang="en-US" dirty="0"/>
              <a:t>第</a:t>
            </a:r>
            <a:r>
              <a:rPr lang="en-US" altLang="ja-JP" dirty="0"/>
              <a:t>8</a:t>
            </a:r>
            <a:r>
              <a:rPr lang="ja-JP" altLang="en-US" dirty="0"/>
              <a:t>章</a:t>
            </a:r>
            <a:endParaRPr lang="ja-JP" dirty="0"/>
          </a:p>
        </p:txBody>
      </p:sp>
    </p:spTree>
    <p:extLst>
      <p:ext uri="{BB962C8B-B14F-4D97-AF65-F5344CB8AC3E}">
        <p14:creationId xmlns:p14="http://schemas.microsoft.com/office/powerpoint/2010/main" val="195236112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3F1CB-1593-5CCA-BA72-6A8D58FB1FC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2D70E4-5CF5-C056-7122-745155FA206B}"/>
              </a:ext>
            </a:extLst>
          </p:cNvPr>
          <p:cNvSpPr>
            <a:spLocks noGrp="1"/>
          </p:cNvSpPr>
          <p:nvPr>
            <p:ph type="title"/>
          </p:nvPr>
        </p:nvSpPr>
        <p:spPr>
          <a:xfrm>
            <a:off x="594360" y="189572"/>
            <a:ext cx="6787747" cy="1593507"/>
          </a:xfrm>
        </p:spPr>
        <p:txBody>
          <a:bodyPr rtlCol="0"/>
          <a:lstStyle>
            <a:defPPr>
              <a:defRPr lang="ja-JP"/>
            </a:defPPr>
          </a:lstStyle>
          <a:p>
            <a:pPr rtl="0"/>
            <a:r>
              <a:rPr lang="ja-JP" altLang="en-US" dirty="0"/>
              <a:t>第</a:t>
            </a:r>
            <a:r>
              <a:rPr lang="en-US" altLang="ja-JP" dirty="0"/>
              <a:t>8</a:t>
            </a:r>
            <a:r>
              <a:rPr lang="ja-JP" altLang="en-US" dirty="0"/>
              <a:t>章の目次</a:t>
            </a:r>
            <a:endParaRPr lang="ja-JP" dirty="0"/>
          </a:p>
        </p:txBody>
      </p:sp>
      <p:sp>
        <p:nvSpPr>
          <p:cNvPr id="3" name="テキスト プレースホルダー 2">
            <a:extLst>
              <a:ext uri="{FF2B5EF4-FFF2-40B4-BE49-F238E27FC236}">
                <a16:creationId xmlns:a16="http://schemas.microsoft.com/office/drawing/2014/main" id="{9E91BCBC-E149-D9CD-5395-E90101DB1275}"/>
              </a:ext>
            </a:extLst>
          </p:cNvPr>
          <p:cNvSpPr>
            <a:spLocks noGrp="1"/>
          </p:cNvSpPr>
          <p:nvPr>
            <p:ph sz="quarter" idx="13"/>
          </p:nvPr>
        </p:nvSpPr>
        <p:spPr>
          <a:xfrm>
            <a:off x="593725" y="2281238"/>
            <a:ext cx="6788150" cy="3709987"/>
          </a:xfrm>
        </p:spPr>
        <p:txBody>
          <a:bodyPr tIns="457200" rtlCol="0"/>
          <a:lstStyle>
            <a:defPPr>
              <a:defRPr lang="ja-JP"/>
            </a:defPPr>
          </a:lstStyle>
          <a:p>
            <a:pPr rtl="0"/>
            <a:r>
              <a:rPr lang="ja-JP" altLang="en-US" dirty="0"/>
              <a:t>プロトコルとは</a:t>
            </a:r>
            <a:endParaRPr lang="en-US" altLang="ja-JP" dirty="0"/>
          </a:p>
          <a:p>
            <a:pPr rtl="0"/>
            <a:r>
              <a:rPr lang="ja-JP" altLang="en-US" dirty="0"/>
              <a:t>各階層のプロトコル</a:t>
            </a:r>
            <a:endParaRPr lang="en-US" altLang="ja-JP" dirty="0"/>
          </a:p>
          <a:p>
            <a:pPr rtl="0"/>
            <a:r>
              <a:rPr lang="ja-JP" altLang="en-US" dirty="0"/>
              <a:t>プロトコル以外の通信技術</a:t>
            </a:r>
            <a:endParaRPr lang="ja-JP" dirty="0"/>
          </a:p>
        </p:txBody>
      </p:sp>
    </p:spTree>
    <p:extLst>
      <p:ext uri="{BB962C8B-B14F-4D97-AF65-F5344CB8AC3E}">
        <p14:creationId xmlns:p14="http://schemas.microsoft.com/office/powerpoint/2010/main" val="105973285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6FB4D-8E86-6D31-3A0C-EBC7C6DAD5E1}"/>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AD02B337-33BB-935D-4BE9-376F24AE94C9}"/>
              </a:ext>
            </a:extLst>
          </p:cNvPr>
          <p:cNvSpPr>
            <a:spLocks noGrp="1"/>
          </p:cNvSpPr>
          <p:nvPr>
            <p:ph type="ctrTitle"/>
          </p:nvPr>
        </p:nvSpPr>
        <p:spPr>
          <a:xfrm>
            <a:off x="4892040" y="487679"/>
            <a:ext cx="7162800" cy="3291840"/>
          </a:xfrm>
        </p:spPr>
        <p:txBody>
          <a:bodyPr rtlCol="0"/>
          <a:lstStyle>
            <a:defPPr>
              <a:defRPr lang="ja-JP"/>
            </a:defPPr>
          </a:lstStyle>
          <a:p>
            <a:pPr algn="r" rtl="0"/>
            <a:r>
              <a:rPr lang="ja-JP" altLang="en-US" dirty="0"/>
              <a:t>プロトコルとは</a:t>
            </a:r>
            <a:endParaRPr lang="ja-JP" altLang="ja-JP" dirty="0"/>
          </a:p>
        </p:txBody>
      </p:sp>
    </p:spTree>
    <p:extLst>
      <p:ext uri="{BB962C8B-B14F-4D97-AF65-F5344CB8AC3E}">
        <p14:creationId xmlns:p14="http://schemas.microsoft.com/office/powerpoint/2010/main" val="286704579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D0640-2B79-21B1-1DA0-1E81D7AEA2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ACAF9F-6B1B-5FB5-54EE-A886580927F5}"/>
              </a:ext>
            </a:extLst>
          </p:cNvPr>
          <p:cNvSpPr>
            <a:spLocks noGrp="1"/>
          </p:cNvSpPr>
          <p:nvPr>
            <p:ph type="title"/>
          </p:nvPr>
        </p:nvSpPr>
        <p:spPr>
          <a:xfrm>
            <a:off x="575310" y="278129"/>
            <a:ext cx="5063490" cy="2354026"/>
          </a:xfrm>
        </p:spPr>
        <p:txBody>
          <a:bodyPr rtlCol="0" anchor="b">
            <a:normAutofit/>
          </a:bodyPr>
          <a:lstStyle>
            <a:defPPr>
              <a:defRPr lang="ja-JP"/>
            </a:defPPr>
          </a:lstStyle>
          <a:p>
            <a:pPr rtl="0"/>
            <a:r>
              <a:rPr lang="ja-JP" altLang="en-US" dirty="0"/>
              <a:t>プロトコルとは</a:t>
            </a:r>
            <a:endParaRPr lang="ja-JP" altLang="ja-JP" dirty="0"/>
          </a:p>
        </p:txBody>
      </p:sp>
      <p:sp>
        <p:nvSpPr>
          <p:cNvPr id="3" name="テキスト プレースホルダー 2">
            <a:extLst>
              <a:ext uri="{FF2B5EF4-FFF2-40B4-BE49-F238E27FC236}">
                <a16:creationId xmlns:a16="http://schemas.microsoft.com/office/drawing/2014/main" id="{A33D2D63-A88C-9B16-665C-993E55FE7C96}"/>
              </a:ext>
            </a:extLst>
          </p:cNvPr>
          <p:cNvSpPr>
            <a:spLocks noGrp="1"/>
          </p:cNvSpPr>
          <p:nvPr>
            <p:ph sz="quarter" idx="16"/>
          </p:nvPr>
        </p:nvSpPr>
        <p:spPr>
          <a:xfrm>
            <a:off x="594360" y="3279579"/>
            <a:ext cx="5044440" cy="2994415"/>
          </a:xfrm>
        </p:spPr>
        <p:txBody>
          <a:bodyPr rtlCol="0">
            <a:normAutofit/>
          </a:bodyPr>
          <a:lstStyle>
            <a:defPPr>
              <a:defRPr lang="ja-JP"/>
            </a:defPPr>
          </a:lstStyle>
          <a:p>
            <a:r>
              <a:rPr lang="ja-JP" altLang="en-US" dirty="0"/>
              <a:t>インターネット黎明期に独自規格の機器が各メーカー毎で作られて互いに通信が出来ないという問題が発生しました。</a:t>
            </a:r>
            <a:endParaRPr lang="en-US" altLang="ja-JP" dirty="0"/>
          </a:p>
          <a:p>
            <a:r>
              <a:rPr lang="ja-JP" altLang="en-US" dirty="0"/>
              <a:t>そこでネットワークの約束事であるプロトコルが開発されそれによって現在はメーカーを跨った通信ができるようになりました。</a:t>
            </a:r>
            <a:endParaRPr lang="en-US" altLang="ja-JP" dirty="0"/>
          </a:p>
          <a:p>
            <a:r>
              <a:rPr lang="ja-JP" altLang="en-US" dirty="0"/>
              <a:t>と説明はよくされると思いますがつまりなんなの</a:t>
            </a:r>
            <a:r>
              <a:rPr lang="en-US" altLang="ja-JP" dirty="0"/>
              <a:t>?</a:t>
            </a:r>
            <a:r>
              <a:rPr lang="ja-JP" altLang="en-US" dirty="0"/>
              <a:t>と思われる方向けにもう少し細かくみてみましょう。</a:t>
            </a:r>
          </a:p>
        </p:txBody>
      </p:sp>
      <p:pic>
        <p:nvPicPr>
          <p:cNvPr id="12" name="図プレースホルダー 4">
            <a:extLst>
              <a:ext uri="{FF2B5EF4-FFF2-40B4-BE49-F238E27FC236}">
                <a16:creationId xmlns:a16="http://schemas.microsoft.com/office/drawing/2014/main" id="{371B4C68-2FF7-047D-CDB8-F8FBDA9827FF}"/>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t="12590" b="12590"/>
          <a:stretch/>
        </p:blipFill>
        <p:spPr>
          <a:xfrm>
            <a:off x="6096000" y="45"/>
            <a:ext cx="6118225" cy="6857911"/>
          </a:xfrm>
          <a:noFill/>
        </p:spPr>
      </p:pic>
    </p:spTree>
    <p:extLst>
      <p:ext uri="{BB962C8B-B14F-4D97-AF65-F5344CB8AC3E}">
        <p14:creationId xmlns:p14="http://schemas.microsoft.com/office/powerpoint/2010/main" val="252503356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547EC-D271-5B0A-2665-6F590D07DB80}"/>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383B8CA3-AD7A-C6A4-323C-C80CDBD1FF20}"/>
              </a:ext>
            </a:extLst>
          </p:cNvPr>
          <p:cNvSpPr>
            <a:spLocks noGrp="1"/>
          </p:cNvSpPr>
          <p:nvPr>
            <p:ph type="title"/>
          </p:nvPr>
        </p:nvSpPr>
        <p:spPr>
          <a:xfrm>
            <a:off x="594360" y="198408"/>
            <a:ext cx="3014254" cy="1315525"/>
          </a:xfrm>
        </p:spPr>
        <p:txBody>
          <a:bodyPr rtlCol="0" anchor="b">
            <a:normAutofit/>
          </a:bodyPr>
          <a:lstStyle>
            <a:defPPr>
              <a:defRPr lang="ja-JP"/>
            </a:defPPr>
          </a:lstStyle>
          <a:p>
            <a:pPr rtl="0"/>
            <a:r>
              <a:rPr lang="en-US" altLang="ja-JP" dirty="0"/>
              <a:t>DHCP</a:t>
            </a:r>
            <a:endParaRPr lang="ja-JP" dirty="0"/>
          </a:p>
        </p:txBody>
      </p:sp>
      <p:pic>
        <p:nvPicPr>
          <p:cNvPr id="1026" name="Picture 2">
            <a:extLst>
              <a:ext uri="{FF2B5EF4-FFF2-40B4-BE49-F238E27FC236}">
                <a16:creationId xmlns:a16="http://schemas.microsoft.com/office/drawing/2014/main" id="{C4C33ED2-3C13-5F6D-2F1D-2AB1133985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8942" y="1958177"/>
            <a:ext cx="6448698" cy="463821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28BB5E30-1467-DAFE-DED7-BF3CAD574B6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5320" y="2499536"/>
            <a:ext cx="3961994" cy="3903729"/>
          </a:xfrm>
          <a:prstGeom prst="rect">
            <a:avLst/>
          </a:prstGeom>
          <a:noFill/>
          <a:extLst>
            <a:ext uri="{909E8E84-426E-40DD-AFC4-6F175D3DCCD1}">
              <a14:hiddenFill xmlns:a14="http://schemas.microsoft.com/office/drawing/2010/main">
                <a:solidFill>
                  <a:srgbClr val="FFFFFF"/>
                </a:solidFill>
              </a14:hiddenFill>
            </a:ext>
          </a:extLst>
        </p:spPr>
      </p:pic>
      <p:sp>
        <p:nvSpPr>
          <p:cNvPr id="9" name="テキスト ボックス 8">
            <a:extLst>
              <a:ext uri="{FF2B5EF4-FFF2-40B4-BE49-F238E27FC236}">
                <a16:creationId xmlns:a16="http://schemas.microsoft.com/office/drawing/2014/main" id="{58D97047-0A16-DEC2-9F62-F4CA13157804}"/>
              </a:ext>
            </a:extLst>
          </p:cNvPr>
          <p:cNvSpPr txBox="1"/>
          <p:nvPr/>
        </p:nvSpPr>
        <p:spPr>
          <a:xfrm>
            <a:off x="2801983" y="302402"/>
            <a:ext cx="8795657" cy="1477328"/>
          </a:xfrm>
          <a:prstGeom prst="rect">
            <a:avLst/>
          </a:prstGeom>
          <a:noFill/>
        </p:spPr>
        <p:txBody>
          <a:bodyPr wrap="square" rtlCol="0">
            <a:spAutoFit/>
          </a:bodyPr>
          <a:lstStyle/>
          <a:p>
            <a:r>
              <a:rPr kumimoji="1" lang="ja-JP" altLang="en-US" dirty="0">
                <a:solidFill>
                  <a:schemeClr val="bg1"/>
                </a:solidFill>
              </a:rPr>
              <a:t>これは</a:t>
            </a:r>
            <a:r>
              <a:rPr kumimoji="1" lang="en-US" altLang="ja-JP" dirty="0">
                <a:solidFill>
                  <a:schemeClr val="bg1"/>
                </a:solidFill>
              </a:rPr>
              <a:t>DHCP</a:t>
            </a:r>
            <a:r>
              <a:rPr kumimoji="1" lang="ja-JP" altLang="en-US" dirty="0">
                <a:solidFill>
                  <a:schemeClr val="bg1"/>
                </a:solidFill>
              </a:rPr>
              <a:t>というプロトコルが取り決めているルールです。</a:t>
            </a:r>
            <a:br>
              <a:rPr kumimoji="1" lang="en-US" altLang="ja-JP" dirty="0">
                <a:solidFill>
                  <a:schemeClr val="bg1"/>
                </a:solidFill>
              </a:rPr>
            </a:br>
            <a:r>
              <a:rPr kumimoji="1" lang="ja-JP" altLang="en-US" dirty="0">
                <a:solidFill>
                  <a:schemeClr val="bg1"/>
                </a:solidFill>
              </a:rPr>
              <a:t>左図は通信の流れで右図はフォーマットを示していて、他にもエラー、タイミング、制御情報、セキュリティ等も含まれています。</a:t>
            </a:r>
            <a:br>
              <a:rPr kumimoji="1" lang="en-US" altLang="ja-JP" dirty="0">
                <a:solidFill>
                  <a:schemeClr val="bg1"/>
                </a:solidFill>
              </a:rPr>
            </a:br>
            <a:endParaRPr kumimoji="1" lang="en-US" altLang="ja-JP" dirty="0">
              <a:solidFill>
                <a:schemeClr val="bg1"/>
              </a:solidFill>
            </a:endParaRPr>
          </a:p>
          <a:p>
            <a:r>
              <a:rPr kumimoji="1" lang="ja-JP" altLang="en-US" dirty="0">
                <a:solidFill>
                  <a:schemeClr val="bg1"/>
                </a:solidFill>
              </a:rPr>
              <a:t>正直、覚えきれないと思いますが、ただルールと説明されるより具体的なイメージが湧くと思います。</a:t>
            </a:r>
            <a:endParaRPr kumimoji="1" lang="en-US" altLang="ja-JP" dirty="0">
              <a:solidFill>
                <a:schemeClr val="bg1"/>
              </a:solidFill>
            </a:endParaRPr>
          </a:p>
        </p:txBody>
      </p:sp>
    </p:spTree>
    <p:extLst>
      <p:ext uri="{BB962C8B-B14F-4D97-AF65-F5344CB8AC3E}">
        <p14:creationId xmlns:p14="http://schemas.microsoft.com/office/powerpoint/2010/main" val="407923145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0BACC-84E1-2AE2-8FA6-BF42D885A2E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30C82E-B758-2AD4-F947-4F530FA92B70}"/>
              </a:ext>
            </a:extLst>
          </p:cNvPr>
          <p:cNvSpPr>
            <a:spLocks noGrp="1"/>
          </p:cNvSpPr>
          <p:nvPr>
            <p:ph type="title"/>
          </p:nvPr>
        </p:nvSpPr>
        <p:spPr>
          <a:xfrm>
            <a:off x="594361" y="189572"/>
            <a:ext cx="4565468" cy="1593507"/>
          </a:xfrm>
        </p:spPr>
        <p:txBody>
          <a:bodyPr rtlCol="0"/>
          <a:lstStyle>
            <a:defPPr>
              <a:defRPr lang="ja-JP"/>
            </a:defPPr>
          </a:lstStyle>
          <a:p>
            <a:r>
              <a:rPr lang="zh-TW" altLang="en-US" dirty="0">
                <a:effectLst/>
                <a:latin typeface="Consolas" panose="020B0609020204030204" pitchFamily="49" charset="0"/>
              </a:rPr>
              <a:t>第</a:t>
            </a:r>
            <a:r>
              <a:rPr lang="en-US" altLang="zh-TW" dirty="0">
                <a:effectLst/>
                <a:latin typeface="Consolas" panose="020B0609020204030204" pitchFamily="49" charset="0"/>
              </a:rPr>
              <a:t>1</a:t>
            </a:r>
            <a:r>
              <a:rPr lang="zh-TW" altLang="en-US" dirty="0">
                <a:effectLst/>
                <a:latin typeface="Consolas" panose="020B0609020204030204" pitchFamily="49" charset="0"/>
              </a:rPr>
              <a:t>層：物理層</a:t>
            </a:r>
          </a:p>
        </p:txBody>
      </p:sp>
      <p:graphicFrame>
        <p:nvGraphicFramePr>
          <p:cNvPr id="10" name="表プレースホルダー 2">
            <a:extLst>
              <a:ext uri="{FF2B5EF4-FFF2-40B4-BE49-F238E27FC236}">
                <a16:creationId xmlns:a16="http://schemas.microsoft.com/office/drawing/2014/main" id="{555F9642-FE03-A8C2-837B-4064FFB08441}"/>
              </a:ext>
            </a:extLst>
          </p:cNvPr>
          <p:cNvGraphicFramePr>
            <a:graphicFrameLocks noGrp="1"/>
          </p:cNvGraphicFramePr>
          <p:nvPr>
            <p:ph sz="quarter" idx="13"/>
            <p:extLst>
              <p:ext uri="{D42A27DB-BD31-4B8C-83A1-F6EECF244321}">
                <p14:modId xmlns:p14="http://schemas.microsoft.com/office/powerpoint/2010/main" val="1131534180"/>
              </p:ext>
            </p:extLst>
          </p:nvPr>
        </p:nvGraphicFramePr>
        <p:xfrm>
          <a:off x="594359" y="2400299"/>
          <a:ext cx="10728071" cy="3422003"/>
        </p:xfrm>
        <a:graphic>
          <a:graphicData uri="http://schemas.openxmlformats.org/drawingml/2006/table">
            <a:tbl>
              <a:tblPr firstRow="1" bandRow="1">
                <a:tableStyleId>{8A107856-5554-42FB-B03E-39F5DBC370BA}</a:tableStyleId>
              </a:tblPr>
              <a:tblGrid>
                <a:gridCol w="3521925">
                  <a:extLst>
                    <a:ext uri="{9D8B030D-6E8A-4147-A177-3AD203B41FA5}">
                      <a16:colId xmlns:a16="http://schemas.microsoft.com/office/drawing/2014/main" val="127040821"/>
                    </a:ext>
                  </a:extLst>
                </a:gridCol>
                <a:gridCol w="7206146">
                  <a:extLst>
                    <a:ext uri="{9D8B030D-6E8A-4147-A177-3AD203B41FA5}">
                      <a16:colId xmlns:a16="http://schemas.microsoft.com/office/drawing/2014/main" val="3472639139"/>
                    </a:ext>
                  </a:extLst>
                </a:gridCol>
              </a:tblGrid>
              <a:tr h="175041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IEEE802.3(</a:t>
                      </a:r>
                      <a:r>
                        <a:rPr lang="ja-JP" altLang="en-US" sz="2300" b="0" noProof="0" dirty="0">
                          <a:latin typeface="Meiryo UI" panose="020B0604030504040204" pitchFamily="50" charset="-128"/>
                          <a:ea typeface="Meiryo UI" panose="020B0604030504040204" pitchFamily="50" charset="-128"/>
                        </a:rPr>
                        <a:t>物理</a:t>
                      </a:r>
                      <a:r>
                        <a:rPr lang="en-US" altLang="ja-JP" sz="2300" b="0" noProof="0" dirty="0">
                          <a:latin typeface="Meiryo UI" panose="020B0604030504040204" pitchFamily="50" charset="-128"/>
                          <a:ea typeface="Meiryo UI" panose="020B0604030504040204" pitchFamily="50" charset="-128"/>
                        </a:rPr>
                        <a: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LAN</a:t>
                      </a:r>
                      <a:r>
                        <a:rPr lang="ja-JP" altLang="en-US" sz="2300" b="0" noProof="0" dirty="0">
                          <a:latin typeface="Meiryo UI" panose="020B0604030504040204" pitchFamily="50" charset="-128"/>
                          <a:ea typeface="Meiryo UI" panose="020B0604030504040204" pitchFamily="50" charset="-128"/>
                        </a:rPr>
                        <a:t>ケーブル</a:t>
                      </a:r>
                      <a:r>
                        <a:rPr lang="en-US" altLang="ja-JP" sz="2300" b="0" noProof="0" dirty="0">
                          <a:latin typeface="Meiryo UI" panose="020B0604030504040204" pitchFamily="50" charset="-128"/>
                          <a:ea typeface="Meiryo UI" panose="020B0604030504040204" pitchFamily="50" charset="-128"/>
                        </a:rPr>
                        <a:t>(UTP,STP)</a:t>
                      </a:r>
                      <a:r>
                        <a:rPr lang="ja-JP" altLang="en-US" sz="2300" b="0" noProof="0" dirty="0">
                          <a:latin typeface="Meiryo UI" panose="020B0604030504040204" pitchFamily="50" charset="-128"/>
                          <a:ea typeface="Meiryo UI" panose="020B0604030504040204" pitchFamily="50" charset="-128"/>
                        </a:rPr>
                        <a:t> や光ファイバーケーブル等の規格が規定されています。</a:t>
                      </a:r>
                    </a:p>
                  </a:txBody>
                  <a:tcPr marL="117478" marR="117478" marT="58740" marB="58740" anchor="ctr"/>
                </a:tc>
                <a:extLst>
                  <a:ext uri="{0D108BD9-81ED-4DB2-BD59-A6C34878D82A}">
                    <a16:rowId xmlns:a16="http://schemas.microsoft.com/office/drawing/2014/main" val="3298013591"/>
                  </a:ext>
                </a:extLst>
              </a:tr>
              <a:tr h="1671587">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IEEE802.11(</a:t>
                      </a:r>
                      <a:r>
                        <a:rPr lang="ja-JP" altLang="en-US" sz="2300" b="0" noProof="0" dirty="0">
                          <a:latin typeface="Meiryo UI" panose="020B0604030504040204" pitchFamily="50" charset="-128"/>
                          <a:ea typeface="Meiryo UI" panose="020B0604030504040204" pitchFamily="50" charset="-128"/>
                        </a:rPr>
                        <a:t>無線</a:t>
                      </a:r>
                      <a:r>
                        <a:rPr lang="en-US" altLang="ja-JP" sz="2300" b="0" noProof="0" dirty="0">
                          <a:latin typeface="Meiryo UI" panose="020B0604030504040204" pitchFamily="50" charset="-128"/>
                          <a:ea typeface="Meiryo UI" panose="020B0604030504040204" pitchFamily="50" charset="-128"/>
                        </a:rPr>
                        <a: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無線</a:t>
                      </a:r>
                      <a:r>
                        <a:rPr lang="en-US" altLang="ja-JP" sz="2300" b="0" noProof="0" dirty="0">
                          <a:latin typeface="Meiryo UI" panose="020B0604030504040204" pitchFamily="50" charset="-128"/>
                          <a:ea typeface="Meiryo UI" panose="020B0604030504040204" pitchFamily="50" charset="-128"/>
                        </a:rPr>
                        <a:t>LAN</a:t>
                      </a:r>
                      <a:r>
                        <a:rPr lang="ja-JP" altLang="en-US" sz="2300" b="0" noProof="0" dirty="0">
                          <a:latin typeface="Meiryo UI" panose="020B0604030504040204" pitchFamily="50" charset="-128"/>
                          <a:ea typeface="Meiryo UI" panose="020B0604030504040204" pitchFamily="50" charset="-128"/>
                        </a:rPr>
                        <a:t>技術の規格で見た目には見えない通信経路です。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bl>
          </a:graphicData>
        </a:graphic>
      </p:graphicFrame>
      <p:sp>
        <p:nvSpPr>
          <p:cNvPr id="11" name="四角形: 角を丸くする 10">
            <a:extLst>
              <a:ext uri="{FF2B5EF4-FFF2-40B4-BE49-F238E27FC236}">
                <a16:creationId xmlns:a16="http://schemas.microsoft.com/office/drawing/2014/main" id="{30732F52-FBDF-98FD-27B0-FD5BF2FCAD62}"/>
              </a:ext>
            </a:extLst>
          </p:cNvPr>
          <p:cNvSpPr/>
          <p:nvPr/>
        </p:nvSpPr>
        <p:spPr>
          <a:xfrm>
            <a:off x="5763986" y="538843"/>
            <a:ext cx="5558445" cy="1714500"/>
          </a:xfrm>
          <a:prstGeom prst="roundRect">
            <a:avLst>
              <a:gd name="adj" fmla="val 50000"/>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ja-JP" altLang="en-US" sz="1800" dirty="0">
                <a:solidFill>
                  <a:schemeClr val="bg1"/>
                </a:solidFill>
              </a:rPr>
              <a:t>データを物理的に届けられるように道を作ります。</a:t>
            </a:r>
            <a:br>
              <a:rPr lang="en-US" altLang="ja-JP" sz="1800" dirty="0">
                <a:solidFill>
                  <a:schemeClr val="bg1"/>
                </a:solidFill>
              </a:rPr>
            </a:br>
            <a:r>
              <a:rPr lang="ja-JP" altLang="en-US" sz="1800" dirty="0">
                <a:solidFill>
                  <a:schemeClr val="bg1"/>
                </a:solidFill>
              </a:rPr>
              <a:t>プロトコルとしては伝送方法や信号の形式が決められています。</a:t>
            </a:r>
          </a:p>
        </p:txBody>
      </p:sp>
    </p:spTree>
    <p:extLst>
      <p:ext uri="{BB962C8B-B14F-4D97-AF65-F5344CB8AC3E}">
        <p14:creationId xmlns:p14="http://schemas.microsoft.com/office/powerpoint/2010/main" val="172494503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802EE-D941-AE5D-D9A1-D483E72C7AE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9BBD1A-FBA0-80F1-76D3-C69331A5C551}"/>
              </a:ext>
            </a:extLst>
          </p:cNvPr>
          <p:cNvSpPr>
            <a:spLocks noGrp="1"/>
          </p:cNvSpPr>
          <p:nvPr>
            <p:ph type="title"/>
          </p:nvPr>
        </p:nvSpPr>
        <p:spPr>
          <a:xfrm>
            <a:off x="594361" y="189572"/>
            <a:ext cx="4565468" cy="1593507"/>
          </a:xfrm>
        </p:spPr>
        <p:txBody>
          <a:bodyPr rtlCol="0"/>
          <a:lstStyle>
            <a:defPPr>
              <a:defRPr lang="ja-JP"/>
            </a:defPPr>
          </a:lstStyle>
          <a:p>
            <a:r>
              <a:rPr lang="zh-TW" altLang="en-US" dirty="0">
                <a:effectLst/>
                <a:latin typeface="Consolas" panose="020B0609020204030204" pitchFamily="49" charset="0"/>
              </a:rPr>
              <a:t>第</a:t>
            </a:r>
            <a:r>
              <a:rPr lang="en-US" altLang="zh-TW" dirty="0">
                <a:effectLst/>
                <a:latin typeface="Consolas" panose="020B0609020204030204" pitchFamily="49" charset="0"/>
              </a:rPr>
              <a:t>2</a:t>
            </a:r>
            <a:r>
              <a:rPr lang="zh-TW" altLang="en-US" dirty="0">
                <a:effectLst/>
                <a:latin typeface="Consolas" panose="020B0609020204030204" pitchFamily="49" charset="0"/>
              </a:rPr>
              <a:t>層：</a:t>
            </a:r>
            <a:br>
              <a:rPr lang="en-US" altLang="zh-TW" dirty="0">
                <a:effectLst/>
                <a:latin typeface="Consolas" panose="020B0609020204030204" pitchFamily="49" charset="0"/>
              </a:rPr>
            </a:br>
            <a:r>
              <a:rPr lang="ja-JP" altLang="en-US" dirty="0">
                <a:latin typeface="Consolas" panose="020B0609020204030204" pitchFamily="49" charset="0"/>
              </a:rPr>
              <a:t>データリンク</a:t>
            </a:r>
            <a:r>
              <a:rPr lang="zh-TW" altLang="en-US" dirty="0">
                <a:effectLst/>
                <a:latin typeface="Consolas" panose="020B0609020204030204" pitchFamily="49" charset="0"/>
              </a:rPr>
              <a:t>層</a:t>
            </a:r>
          </a:p>
        </p:txBody>
      </p:sp>
      <p:graphicFrame>
        <p:nvGraphicFramePr>
          <p:cNvPr id="10" name="表プレースホルダー 2">
            <a:extLst>
              <a:ext uri="{FF2B5EF4-FFF2-40B4-BE49-F238E27FC236}">
                <a16:creationId xmlns:a16="http://schemas.microsoft.com/office/drawing/2014/main" id="{09A4A404-11E0-9FB3-B5B5-CC40299DFB0E}"/>
              </a:ext>
            </a:extLst>
          </p:cNvPr>
          <p:cNvGraphicFramePr>
            <a:graphicFrameLocks noGrp="1"/>
          </p:cNvGraphicFramePr>
          <p:nvPr>
            <p:ph sz="quarter" idx="13"/>
            <p:extLst>
              <p:ext uri="{D42A27DB-BD31-4B8C-83A1-F6EECF244321}">
                <p14:modId xmlns:p14="http://schemas.microsoft.com/office/powerpoint/2010/main" val="1171238549"/>
              </p:ext>
            </p:extLst>
          </p:nvPr>
        </p:nvGraphicFramePr>
        <p:xfrm>
          <a:off x="594359" y="2400299"/>
          <a:ext cx="10728071" cy="3608615"/>
        </p:xfrm>
        <a:graphic>
          <a:graphicData uri="http://schemas.openxmlformats.org/drawingml/2006/table">
            <a:tbl>
              <a:tblPr firstRow="1" bandRow="1">
                <a:tableStyleId>{8A107856-5554-42FB-B03E-39F5DBC370BA}</a:tableStyleId>
              </a:tblPr>
              <a:tblGrid>
                <a:gridCol w="3521925">
                  <a:extLst>
                    <a:ext uri="{9D8B030D-6E8A-4147-A177-3AD203B41FA5}">
                      <a16:colId xmlns:a16="http://schemas.microsoft.com/office/drawing/2014/main" val="127040821"/>
                    </a:ext>
                  </a:extLst>
                </a:gridCol>
                <a:gridCol w="7206146">
                  <a:extLst>
                    <a:ext uri="{9D8B030D-6E8A-4147-A177-3AD203B41FA5}">
                      <a16:colId xmlns:a16="http://schemas.microsoft.com/office/drawing/2014/main" val="3472639139"/>
                    </a:ext>
                  </a:extLst>
                </a:gridCol>
              </a:tblGrid>
              <a:tr h="100750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Ethernet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基本的な通信方式です。一般的には</a:t>
                      </a:r>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に渡されます。</a:t>
                      </a:r>
                    </a:p>
                  </a:txBody>
                  <a:tcPr marL="117478" marR="117478" marT="58740" marB="58740" anchor="ctr"/>
                </a:tc>
                <a:extLst>
                  <a:ext uri="{0D108BD9-81ED-4DB2-BD59-A6C34878D82A}">
                    <a16:rowId xmlns:a16="http://schemas.microsoft.com/office/drawing/2014/main" val="3298013591"/>
                  </a:ext>
                </a:extLst>
              </a:tr>
              <a:tr h="109430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ARP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400" dirty="0"/>
                        <a:t>L2</a:t>
                      </a:r>
                      <a:r>
                        <a:rPr lang="ja-JP" altLang="en-US" sz="2400" dirty="0"/>
                        <a:t>で動作して</a:t>
                      </a:r>
                      <a:r>
                        <a:rPr lang="en-US" altLang="ja-JP" sz="2400" dirty="0"/>
                        <a:t>L3</a:t>
                      </a:r>
                      <a:r>
                        <a:rPr lang="ja-JP" altLang="en-US" sz="2400" dirty="0"/>
                        <a:t>に引き継ぐ為のプロトコルで、</a:t>
                      </a:r>
                      <a:r>
                        <a:rPr lang="en-US" altLang="ja-JP" sz="2400" dirty="0"/>
                        <a:t>MAC</a:t>
                      </a:r>
                      <a:r>
                        <a:rPr lang="ja-JP" altLang="en-US" sz="2400" dirty="0"/>
                        <a:t>アドレスと</a:t>
                      </a:r>
                      <a:r>
                        <a:rPr lang="en-US" altLang="ja-JP" sz="2400" dirty="0"/>
                        <a:t>IP</a:t>
                      </a:r>
                      <a:r>
                        <a:rPr lang="ja-JP" altLang="en-US" sz="2400" dirty="0"/>
                        <a:t>アドレスを対応付けしてくれます。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1506811">
                <a:tc>
                  <a:txBody>
                    <a:bodyPr/>
                    <a:lstStyle>
                      <a:defPPr>
                        <a:defRPr lang="ja-JP"/>
                      </a:defPPr>
                    </a:lstStyle>
                    <a:p>
                      <a:pPr algn="ctr" rtl="0"/>
                      <a:r>
                        <a:rPr lang="en-US" altLang="ja-JP" sz="2400" b="0" noProof="0" dirty="0">
                          <a:latin typeface="Meiryo UI" panose="020B0604030504040204" pitchFamily="50" charset="-128"/>
                          <a:ea typeface="Meiryo UI" panose="020B0604030504040204" pitchFamily="50" charset="-128"/>
                        </a:rPr>
                        <a:t>PPP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ポイントトゥーポイントプロトコルです。点と点で通信をする方式で</a:t>
                      </a:r>
                      <a:r>
                        <a:rPr lang="en-US" altLang="ja-JP" sz="2300" b="0" noProof="0" dirty="0">
                          <a:latin typeface="Meiryo UI" panose="020B0604030504040204" pitchFamily="50" charset="-128"/>
                          <a:ea typeface="Meiryo UI" panose="020B0604030504040204" pitchFamily="50" charset="-128"/>
                        </a:rPr>
                        <a:t>ISDN</a:t>
                      </a:r>
                      <a:r>
                        <a:rPr lang="ja-JP" altLang="en-US" sz="2300" b="0" noProof="0" dirty="0">
                          <a:latin typeface="Meiryo UI" panose="020B0604030504040204" pitchFamily="50" charset="-128"/>
                          <a:ea typeface="Meiryo UI" panose="020B0604030504040204" pitchFamily="50" charset="-128"/>
                        </a:rPr>
                        <a:t>等の電話回線を通ります。</a:t>
                      </a:r>
                      <a:r>
                        <a:rPr lang="en-US" altLang="ja-JP" sz="2300" b="0" noProof="0" dirty="0" err="1">
                          <a:latin typeface="Meiryo UI" panose="020B0604030504040204" pitchFamily="50" charset="-128"/>
                          <a:ea typeface="Meiryo UI" panose="020B0604030504040204" pitchFamily="50" charset="-128"/>
                        </a:rPr>
                        <a:t>PPPoE</a:t>
                      </a:r>
                      <a:r>
                        <a:rPr lang="ja-JP" altLang="en-US" sz="2300" b="0" noProof="0" dirty="0">
                          <a:latin typeface="Meiryo UI" panose="020B0604030504040204" pitchFamily="50" charset="-128"/>
                          <a:ea typeface="Meiryo UI" panose="020B0604030504040204" pitchFamily="50" charset="-128"/>
                        </a:rPr>
                        <a:t>は</a:t>
                      </a:r>
                      <a:r>
                        <a:rPr lang="en-US" altLang="ja-JP" sz="2300" b="0" noProof="0" dirty="0">
                          <a:latin typeface="Meiryo UI" panose="020B0604030504040204" pitchFamily="50" charset="-128"/>
                          <a:ea typeface="Meiryo UI" panose="020B0604030504040204" pitchFamily="50" charset="-128"/>
                        </a:rPr>
                        <a:t>PPP</a:t>
                      </a:r>
                      <a:r>
                        <a:rPr lang="ja-JP" altLang="en-US" sz="2300" b="0" noProof="0" dirty="0">
                          <a:latin typeface="Meiryo UI" panose="020B0604030504040204" pitchFamily="50" charset="-128"/>
                          <a:ea typeface="Meiryo UI" panose="020B0604030504040204" pitchFamily="50" charset="-128"/>
                        </a:rPr>
                        <a:t>をイーサネットでも使えるようにする為のプロトコルです。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bl>
          </a:graphicData>
        </a:graphic>
      </p:graphicFrame>
      <p:sp>
        <p:nvSpPr>
          <p:cNvPr id="11" name="四角形: 角を丸くする 10">
            <a:extLst>
              <a:ext uri="{FF2B5EF4-FFF2-40B4-BE49-F238E27FC236}">
                <a16:creationId xmlns:a16="http://schemas.microsoft.com/office/drawing/2014/main" id="{BB151A29-D44B-B319-AABA-7B66BE878B47}"/>
              </a:ext>
            </a:extLst>
          </p:cNvPr>
          <p:cNvSpPr/>
          <p:nvPr/>
        </p:nvSpPr>
        <p:spPr>
          <a:xfrm>
            <a:off x="5763986" y="538843"/>
            <a:ext cx="5558445" cy="1714500"/>
          </a:xfrm>
          <a:prstGeom prst="roundRect">
            <a:avLst>
              <a:gd name="adj" fmla="val 50000"/>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ja-JP" altLang="en-US" dirty="0">
                <a:solidFill>
                  <a:schemeClr val="bg1"/>
                </a:solidFill>
              </a:rPr>
              <a:t>データリンク</a:t>
            </a:r>
            <a:r>
              <a:rPr lang="ja-JP" altLang="en-US" sz="1800" dirty="0">
                <a:solidFill>
                  <a:schemeClr val="bg1"/>
                </a:solidFill>
              </a:rPr>
              <a:t>層は</a:t>
            </a:r>
            <a:r>
              <a:rPr lang="ja-JP" altLang="en-US" dirty="0">
                <a:solidFill>
                  <a:schemeClr val="bg1"/>
                </a:solidFill>
              </a:rPr>
              <a:t>主に同一ネットワーク内での通信と</a:t>
            </a:r>
            <a:r>
              <a:rPr lang="en-US" altLang="ja-JP" dirty="0">
                <a:solidFill>
                  <a:schemeClr val="bg1"/>
                </a:solidFill>
              </a:rPr>
              <a:t>MAC</a:t>
            </a:r>
            <a:r>
              <a:rPr lang="ja-JP" altLang="en-US" dirty="0">
                <a:solidFill>
                  <a:schemeClr val="bg1"/>
                </a:solidFill>
              </a:rPr>
              <a:t>アドレスの制御をします。</a:t>
            </a:r>
            <a:endParaRPr lang="en-US" altLang="ja-JP" dirty="0">
              <a:solidFill>
                <a:schemeClr val="bg1"/>
              </a:solidFill>
            </a:endParaRPr>
          </a:p>
          <a:p>
            <a:pPr algn="ctr"/>
            <a:r>
              <a:rPr lang="ja-JP" altLang="en-US" dirty="0">
                <a:solidFill>
                  <a:schemeClr val="bg1"/>
                </a:solidFill>
              </a:rPr>
              <a:t>基本的に</a:t>
            </a:r>
            <a:r>
              <a:rPr lang="en-US" altLang="ja-JP" dirty="0">
                <a:solidFill>
                  <a:schemeClr val="bg1"/>
                </a:solidFill>
              </a:rPr>
              <a:t>IP</a:t>
            </a:r>
            <a:r>
              <a:rPr lang="ja-JP" altLang="en-US" dirty="0">
                <a:solidFill>
                  <a:schemeClr val="bg1"/>
                </a:solidFill>
              </a:rPr>
              <a:t>アドレスは見ないというのがポイントです。</a:t>
            </a:r>
            <a:endParaRPr lang="en-US" altLang="ja-JP" dirty="0">
              <a:solidFill>
                <a:schemeClr val="bg1"/>
              </a:solidFill>
            </a:endParaRPr>
          </a:p>
        </p:txBody>
      </p:sp>
    </p:spTree>
    <p:extLst>
      <p:ext uri="{BB962C8B-B14F-4D97-AF65-F5344CB8AC3E}">
        <p14:creationId xmlns:p14="http://schemas.microsoft.com/office/powerpoint/2010/main" val="127882542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7F7B2-AB06-5D2D-4E75-8DD42358804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ED0412D-E9BA-E579-031D-A79793E1165D}"/>
              </a:ext>
            </a:extLst>
          </p:cNvPr>
          <p:cNvSpPr>
            <a:spLocks noGrp="1"/>
          </p:cNvSpPr>
          <p:nvPr>
            <p:ph type="title"/>
          </p:nvPr>
        </p:nvSpPr>
        <p:spPr>
          <a:xfrm>
            <a:off x="594361" y="189572"/>
            <a:ext cx="4565468" cy="1593507"/>
          </a:xfrm>
        </p:spPr>
        <p:txBody>
          <a:bodyPr rtlCol="0"/>
          <a:lstStyle>
            <a:defPPr>
              <a:defRPr lang="ja-JP"/>
            </a:defPPr>
          </a:lstStyle>
          <a:p>
            <a:r>
              <a:rPr lang="zh-TW" altLang="en-US" dirty="0">
                <a:effectLst/>
                <a:latin typeface="Consolas" panose="020B0609020204030204" pitchFamily="49" charset="0"/>
              </a:rPr>
              <a:t>第</a:t>
            </a:r>
            <a:r>
              <a:rPr lang="en-US" altLang="zh-TW" dirty="0">
                <a:latin typeface="Consolas" panose="020B0609020204030204" pitchFamily="49" charset="0"/>
              </a:rPr>
              <a:t>3</a:t>
            </a:r>
            <a:r>
              <a:rPr lang="zh-TW" altLang="en-US" dirty="0">
                <a:effectLst/>
                <a:latin typeface="Consolas" panose="020B0609020204030204" pitchFamily="49" charset="0"/>
              </a:rPr>
              <a:t>層：</a:t>
            </a:r>
            <a:br>
              <a:rPr lang="en-US" altLang="zh-TW" dirty="0">
                <a:effectLst/>
                <a:latin typeface="Consolas" panose="020B0609020204030204" pitchFamily="49" charset="0"/>
              </a:rPr>
            </a:br>
            <a:r>
              <a:rPr lang="ja-JP" altLang="en-US" dirty="0">
                <a:latin typeface="Consolas" panose="020B0609020204030204" pitchFamily="49" charset="0"/>
              </a:rPr>
              <a:t>ネットワーク</a:t>
            </a:r>
            <a:r>
              <a:rPr lang="zh-TW" altLang="en-US" dirty="0">
                <a:effectLst/>
                <a:latin typeface="Consolas" panose="020B0609020204030204" pitchFamily="49" charset="0"/>
              </a:rPr>
              <a:t>層</a:t>
            </a:r>
          </a:p>
        </p:txBody>
      </p:sp>
      <p:graphicFrame>
        <p:nvGraphicFramePr>
          <p:cNvPr id="10" name="表プレースホルダー 2">
            <a:extLst>
              <a:ext uri="{FF2B5EF4-FFF2-40B4-BE49-F238E27FC236}">
                <a16:creationId xmlns:a16="http://schemas.microsoft.com/office/drawing/2014/main" id="{030C281B-27F2-81BC-635C-C28C242A2A95}"/>
              </a:ext>
            </a:extLst>
          </p:cNvPr>
          <p:cNvGraphicFramePr>
            <a:graphicFrameLocks noGrp="1"/>
          </p:cNvGraphicFramePr>
          <p:nvPr>
            <p:ph sz="quarter" idx="13"/>
            <p:extLst>
              <p:ext uri="{D42A27DB-BD31-4B8C-83A1-F6EECF244321}">
                <p14:modId xmlns:p14="http://schemas.microsoft.com/office/powerpoint/2010/main" val="1184217890"/>
              </p:ext>
            </p:extLst>
          </p:nvPr>
        </p:nvGraphicFramePr>
        <p:xfrm>
          <a:off x="594359" y="2400299"/>
          <a:ext cx="10728071" cy="3004458"/>
        </p:xfrm>
        <a:graphic>
          <a:graphicData uri="http://schemas.openxmlformats.org/drawingml/2006/table">
            <a:tbl>
              <a:tblPr firstRow="1" bandRow="1">
                <a:tableStyleId>{8A107856-5554-42FB-B03E-39F5DBC370BA}</a:tableStyleId>
              </a:tblPr>
              <a:tblGrid>
                <a:gridCol w="3521925">
                  <a:extLst>
                    <a:ext uri="{9D8B030D-6E8A-4147-A177-3AD203B41FA5}">
                      <a16:colId xmlns:a16="http://schemas.microsoft.com/office/drawing/2014/main" val="127040821"/>
                    </a:ext>
                  </a:extLst>
                </a:gridCol>
                <a:gridCol w="7206146">
                  <a:extLst>
                    <a:ext uri="{9D8B030D-6E8A-4147-A177-3AD203B41FA5}">
                      <a16:colId xmlns:a16="http://schemas.microsoft.com/office/drawing/2014/main" val="3472639139"/>
                    </a:ext>
                  </a:extLst>
                </a:gridCol>
              </a:tblGrid>
              <a:tr h="1016749">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L3</a:t>
                      </a:r>
                      <a:r>
                        <a:rPr lang="ja-JP" altLang="en-US" sz="2300" b="0" noProof="0" dirty="0">
                          <a:latin typeface="Meiryo UI" panose="020B0604030504040204" pitchFamily="50" charset="-128"/>
                          <a:ea typeface="Meiryo UI" panose="020B0604030504040204" pitchFamily="50" charset="-128"/>
                        </a:rPr>
                        <a:t>での基本なプロトコルで</a:t>
                      </a:r>
                      <a:r>
                        <a:rPr lang="en-US" altLang="ja-JP" sz="2300" b="0" noProof="0" dirty="0">
                          <a:latin typeface="Meiryo UI" panose="020B0604030504040204" pitchFamily="50" charset="-128"/>
                          <a:ea typeface="Meiryo UI" panose="020B0604030504040204" pitchFamily="50" charset="-128"/>
                        </a:rPr>
                        <a:t>IPv4/IPv6</a:t>
                      </a:r>
                      <a:r>
                        <a:rPr lang="ja-JP" altLang="en-US" sz="2300" b="0" noProof="0" dirty="0">
                          <a:latin typeface="Meiryo UI" panose="020B0604030504040204" pitchFamily="50" charset="-128"/>
                          <a:ea typeface="Meiryo UI" panose="020B0604030504040204" pitchFamily="50" charset="-128"/>
                        </a:rPr>
                        <a:t>があります。下記のプロトコルも含めて土台として使用されます。</a:t>
                      </a:r>
                    </a:p>
                  </a:txBody>
                  <a:tcPr marL="117478" marR="117478" marT="58740" marB="58740" anchor="ctr"/>
                </a:tc>
                <a:extLst>
                  <a:ext uri="{0D108BD9-81ED-4DB2-BD59-A6C34878D82A}">
                    <a16:rowId xmlns:a16="http://schemas.microsoft.com/office/drawing/2014/main" val="3298013591"/>
                  </a:ext>
                </a:extLst>
              </a:tr>
              <a:tr h="970960">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ICMP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主に</a:t>
                      </a:r>
                      <a:r>
                        <a:rPr lang="en-US" altLang="ja-JP" sz="2300" b="0" noProof="0" dirty="0">
                          <a:latin typeface="Meiryo UI" panose="020B0604030504040204" pitchFamily="50" charset="-128"/>
                          <a:ea typeface="Meiryo UI" panose="020B0604030504040204" pitchFamily="50" charset="-128"/>
                        </a:rPr>
                        <a:t>ping</a:t>
                      </a:r>
                      <a:r>
                        <a:rPr lang="ja-JP" altLang="en-US" sz="2300" b="0" noProof="0" dirty="0">
                          <a:latin typeface="Meiryo UI" panose="020B0604030504040204" pitchFamily="50" charset="-128"/>
                          <a:ea typeface="Meiryo UI" panose="020B0604030504040204" pitchFamily="50" charset="-128"/>
                        </a:rPr>
                        <a:t>や</a:t>
                      </a:r>
                      <a:r>
                        <a:rPr lang="en-US" altLang="ja-JP" sz="2300" b="0" noProof="0" dirty="0">
                          <a:latin typeface="Meiryo UI" panose="020B0604030504040204" pitchFamily="50" charset="-128"/>
                          <a:ea typeface="Meiryo UI" panose="020B0604030504040204" pitchFamily="50" charset="-128"/>
                        </a:rPr>
                        <a:t>traceroute</a:t>
                      </a:r>
                      <a:r>
                        <a:rPr lang="ja-JP" altLang="en-US" sz="2300" b="0" noProof="0" dirty="0">
                          <a:latin typeface="Meiryo UI" panose="020B0604030504040204" pitchFamily="50" charset="-128"/>
                          <a:ea typeface="Meiryo UI" panose="020B0604030504040204" pitchFamily="50" charset="-128"/>
                        </a:rPr>
                        <a:t>時に疎通確認で使われます。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1016749">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IPsec</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主に</a:t>
                      </a:r>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を暗号化するためにカプセル化する拡張プロトコルで</a:t>
                      </a:r>
                      <a:r>
                        <a:rPr lang="en-US" altLang="ja-JP" sz="2300" b="0" noProof="0" dirty="0">
                          <a:latin typeface="Meiryo UI" panose="020B0604030504040204" pitchFamily="50" charset="-128"/>
                          <a:ea typeface="Meiryo UI" panose="020B0604030504040204" pitchFamily="50" charset="-128"/>
                        </a:rPr>
                        <a:t>VPN(</a:t>
                      </a:r>
                      <a:r>
                        <a:rPr lang="en-US" altLang="ja-JP" sz="2300" b="0" noProof="0" dirty="0" err="1">
                          <a:latin typeface="Meiryo UI" panose="020B0604030504040204" pitchFamily="50" charset="-128"/>
                          <a:ea typeface="Meiryo UI" panose="020B0604030504040204" pitchFamily="50" charset="-128"/>
                        </a:rPr>
                        <a:t>VirtualPrivateNetwork</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で使われます。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bl>
          </a:graphicData>
        </a:graphic>
      </p:graphicFrame>
      <p:sp>
        <p:nvSpPr>
          <p:cNvPr id="11" name="四角形: 角を丸くする 10">
            <a:extLst>
              <a:ext uri="{FF2B5EF4-FFF2-40B4-BE49-F238E27FC236}">
                <a16:creationId xmlns:a16="http://schemas.microsoft.com/office/drawing/2014/main" id="{0DA83515-0288-B971-3CA7-0F63BCEBA191}"/>
              </a:ext>
            </a:extLst>
          </p:cNvPr>
          <p:cNvSpPr/>
          <p:nvPr/>
        </p:nvSpPr>
        <p:spPr>
          <a:xfrm>
            <a:off x="5763986" y="538843"/>
            <a:ext cx="5558445" cy="1714500"/>
          </a:xfrm>
          <a:prstGeom prst="roundRect">
            <a:avLst>
              <a:gd name="adj" fmla="val 50000"/>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ja-JP" altLang="en-US" sz="1800" dirty="0">
                <a:solidFill>
                  <a:schemeClr val="bg1"/>
                </a:solidFill>
              </a:rPr>
              <a:t>ネットワーク層は</a:t>
            </a:r>
            <a:r>
              <a:rPr lang="ja-JP" altLang="en-US" dirty="0">
                <a:solidFill>
                  <a:schemeClr val="bg1"/>
                </a:solidFill>
              </a:rPr>
              <a:t>主に</a:t>
            </a:r>
            <a:r>
              <a:rPr lang="ja-JP" altLang="en-US" dirty="0"/>
              <a:t>ルーティングと論理アドレス（</a:t>
            </a:r>
            <a:r>
              <a:rPr lang="en-US" altLang="ja-JP" dirty="0"/>
              <a:t>IP</a:t>
            </a:r>
            <a:r>
              <a:rPr lang="ja-JP" altLang="en-US" dirty="0"/>
              <a:t>）の管理を担っています</a:t>
            </a:r>
            <a:r>
              <a:rPr lang="ja-JP" altLang="en-US" dirty="0">
                <a:solidFill>
                  <a:schemeClr val="bg1"/>
                </a:solidFill>
              </a:rPr>
              <a:t>。</a:t>
            </a:r>
            <a:endParaRPr lang="en-US" altLang="ja-JP" dirty="0">
              <a:solidFill>
                <a:schemeClr val="bg1"/>
              </a:solidFill>
            </a:endParaRPr>
          </a:p>
          <a:p>
            <a:pPr algn="ctr"/>
            <a:r>
              <a:rPr lang="ja-JP" altLang="en-US" dirty="0">
                <a:solidFill>
                  <a:schemeClr val="bg1"/>
                </a:solidFill>
              </a:rPr>
              <a:t>イメージとしては経路と場所の確認です。</a:t>
            </a:r>
          </a:p>
        </p:txBody>
      </p:sp>
    </p:spTree>
    <p:extLst>
      <p:ext uri="{BB962C8B-B14F-4D97-AF65-F5344CB8AC3E}">
        <p14:creationId xmlns:p14="http://schemas.microsoft.com/office/powerpoint/2010/main" val="123665977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BA50E-5729-6E26-CDE5-2EA38E0E70A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62B06A-8881-E826-DF88-6805AB428F18}"/>
              </a:ext>
            </a:extLst>
          </p:cNvPr>
          <p:cNvSpPr>
            <a:spLocks noGrp="1"/>
          </p:cNvSpPr>
          <p:nvPr>
            <p:ph type="title"/>
          </p:nvPr>
        </p:nvSpPr>
        <p:spPr>
          <a:xfrm>
            <a:off x="594361" y="189572"/>
            <a:ext cx="4565468" cy="1593507"/>
          </a:xfrm>
        </p:spPr>
        <p:txBody>
          <a:bodyPr rtlCol="0"/>
          <a:lstStyle>
            <a:defPPr>
              <a:defRPr lang="ja-JP"/>
            </a:defPPr>
          </a:lstStyle>
          <a:p>
            <a:r>
              <a:rPr lang="zh-TW" altLang="en-US" dirty="0">
                <a:effectLst/>
                <a:latin typeface="Consolas" panose="020B0609020204030204" pitchFamily="49" charset="0"/>
              </a:rPr>
              <a:t>第</a:t>
            </a:r>
            <a:r>
              <a:rPr lang="en-US" altLang="zh-TW" dirty="0">
                <a:effectLst/>
                <a:latin typeface="Consolas" panose="020B0609020204030204" pitchFamily="49" charset="0"/>
              </a:rPr>
              <a:t>4</a:t>
            </a:r>
            <a:r>
              <a:rPr lang="zh-TW" altLang="en-US" dirty="0">
                <a:effectLst/>
                <a:latin typeface="Consolas" panose="020B0609020204030204" pitchFamily="49" charset="0"/>
              </a:rPr>
              <a:t>層：</a:t>
            </a:r>
            <a:br>
              <a:rPr lang="en-US" altLang="zh-TW" dirty="0">
                <a:effectLst/>
                <a:latin typeface="Consolas" panose="020B0609020204030204" pitchFamily="49" charset="0"/>
              </a:rPr>
            </a:br>
            <a:r>
              <a:rPr lang="ja-JP" altLang="en-US" dirty="0">
                <a:effectLst/>
                <a:latin typeface="Consolas" panose="020B0609020204030204" pitchFamily="49" charset="0"/>
              </a:rPr>
              <a:t>トランスポート</a:t>
            </a:r>
            <a:r>
              <a:rPr lang="zh-TW" altLang="en-US" dirty="0">
                <a:effectLst/>
                <a:latin typeface="Consolas" panose="020B0609020204030204" pitchFamily="49" charset="0"/>
              </a:rPr>
              <a:t>層</a:t>
            </a:r>
          </a:p>
        </p:txBody>
      </p:sp>
      <p:graphicFrame>
        <p:nvGraphicFramePr>
          <p:cNvPr id="10" name="表プレースホルダー 2">
            <a:extLst>
              <a:ext uri="{FF2B5EF4-FFF2-40B4-BE49-F238E27FC236}">
                <a16:creationId xmlns:a16="http://schemas.microsoft.com/office/drawing/2014/main" id="{8BD92415-D892-A35F-7A61-D0CD64C7B6BD}"/>
              </a:ext>
            </a:extLst>
          </p:cNvPr>
          <p:cNvGraphicFramePr>
            <a:graphicFrameLocks noGrp="1"/>
          </p:cNvGraphicFramePr>
          <p:nvPr>
            <p:ph sz="quarter" idx="13"/>
            <p:extLst>
              <p:ext uri="{D42A27DB-BD31-4B8C-83A1-F6EECF244321}">
                <p14:modId xmlns:p14="http://schemas.microsoft.com/office/powerpoint/2010/main" val="3192741390"/>
              </p:ext>
            </p:extLst>
          </p:nvPr>
        </p:nvGraphicFramePr>
        <p:xfrm>
          <a:off x="594359" y="2400299"/>
          <a:ext cx="10728071" cy="3331030"/>
        </p:xfrm>
        <a:graphic>
          <a:graphicData uri="http://schemas.openxmlformats.org/drawingml/2006/table">
            <a:tbl>
              <a:tblPr firstRow="1" bandRow="1">
                <a:tableStyleId>{8A107856-5554-42FB-B03E-39F5DBC370BA}</a:tableStyleId>
              </a:tblPr>
              <a:tblGrid>
                <a:gridCol w="3521925">
                  <a:extLst>
                    <a:ext uri="{9D8B030D-6E8A-4147-A177-3AD203B41FA5}">
                      <a16:colId xmlns:a16="http://schemas.microsoft.com/office/drawing/2014/main" val="127040821"/>
                    </a:ext>
                  </a:extLst>
                </a:gridCol>
                <a:gridCol w="7206146">
                  <a:extLst>
                    <a:ext uri="{9D8B030D-6E8A-4147-A177-3AD203B41FA5}">
                      <a16:colId xmlns:a16="http://schemas.microsoft.com/office/drawing/2014/main" val="3472639139"/>
                    </a:ext>
                  </a:extLst>
                </a:gridCol>
              </a:tblGrid>
              <a:tr h="166551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TCP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3</a:t>
                      </a:r>
                      <a:r>
                        <a:rPr lang="ja-JP" altLang="en-US" sz="2300" b="0" noProof="0" dirty="0">
                          <a:latin typeface="Meiryo UI" panose="020B0604030504040204" pitchFamily="50" charset="-128"/>
                          <a:ea typeface="Meiryo UI" panose="020B0604030504040204" pitchFamily="50" charset="-128"/>
                        </a:rPr>
                        <a:t>ウェイハンドシェイクを行うので信頼性が高いが遅い。</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情報が欠けるといけないもの</a:t>
                      </a:r>
                    </a:p>
                  </a:txBody>
                  <a:tcPr marL="117478" marR="117478" marT="58740" marB="58740" anchor="ctr"/>
                </a:tc>
                <a:extLst>
                  <a:ext uri="{0D108BD9-81ED-4DB2-BD59-A6C34878D82A}">
                    <a16:rowId xmlns:a16="http://schemas.microsoft.com/office/drawing/2014/main" val="3298013591"/>
                  </a:ext>
                </a:extLst>
              </a:tr>
              <a:tr h="166551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UDP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コネクションレスなので信頼性が低いが早い</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通話や動画等リアルタイム性の高いもの</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bl>
          </a:graphicData>
        </a:graphic>
      </p:graphicFrame>
      <p:sp>
        <p:nvSpPr>
          <p:cNvPr id="11" name="四角形: 角を丸くする 10">
            <a:extLst>
              <a:ext uri="{FF2B5EF4-FFF2-40B4-BE49-F238E27FC236}">
                <a16:creationId xmlns:a16="http://schemas.microsoft.com/office/drawing/2014/main" id="{53FFA236-D9B4-FC47-73F3-9F921D81E33C}"/>
              </a:ext>
            </a:extLst>
          </p:cNvPr>
          <p:cNvSpPr/>
          <p:nvPr/>
        </p:nvSpPr>
        <p:spPr>
          <a:xfrm>
            <a:off x="5763986" y="538843"/>
            <a:ext cx="5558445" cy="1714500"/>
          </a:xfrm>
          <a:prstGeom prst="roundRect">
            <a:avLst>
              <a:gd name="adj" fmla="val 50000"/>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ja-JP" altLang="en-US" sz="1800" dirty="0">
                <a:solidFill>
                  <a:schemeClr val="bg1"/>
                </a:solidFill>
              </a:rPr>
              <a:t>トランスポート層はエンドツーエンド</a:t>
            </a:r>
            <a:r>
              <a:rPr lang="ja-JP" altLang="en-US" dirty="0">
                <a:solidFill>
                  <a:schemeClr val="bg1"/>
                </a:solidFill>
              </a:rPr>
              <a:t>の通信制御と信頼性の確保を行います。</a:t>
            </a:r>
            <a:br>
              <a:rPr lang="en-US" altLang="ja-JP" dirty="0">
                <a:solidFill>
                  <a:schemeClr val="bg1"/>
                </a:solidFill>
              </a:rPr>
            </a:br>
            <a:r>
              <a:rPr lang="en-US" altLang="ja-JP" dirty="0">
                <a:solidFill>
                  <a:schemeClr val="bg1"/>
                </a:solidFill>
              </a:rPr>
              <a:t>TCP</a:t>
            </a:r>
            <a:r>
              <a:rPr lang="ja-JP" altLang="en-US" dirty="0">
                <a:solidFill>
                  <a:schemeClr val="bg1"/>
                </a:solidFill>
              </a:rPr>
              <a:t>と</a:t>
            </a:r>
            <a:r>
              <a:rPr lang="en-US" altLang="ja-JP" dirty="0">
                <a:solidFill>
                  <a:schemeClr val="bg1"/>
                </a:solidFill>
              </a:rPr>
              <a:t>UDP</a:t>
            </a:r>
            <a:r>
              <a:rPr lang="ja-JP" altLang="en-US" dirty="0">
                <a:solidFill>
                  <a:schemeClr val="bg1"/>
                </a:solidFill>
              </a:rPr>
              <a:t>だけ覚えれば大丈夫です。</a:t>
            </a:r>
            <a:endParaRPr lang="en-US" altLang="ja-JP" dirty="0">
              <a:solidFill>
                <a:schemeClr val="bg1"/>
              </a:solidFill>
            </a:endParaRPr>
          </a:p>
        </p:txBody>
      </p:sp>
    </p:spTree>
    <p:extLst>
      <p:ext uri="{BB962C8B-B14F-4D97-AF65-F5344CB8AC3E}">
        <p14:creationId xmlns:p14="http://schemas.microsoft.com/office/powerpoint/2010/main" val="239384436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523CF-58B3-9233-AA91-CF0E00BE6FD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B5DDCF-D8F2-23C9-C04E-D81B7691F28A}"/>
              </a:ext>
            </a:extLst>
          </p:cNvPr>
          <p:cNvSpPr>
            <a:spLocks noGrp="1"/>
          </p:cNvSpPr>
          <p:nvPr>
            <p:ph type="title"/>
          </p:nvPr>
        </p:nvSpPr>
        <p:spPr>
          <a:xfrm>
            <a:off x="594361" y="189572"/>
            <a:ext cx="4875710" cy="1593507"/>
          </a:xfrm>
        </p:spPr>
        <p:txBody>
          <a:bodyPr rtlCol="0"/>
          <a:lstStyle>
            <a:defPPr>
              <a:defRPr lang="ja-JP"/>
            </a:defPPr>
          </a:lstStyle>
          <a:p>
            <a:r>
              <a:rPr lang="zh-TW" altLang="en-US" dirty="0">
                <a:effectLst/>
                <a:latin typeface="Consolas" panose="020B0609020204030204" pitchFamily="49" charset="0"/>
              </a:rPr>
              <a:t>第</a:t>
            </a:r>
            <a:r>
              <a:rPr lang="en-US" altLang="zh-TW" dirty="0">
                <a:effectLst/>
                <a:latin typeface="Consolas" panose="020B0609020204030204" pitchFamily="49" charset="0"/>
              </a:rPr>
              <a:t>5</a:t>
            </a:r>
            <a:r>
              <a:rPr lang="zh-TW" altLang="en-US" dirty="0">
                <a:effectLst/>
                <a:latin typeface="Consolas" panose="020B0609020204030204" pitchFamily="49" charset="0"/>
              </a:rPr>
              <a:t>層：</a:t>
            </a:r>
            <a:r>
              <a:rPr lang="ja-JP" altLang="en-US" dirty="0">
                <a:effectLst/>
                <a:latin typeface="Consolas" panose="020B0609020204030204" pitchFamily="49" charset="0"/>
              </a:rPr>
              <a:t>セッション</a:t>
            </a:r>
            <a:r>
              <a:rPr lang="zh-TW" altLang="en-US" dirty="0">
                <a:effectLst/>
                <a:latin typeface="Consolas" panose="020B0609020204030204" pitchFamily="49" charset="0"/>
              </a:rPr>
              <a:t>層</a:t>
            </a:r>
          </a:p>
        </p:txBody>
      </p:sp>
      <p:graphicFrame>
        <p:nvGraphicFramePr>
          <p:cNvPr id="10" name="表プレースホルダー 2">
            <a:extLst>
              <a:ext uri="{FF2B5EF4-FFF2-40B4-BE49-F238E27FC236}">
                <a16:creationId xmlns:a16="http://schemas.microsoft.com/office/drawing/2014/main" id="{07E8482B-BD96-50B0-756B-49DDA8210DA9}"/>
              </a:ext>
            </a:extLst>
          </p:cNvPr>
          <p:cNvGraphicFramePr>
            <a:graphicFrameLocks noGrp="1"/>
          </p:cNvGraphicFramePr>
          <p:nvPr>
            <p:ph sz="quarter" idx="13"/>
            <p:extLst>
              <p:ext uri="{D42A27DB-BD31-4B8C-83A1-F6EECF244321}">
                <p14:modId xmlns:p14="http://schemas.microsoft.com/office/powerpoint/2010/main" val="177433355"/>
              </p:ext>
            </p:extLst>
          </p:nvPr>
        </p:nvGraphicFramePr>
        <p:xfrm>
          <a:off x="594359" y="2400300"/>
          <a:ext cx="10728071" cy="781658"/>
        </p:xfrm>
        <a:graphic>
          <a:graphicData uri="http://schemas.openxmlformats.org/drawingml/2006/table">
            <a:tbl>
              <a:tblPr firstRow="1" bandRow="1">
                <a:tableStyleId>{8A107856-5554-42FB-B03E-39F5DBC370BA}</a:tableStyleId>
              </a:tblPr>
              <a:tblGrid>
                <a:gridCol w="3521925">
                  <a:extLst>
                    <a:ext uri="{9D8B030D-6E8A-4147-A177-3AD203B41FA5}">
                      <a16:colId xmlns:a16="http://schemas.microsoft.com/office/drawing/2014/main" val="127040821"/>
                    </a:ext>
                  </a:extLst>
                </a:gridCol>
                <a:gridCol w="7206146">
                  <a:extLst>
                    <a:ext uri="{9D8B030D-6E8A-4147-A177-3AD203B41FA5}">
                      <a16:colId xmlns:a16="http://schemas.microsoft.com/office/drawing/2014/main" val="3472639139"/>
                    </a:ext>
                  </a:extLst>
                </a:gridCol>
              </a:tblGrid>
              <a:tr h="781658">
                <a:tc>
                  <a:txBody>
                    <a:bodyPr/>
                    <a:lstStyle>
                      <a:defPPr>
                        <a:defRPr lang="ja-JP"/>
                      </a:defPPr>
                    </a:lstStyle>
                    <a:p>
                      <a:pPr algn="ctr" rtl="0"/>
                      <a:r>
                        <a:rPr lang="en-US" altLang="ja-JP" sz="2300" b="0" noProof="0" dirty="0" err="1">
                          <a:latin typeface="Meiryo UI" panose="020B0604030504040204" pitchFamily="50" charset="-128"/>
                          <a:ea typeface="Meiryo UI" panose="020B0604030504040204" pitchFamily="50" charset="-128"/>
                        </a:rPr>
                        <a:t>NetBios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セッション管理も含めた</a:t>
                      </a:r>
                      <a:r>
                        <a:rPr lang="en-US" altLang="ja-JP" sz="2300" b="0" noProof="0" dirty="0">
                          <a:latin typeface="Meiryo UI" panose="020B0604030504040204" pitchFamily="50" charset="-128"/>
                          <a:ea typeface="Meiryo UI" panose="020B0604030504040204" pitchFamily="50" charset="-128"/>
                        </a:rPr>
                        <a:t>DNS</a:t>
                      </a:r>
                      <a:r>
                        <a:rPr lang="ja-JP" altLang="en-US" sz="2300" b="0" noProof="0" dirty="0">
                          <a:latin typeface="Meiryo UI" panose="020B0604030504040204" pitchFamily="50" charset="-128"/>
                          <a:ea typeface="Meiryo UI" panose="020B0604030504040204" pitchFamily="50" charset="-128"/>
                        </a:rPr>
                        <a:t>的なレガシーなプロトコル</a:t>
                      </a:r>
                    </a:p>
                  </a:txBody>
                  <a:tcPr marL="117478" marR="117478" marT="58740" marB="58740" anchor="ctr"/>
                </a:tc>
                <a:extLst>
                  <a:ext uri="{0D108BD9-81ED-4DB2-BD59-A6C34878D82A}">
                    <a16:rowId xmlns:a16="http://schemas.microsoft.com/office/drawing/2014/main" val="3298013591"/>
                  </a:ext>
                </a:extLst>
              </a:tr>
            </a:tbl>
          </a:graphicData>
        </a:graphic>
      </p:graphicFrame>
      <p:sp>
        <p:nvSpPr>
          <p:cNvPr id="11" name="四角形: 角を丸くする 10">
            <a:extLst>
              <a:ext uri="{FF2B5EF4-FFF2-40B4-BE49-F238E27FC236}">
                <a16:creationId xmlns:a16="http://schemas.microsoft.com/office/drawing/2014/main" id="{849AB02B-B422-9012-0589-496DE0030A43}"/>
              </a:ext>
            </a:extLst>
          </p:cNvPr>
          <p:cNvSpPr/>
          <p:nvPr/>
        </p:nvSpPr>
        <p:spPr>
          <a:xfrm>
            <a:off x="5763986" y="538843"/>
            <a:ext cx="5558445" cy="1714500"/>
          </a:xfrm>
          <a:prstGeom prst="roundRect">
            <a:avLst>
              <a:gd name="adj" fmla="val 50000"/>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ja-JP" altLang="en-US" sz="1800" dirty="0">
                <a:solidFill>
                  <a:schemeClr val="bg1"/>
                </a:solidFill>
              </a:rPr>
              <a:t>セッション層は</a:t>
            </a:r>
            <a:r>
              <a:rPr lang="ja-JP" altLang="en-US" dirty="0">
                <a:solidFill>
                  <a:schemeClr val="bg1"/>
                </a:solidFill>
              </a:rPr>
              <a:t>通信の開始・維持・終了の管理をします。</a:t>
            </a:r>
            <a:endParaRPr lang="en-US" altLang="ja-JP" dirty="0">
              <a:solidFill>
                <a:schemeClr val="bg1"/>
              </a:solidFill>
            </a:endParaRPr>
          </a:p>
          <a:p>
            <a:pPr algn="ctr"/>
            <a:r>
              <a:rPr lang="ja-JP" altLang="en-US" dirty="0">
                <a:solidFill>
                  <a:schemeClr val="bg1"/>
                </a:solidFill>
              </a:rPr>
              <a:t>ただし現在はほぼその役割を</a:t>
            </a:r>
            <a:r>
              <a:rPr lang="en-US" altLang="ja-JP" dirty="0">
                <a:solidFill>
                  <a:schemeClr val="bg1"/>
                </a:solidFill>
              </a:rPr>
              <a:t>TCP</a:t>
            </a:r>
            <a:r>
              <a:rPr lang="ja-JP" altLang="en-US" dirty="0">
                <a:solidFill>
                  <a:schemeClr val="bg1"/>
                </a:solidFill>
              </a:rPr>
              <a:t>が担っているもしくはアプリケーション独自のセッション管理をします。</a:t>
            </a:r>
          </a:p>
        </p:txBody>
      </p:sp>
    </p:spTree>
    <p:extLst>
      <p:ext uri="{BB962C8B-B14F-4D97-AF65-F5344CB8AC3E}">
        <p14:creationId xmlns:p14="http://schemas.microsoft.com/office/powerpoint/2010/main" val="171152076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3D5B8-7FFD-D8EC-1551-0378ADFE8B3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B9BA3E4-F226-993B-E94B-F7289BBD8C65}"/>
              </a:ext>
            </a:extLst>
          </p:cNvPr>
          <p:cNvSpPr>
            <a:spLocks noGrp="1"/>
          </p:cNvSpPr>
          <p:nvPr>
            <p:ph type="title"/>
          </p:nvPr>
        </p:nvSpPr>
        <p:spPr>
          <a:xfrm>
            <a:off x="594360" y="189572"/>
            <a:ext cx="4892039" cy="1593507"/>
          </a:xfrm>
        </p:spPr>
        <p:txBody>
          <a:bodyPr rtlCol="0"/>
          <a:lstStyle>
            <a:defPPr>
              <a:defRPr lang="ja-JP"/>
            </a:defPPr>
          </a:lstStyle>
          <a:p>
            <a:r>
              <a:rPr lang="zh-TW" altLang="en-US" dirty="0">
                <a:effectLst/>
                <a:latin typeface="Consolas" panose="020B0609020204030204" pitchFamily="49" charset="0"/>
              </a:rPr>
              <a:t>第</a:t>
            </a:r>
            <a:r>
              <a:rPr lang="en-US" altLang="zh-TW" dirty="0">
                <a:effectLst/>
                <a:latin typeface="Consolas" panose="020B0609020204030204" pitchFamily="49" charset="0"/>
              </a:rPr>
              <a:t>6</a:t>
            </a:r>
            <a:r>
              <a:rPr lang="zh-TW" altLang="en-US" dirty="0">
                <a:effectLst/>
                <a:latin typeface="Consolas" panose="020B0609020204030204" pitchFamily="49" charset="0"/>
              </a:rPr>
              <a:t>層：</a:t>
            </a:r>
            <a:br>
              <a:rPr lang="en-US" altLang="zh-TW" dirty="0">
                <a:effectLst/>
                <a:latin typeface="Consolas" panose="020B0609020204030204" pitchFamily="49" charset="0"/>
              </a:rPr>
            </a:br>
            <a:r>
              <a:rPr lang="ja-JP" altLang="en-US" dirty="0">
                <a:effectLst/>
                <a:latin typeface="Consolas" panose="020B0609020204030204" pitchFamily="49" charset="0"/>
              </a:rPr>
              <a:t>プレゼンテーション</a:t>
            </a:r>
            <a:r>
              <a:rPr lang="zh-TW" altLang="en-US" dirty="0">
                <a:effectLst/>
                <a:latin typeface="Consolas" panose="020B0609020204030204" pitchFamily="49" charset="0"/>
              </a:rPr>
              <a:t>層</a:t>
            </a:r>
          </a:p>
        </p:txBody>
      </p:sp>
      <p:graphicFrame>
        <p:nvGraphicFramePr>
          <p:cNvPr id="10" name="表プレースホルダー 2">
            <a:extLst>
              <a:ext uri="{FF2B5EF4-FFF2-40B4-BE49-F238E27FC236}">
                <a16:creationId xmlns:a16="http://schemas.microsoft.com/office/drawing/2014/main" id="{20B0D072-A1C2-CBAA-6330-F9AE6669E8D8}"/>
              </a:ext>
            </a:extLst>
          </p:cNvPr>
          <p:cNvGraphicFramePr>
            <a:graphicFrameLocks noGrp="1"/>
          </p:cNvGraphicFramePr>
          <p:nvPr>
            <p:ph sz="quarter" idx="13"/>
            <p:extLst>
              <p:ext uri="{D42A27DB-BD31-4B8C-83A1-F6EECF244321}">
                <p14:modId xmlns:p14="http://schemas.microsoft.com/office/powerpoint/2010/main" val="2685977054"/>
              </p:ext>
            </p:extLst>
          </p:nvPr>
        </p:nvGraphicFramePr>
        <p:xfrm>
          <a:off x="594359" y="2400299"/>
          <a:ext cx="10728071" cy="3412671"/>
        </p:xfrm>
        <a:graphic>
          <a:graphicData uri="http://schemas.openxmlformats.org/drawingml/2006/table">
            <a:tbl>
              <a:tblPr firstRow="1" bandRow="1">
                <a:tableStyleId>{8A107856-5554-42FB-B03E-39F5DBC370BA}</a:tableStyleId>
              </a:tblPr>
              <a:tblGrid>
                <a:gridCol w="3521925">
                  <a:extLst>
                    <a:ext uri="{9D8B030D-6E8A-4147-A177-3AD203B41FA5}">
                      <a16:colId xmlns:a16="http://schemas.microsoft.com/office/drawing/2014/main" val="127040821"/>
                    </a:ext>
                  </a:extLst>
                </a:gridCol>
                <a:gridCol w="7206146">
                  <a:extLst>
                    <a:ext uri="{9D8B030D-6E8A-4147-A177-3AD203B41FA5}">
                      <a16:colId xmlns:a16="http://schemas.microsoft.com/office/drawing/2014/main" val="3472639139"/>
                    </a:ext>
                  </a:extLst>
                </a:gridCol>
              </a:tblGrid>
              <a:tr h="111995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SSL</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暗号化用のプロトコルで現在では</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ほとんど使われないレガシーな技術です。</a:t>
                      </a:r>
                    </a:p>
                  </a:txBody>
                  <a:tcPr marL="117478" marR="117478" marT="58740" marB="58740" anchor="ctr"/>
                </a:tc>
                <a:extLst>
                  <a:ext uri="{0D108BD9-81ED-4DB2-BD59-A6C34878D82A}">
                    <a16:rowId xmlns:a16="http://schemas.microsoft.com/office/drawing/2014/main" val="3298013591"/>
                  </a:ext>
                </a:extLst>
              </a:tr>
              <a:tr h="111995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TLS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SSL</a:t>
                      </a:r>
                      <a:r>
                        <a:rPr lang="ja-JP" altLang="en-US" sz="2300" b="0" noProof="0" dirty="0">
                          <a:latin typeface="Meiryo UI" panose="020B0604030504040204" pitchFamily="50" charset="-128"/>
                          <a:ea typeface="Meiryo UI" panose="020B0604030504040204" pitchFamily="50" charset="-128"/>
                        </a:rPr>
                        <a:t>の後継プロトコルで、現在はほとんどの</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暗号化通信で</a:t>
                      </a:r>
                      <a:r>
                        <a:rPr lang="en-US" altLang="ja-JP" sz="2300" b="0" noProof="0" dirty="0">
                          <a:latin typeface="Meiryo UI" panose="020B0604030504040204" pitchFamily="50" charset="-128"/>
                          <a:ea typeface="Meiryo UI" panose="020B0604030504040204" pitchFamily="50" charset="-128"/>
                        </a:rPr>
                        <a:t>TLS</a:t>
                      </a:r>
                      <a:r>
                        <a:rPr lang="ja-JP" altLang="en-US" sz="2300" b="0" noProof="0" dirty="0">
                          <a:latin typeface="Meiryo UI" panose="020B0604030504040204" pitchFamily="50" charset="-128"/>
                          <a:ea typeface="Meiryo UI" panose="020B0604030504040204" pitchFamily="50" charset="-128"/>
                        </a:rPr>
                        <a:t>が使用されます。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1172767">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TLS/SSL</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一般的な表記で上の二つのどちらかというようなニュアンスです。</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まとまった表記ですが別の技術です。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bl>
          </a:graphicData>
        </a:graphic>
      </p:graphicFrame>
      <p:sp>
        <p:nvSpPr>
          <p:cNvPr id="11" name="四角形: 角を丸くする 10">
            <a:extLst>
              <a:ext uri="{FF2B5EF4-FFF2-40B4-BE49-F238E27FC236}">
                <a16:creationId xmlns:a16="http://schemas.microsoft.com/office/drawing/2014/main" id="{362E08D7-87AA-94A0-FBA0-904DE6148792}"/>
              </a:ext>
            </a:extLst>
          </p:cNvPr>
          <p:cNvSpPr/>
          <p:nvPr/>
        </p:nvSpPr>
        <p:spPr>
          <a:xfrm>
            <a:off x="5763986" y="538843"/>
            <a:ext cx="5558445" cy="1714500"/>
          </a:xfrm>
          <a:prstGeom prst="roundRect">
            <a:avLst>
              <a:gd name="adj" fmla="val 50000"/>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ja-JP" altLang="en-US" sz="1800" dirty="0">
                <a:solidFill>
                  <a:schemeClr val="bg1"/>
                </a:solidFill>
              </a:rPr>
              <a:t>プレゼンテーション層は文字コードの変換や暗号化と復号、データ圧縮を管理しますが、暗号化以外はアプリケーション層が担う事が殆どです。</a:t>
            </a:r>
            <a:endParaRPr lang="en-US" altLang="ja-JP" dirty="0">
              <a:solidFill>
                <a:schemeClr val="bg1"/>
              </a:solidFill>
            </a:endParaRPr>
          </a:p>
        </p:txBody>
      </p:sp>
    </p:spTree>
    <p:extLst>
      <p:ext uri="{BB962C8B-B14F-4D97-AF65-F5344CB8AC3E}">
        <p14:creationId xmlns:p14="http://schemas.microsoft.com/office/powerpoint/2010/main" val="288665117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604B1-9CAD-0F27-CED7-59F457DCED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21F3FC-58BC-705E-7AE8-CA1E309979AF}"/>
              </a:ext>
            </a:extLst>
          </p:cNvPr>
          <p:cNvSpPr>
            <a:spLocks noGrp="1"/>
          </p:cNvSpPr>
          <p:nvPr>
            <p:ph type="title"/>
          </p:nvPr>
        </p:nvSpPr>
        <p:spPr>
          <a:xfrm>
            <a:off x="594360" y="189572"/>
            <a:ext cx="4892039" cy="1593507"/>
          </a:xfrm>
        </p:spPr>
        <p:txBody>
          <a:bodyPr rtlCol="0"/>
          <a:lstStyle>
            <a:defPPr>
              <a:defRPr lang="ja-JP"/>
            </a:defPPr>
          </a:lstStyle>
          <a:p>
            <a:r>
              <a:rPr lang="zh-TW" altLang="en-US" dirty="0">
                <a:effectLst/>
                <a:latin typeface="Consolas" panose="020B0609020204030204" pitchFamily="49" charset="0"/>
              </a:rPr>
              <a:t>第</a:t>
            </a:r>
            <a:r>
              <a:rPr lang="en-US" altLang="zh-TW" dirty="0">
                <a:effectLst/>
                <a:latin typeface="Consolas" panose="020B0609020204030204" pitchFamily="49" charset="0"/>
              </a:rPr>
              <a:t>7</a:t>
            </a:r>
            <a:r>
              <a:rPr lang="zh-TW" altLang="en-US" dirty="0">
                <a:effectLst/>
                <a:latin typeface="Consolas" panose="020B0609020204030204" pitchFamily="49" charset="0"/>
              </a:rPr>
              <a:t>層：</a:t>
            </a:r>
            <a:br>
              <a:rPr lang="en-US" altLang="zh-TW" dirty="0">
                <a:effectLst/>
                <a:latin typeface="Consolas" panose="020B0609020204030204" pitchFamily="49" charset="0"/>
              </a:rPr>
            </a:br>
            <a:r>
              <a:rPr lang="ja-JP" altLang="en-US" dirty="0">
                <a:latin typeface="Consolas" panose="020B0609020204030204" pitchFamily="49" charset="0"/>
              </a:rPr>
              <a:t>アプリケーション</a:t>
            </a:r>
            <a:r>
              <a:rPr lang="zh-TW" altLang="en-US" dirty="0">
                <a:effectLst/>
                <a:latin typeface="Consolas" panose="020B0609020204030204" pitchFamily="49" charset="0"/>
              </a:rPr>
              <a:t>層</a:t>
            </a:r>
          </a:p>
        </p:txBody>
      </p:sp>
      <p:graphicFrame>
        <p:nvGraphicFramePr>
          <p:cNvPr id="10" name="表プレースホルダー 2">
            <a:extLst>
              <a:ext uri="{FF2B5EF4-FFF2-40B4-BE49-F238E27FC236}">
                <a16:creationId xmlns:a16="http://schemas.microsoft.com/office/drawing/2014/main" id="{C208C098-DF12-9623-5AC8-9E997C4693E6}"/>
              </a:ext>
            </a:extLst>
          </p:cNvPr>
          <p:cNvGraphicFramePr>
            <a:graphicFrameLocks noGrp="1"/>
          </p:cNvGraphicFramePr>
          <p:nvPr>
            <p:ph sz="quarter" idx="13"/>
            <p:extLst>
              <p:ext uri="{D42A27DB-BD31-4B8C-83A1-F6EECF244321}">
                <p14:modId xmlns:p14="http://schemas.microsoft.com/office/powerpoint/2010/main" val="222789819"/>
              </p:ext>
            </p:extLst>
          </p:nvPr>
        </p:nvGraphicFramePr>
        <p:xfrm>
          <a:off x="594360" y="2447814"/>
          <a:ext cx="10728071" cy="3739244"/>
        </p:xfrm>
        <a:graphic>
          <a:graphicData uri="http://schemas.openxmlformats.org/drawingml/2006/table">
            <a:tbl>
              <a:tblPr firstRow="1" bandRow="1">
                <a:tableStyleId>{8A107856-5554-42FB-B03E-39F5DBC370BA}</a:tableStyleId>
              </a:tblPr>
              <a:tblGrid>
                <a:gridCol w="3406140">
                  <a:extLst>
                    <a:ext uri="{9D8B030D-6E8A-4147-A177-3AD203B41FA5}">
                      <a16:colId xmlns:a16="http://schemas.microsoft.com/office/drawing/2014/main" val="127040821"/>
                    </a:ext>
                  </a:extLst>
                </a:gridCol>
                <a:gridCol w="7321931">
                  <a:extLst>
                    <a:ext uri="{9D8B030D-6E8A-4147-A177-3AD203B41FA5}">
                      <a16:colId xmlns:a16="http://schemas.microsoft.com/office/drawing/2014/main" val="3472639139"/>
                    </a:ext>
                  </a:extLst>
                </a:gridCol>
              </a:tblGrid>
              <a:tr h="758443">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HTTP/HTTPS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1800" b="0" noProof="0" dirty="0">
                          <a:latin typeface="Meiryo UI" panose="020B0604030504040204" pitchFamily="50" charset="-128"/>
                          <a:ea typeface="Meiryo UI" panose="020B0604030504040204" pitchFamily="50" charset="-128"/>
                        </a:rPr>
                        <a:t>Web</a:t>
                      </a:r>
                      <a:r>
                        <a:rPr lang="ja-JP" altLang="en-US" sz="1800" b="0" noProof="0" dirty="0">
                          <a:latin typeface="Meiryo UI" panose="020B0604030504040204" pitchFamily="50" charset="-128"/>
                          <a:ea typeface="Meiryo UI" panose="020B0604030504040204" pitchFamily="50" charset="-128"/>
                        </a:rPr>
                        <a:t>サイト閲覧用のプロトコルです。現代のブラウザでは</a:t>
                      </a:r>
                      <a:r>
                        <a:rPr lang="en-US" altLang="ja-JP" sz="1800" b="0" noProof="0" dirty="0">
                          <a:latin typeface="Meiryo UI" panose="020B0604030504040204" pitchFamily="50" charset="-128"/>
                          <a:ea typeface="Meiryo UI" panose="020B0604030504040204" pitchFamily="50" charset="-128"/>
                        </a:rPr>
                        <a:t>HTTP</a:t>
                      </a:r>
                      <a:r>
                        <a:rPr lang="ja-JP" altLang="en-US" sz="1800" b="0" noProof="0" dirty="0">
                          <a:latin typeface="Meiryo UI" panose="020B0604030504040204" pitchFamily="50" charset="-128"/>
                          <a:ea typeface="Meiryo UI" panose="020B0604030504040204" pitchFamily="50" charset="-128"/>
                        </a:rPr>
                        <a:t>だと警告されることが多いので</a:t>
                      </a:r>
                      <a:r>
                        <a:rPr lang="en-US" altLang="ja-JP" sz="1800" b="0" noProof="0" dirty="0">
                          <a:latin typeface="Meiryo UI" panose="020B0604030504040204" pitchFamily="50" charset="-128"/>
                          <a:ea typeface="Meiryo UI" panose="020B0604030504040204" pitchFamily="50" charset="-128"/>
                        </a:rPr>
                        <a:t>HTTPS</a:t>
                      </a:r>
                      <a:r>
                        <a:rPr lang="ja-JP" altLang="en-US" sz="1800" b="0" noProof="0" dirty="0">
                          <a:latin typeface="Meiryo UI" panose="020B0604030504040204" pitchFamily="50" charset="-128"/>
                          <a:ea typeface="Meiryo UI" panose="020B0604030504040204" pitchFamily="50" charset="-128"/>
                        </a:rPr>
                        <a:t>が主流です。</a:t>
                      </a:r>
                    </a:p>
                  </a:txBody>
                  <a:tcPr marL="117478" marR="117478" marT="58740" marB="58740" anchor="ctr"/>
                </a:tc>
                <a:extLst>
                  <a:ext uri="{0D108BD9-81ED-4DB2-BD59-A6C34878D82A}">
                    <a16:rowId xmlns:a16="http://schemas.microsoft.com/office/drawing/2014/main" val="3298013591"/>
                  </a:ext>
                </a:extLst>
              </a:tr>
              <a:tr h="736679">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FTP/FTPS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1800" b="0" noProof="0" dirty="0">
                          <a:latin typeface="Meiryo UI" panose="020B0604030504040204" pitchFamily="50" charset="-128"/>
                          <a:ea typeface="Meiryo UI" panose="020B0604030504040204" pitchFamily="50" charset="-128"/>
                        </a:rPr>
                        <a:t>ファイル転送用のプロトコルです。</a:t>
                      </a:r>
                      <a:r>
                        <a:rPr lang="en-US" altLang="ja-JP" sz="1800" b="0" noProof="0" dirty="0">
                          <a:latin typeface="Meiryo UI" panose="020B0604030504040204" pitchFamily="50" charset="-128"/>
                          <a:ea typeface="Meiryo UI" panose="020B0604030504040204" pitchFamily="50" charset="-128"/>
                        </a:rPr>
                        <a:t>SFTP</a:t>
                      </a:r>
                      <a:r>
                        <a:rPr lang="ja-JP" altLang="en-US" sz="1800" b="0" noProof="0" dirty="0">
                          <a:latin typeface="Meiryo UI" panose="020B0604030504040204" pitchFamily="50" charset="-128"/>
                          <a:ea typeface="Meiryo UI" panose="020B0604030504040204" pitchFamily="50" charset="-128"/>
                        </a:rPr>
                        <a:t>というファイル転送用のプロトコルもありますが、中身は別物で後述の</a:t>
                      </a:r>
                      <a:r>
                        <a:rPr lang="en-US" altLang="ja-JP" sz="1800" b="0" noProof="0" dirty="0">
                          <a:latin typeface="Meiryo UI" panose="020B0604030504040204" pitchFamily="50" charset="-128"/>
                          <a:ea typeface="Meiryo UI" panose="020B0604030504040204" pitchFamily="50" charset="-128"/>
                        </a:rPr>
                        <a:t>SSH</a:t>
                      </a:r>
                      <a:r>
                        <a:rPr lang="ja-JP" altLang="en-US" sz="1800" b="0" noProof="0" dirty="0">
                          <a:latin typeface="Meiryo UI" panose="020B0604030504040204" pitchFamily="50" charset="-128"/>
                          <a:ea typeface="Meiryo UI" panose="020B0604030504040204" pitchFamily="50" charset="-128"/>
                        </a:rPr>
                        <a:t>ベースです。</a:t>
                      </a:r>
                      <a:endParaRPr lang="en-US" altLang="ja-JP" sz="18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74409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Telnet/SSH</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1800" b="0" noProof="0" dirty="0">
                          <a:latin typeface="Meiryo UI" panose="020B0604030504040204" pitchFamily="50" charset="-128"/>
                          <a:ea typeface="Meiryo UI" panose="020B0604030504040204" pitchFamily="50" charset="-128"/>
                        </a:rPr>
                        <a:t>リモートコントロールする為のプロトコルで</a:t>
                      </a:r>
                      <a:r>
                        <a:rPr lang="en-US" altLang="ja-JP" sz="1800" b="0" noProof="0" dirty="0">
                          <a:latin typeface="Meiryo UI" panose="020B0604030504040204" pitchFamily="50" charset="-128"/>
                          <a:ea typeface="Meiryo UI" panose="020B0604030504040204" pitchFamily="50" charset="-128"/>
                        </a:rPr>
                        <a:t>Telnet</a:t>
                      </a:r>
                      <a:r>
                        <a:rPr lang="ja-JP" altLang="en-US" sz="1800" b="0" noProof="0" dirty="0">
                          <a:latin typeface="Meiryo UI" panose="020B0604030504040204" pitchFamily="50" charset="-128"/>
                          <a:ea typeface="Meiryo UI" panose="020B0604030504040204" pitchFamily="50" charset="-128"/>
                        </a:rPr>
                        <a:t>は暗号なしで</a:t>
                      </a:r>
                      <a:r>
                        <a:rPr lang="en-US" altLang="ja-JP" sz="1800" b="0" noProof="0" dirty="0">
                          <a:latin typeface="Meiryo UI" panose="020B0604030504040204" pitchFamily="50" charset="-128"/>
                          <a:ea typeface="Meiryo UI" panose="020B0604030504040204" pitchFamily="50" charset="-128"/>
                        </a:rPr>
                        <a:t>SSH</a:t>
                      </a:r>
                      <a:r>
                        <a:rPr lang="ja-JP" altLang="en-US" sz="1800" b="0" noProof="0" dirty="0">
                          <a:latin typeface="Meiryo UI" panose="020B0604030504040204" pitchFamily="50" charset="-128"/>
                          <a:ea typeface="Meiryo UI" panose="020B0604030504040204" pitchFamily="50" charset="-128"/>
                        </a:rPr>
                        <a:t>は暗号化ありという認識で大丈夫ですが、上の</a:t>
                      </a:r>
                      <a:r>
                        <a:rPr lang="en-US" altLang="ja-JP" sz="1800" b="0" noProof="0" dirty="0">
                          <a:latin typeface="Meiryo UI" panose="020B0604030504040204" pitchFamily="50" charset="-128"/>
                          <a:ea typeface="Meiryo UI" panose="020B0604030504040204" pitchFamily="50" charset="-128"/>
                        </a:rPr>
                        <a:t>2</a:t>
                      </a:r>
                      <a:r>
                        <a:rPr lang="ja-JP" altLang="en-US" sz="1800" b="0" noProof="0" dirty="0">
                          <a:latin typeface="Meiryo UI" panose="020B0604030504040204" pitchFamily="50" charset="-128"/>
                          <a:ea typeface="Meiryo UI" panose="020B0604030504040204" pitchFamily="50" charset="-128"/>
                        </a:rPr>
                        <a:t>つとは異なり両者の関係は全く別技術です。</a:t>
                      </a:r>
                      <a:endParaRPr lang="en-US" altLang="ja-JP" sz="18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84851">
                <a:tc>
                  <a:txBody>
                    <a:bodyPr/>
                    <a:lstStyle/>
                    <a:p>
                      <a:pPr algn="ctr" rtl="0"/>
                      <a:r>
                        <a:rPr lang="en-US" altLang="ja-JP" sz="2300" b="0" noProof="0" dirty="0">
                          <a:latin typeface="Meiryo UI" panose="020B0604030504040204" pitchFamily="50" charset="-128"/>
                          <a:ea typeface="Meiryo UI" panose="020B0604030504040204" pitchFamily="50" charset="-128"/>
                        </a:rPr>
                        <a:t>DNS/DHCP/NTP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1800" b="0" noProof="0" dirty="0">
                          <a:latin typeface="Meiryo UI" panose="020B0604030504040204" pitchFamily="50" charset="-128"/>
                          <a:ea typeface="Meiryo UI" panose="020B0604030504040204" pitchFamily="50" charset="-128"/>
                        </a:rPr>
                        <a:t>DNS/DHCP</a:t>
                      </a:r>
                      <a:r>
                        <a:rPr lang="ja-JP" altLang="en-US" sz="1800" b="0" noProof="0" dirty="0">
                          <a:latin typeface="Meiryo UI" panose="020B0604030504040204" pitchFamily="50" charset="-128"/>
                          <a:ea typeface="Meiryo UI" panose="020B0604030504040204" pitchFamily="50" charset="-128"/>
                        </a:rPr>
                        <a:t>については割愛させていただます。</a:t>
                      </a:r>
                      <a:r>
                        <a:rPr lang="en-US" altLang="ja-JP" sz="1800" b="0" noProof="0" dirty="0">
                          <a:latin typeface="Meiryo UI" panose="020B0604030504040204" pitchFamily="50" charset="-128"/>
                          <a:ea typeface="Meiryo UI" panose="020B0604030504040204" pitchFamily="50" charset="-128"/>
                        </a:rPr>
                        <a:t>NTP(</a:t>
                      </a:r>
                      <a:r>
                        <a:rPr lang="en-US" altLang="ja-JP" sz="1800" dirty="0"/>
                        <a:t>Network Time Protocol</a:t>
                      </a:r>
                      <a:r>
                        <a:rPr lang="en-US" altLang="ja-JP" sz="1800" b="0" noProof="0" dirty="0">
                          <a:latin typeface="Meiryo UI" panose="020B0604030504040204" pitchFamily="50" charset="-128"/>
                          <a:ea typeface="Meiryo UI" panose="020B0604030504040204" pitchFamily="50" charset="-128"/>
                        </a:rPr>
                        <a:t>)</a:t>
                      </a:r>
                      <a:r>
                        <a:rPr lang="ja-JP" altLang="en-US" sz="1800" b="0" noProof="0" dirty="0">
                          <a:latin typeface="Meiryo UI" panose="020B0604030504040204" pitchFamily="50" charset="-128"/>
                          <a:ea typeface="Meiryo UI" panose="020B0604030504040204" pitchFamily="50" charset="-128"/>
                        </a:rPr>
                        <a:t>は時間を管理してくれてこれによち</a:t>
                      </a:r>
                      <a:r>
                        <a:rPr lang="en-US" altLang="ja-JP" sz="1800" b="0" noProof="0" dirty="0">
                          <a:latin typeface="Meiryo UI" panose="020B0604030504040204" pitchFamily="50" charset="-128"/>
                          <a:ea typeface="Meiryo UI" panose="020B0604030504040204" pitchFamily="50" charset="-128"/>
                        </a:rPr>
                        <a:t>PC</a:t>
                      </a:r>
                      <a:r>
                        <a:rPr lang="ja-JP" altLang="en-US" sz="1800" b="0" noProof="0" dirty="0">
                          <a:latin typeface="Meiryo UI" panose="020B0604030504040204" pitchFamily="50" charset="-128"/>
                          <a:ea typeface="Meiryo UI" panose="020B0604030504040204" pitchFamily="50" charset="-128"/>
                        </a:rPr>
                        <a:t>が正しい時間を取得できます。</a:t>
                      </a:r>
                      <a:endParaRPr lang="en-US" altLang="ja-JP" sz="18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427338871"/>
                  </a:ext>
                </a:extLst>
              </a:tr>
              <a:tr h="615179">
                <a:tc>
                  <a:txBody>
                    <a:bodyPr/>
                    <a:lstStyle/>
                    <a:p>
                      <a:pPr algn="ctr" rtl="0"/>
                      <a:r>
                        <a:rPr lang="en-US" altLang="ja-JP" sz="2300" b="0" noProof="0" dirty="0">
                          <a:latin typeface="Meiryo UI" panose="020B0604030504040204" pitchFamily="50" charset="-128"/>
                          <a:ea typeface="Meiryo UI" panose="020B0604030504040204" pitchFamily="50" charset="-128"/>
                        </a:rPr>
                        <a:t>POP3/SMTP/IMAP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1800" b="0" noProof="0" dirty="0">
                          <a:latin typeface="Meiryo UI" panose="020B0604030504040204" pitchFamily="50" charset="-128"/>
                          <a:ea typeface="Meiryo UI" panose="020B0604030504040204" pitchFamily="50" charset="-128"/>
                        </a:rPr>
                        <a:t>メール関連のプロトコルです。名前だけ覚えて下さい。</a:t>
                      </a:r>
                      <a:endParaRPr lang="en-US" altLang="ja-JP" sz="18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1417003178"/>
                  </a:ext>
                </a:extLst>
              </a:tr>
            </a:tbl>
          </a:graphicData>
        </a:graphic>
      </p:graphicFrame>
      <p:sp>
        <p:nvSpPr>
          <p:cNvPr id="11" name="四角形: 角を丸くする 10">
            <a:extLst>
              <a:ext uri="{FF2B5EF4-FFF2-40B4-BE49-F238E27FC236}">
                <a16:creationId xmlns:a16="http://schemas.microsoft.com/office/drawing/2014/main" id="{2B3687A3-802E-A544-A01E-2AF0C4F692D3}"/>
              </a:ext>
            </a:extLst>
          </p:cNvPr>
          <p:cNvSpPr/>
          <p:nvPr/>
        </p:nvSpPr>
        <p:spPr>
          <a:xfrm>
            <a:off x="5763986" y="303711"/>
            <a:ext cx="5558445" cy="1714500"/>
          </a:xfrm>
          <a:prstGeom prst="roundRect">
            <a:avLst>
              <a:gd name="adj" fmla="val 50000"/>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ja-JP" altLang="en-US" sz="1800" dirty="0">
                <a:solidFill>
                  <a:schemeClr val="bg1"/>
                </a:solidFill>
              </a:rPr>
              <a:t>アプリケーション層はユーザーやアプリケーション</a:t>
            </a:r>
            <a:br>
              <a:rPr lang="en-US" altLang="ja-JP" sz="1800" dirty="0">
                <a:solidFill>
                  <a:schemeClr val="bg1"/>
                </a:solidFill>
              </a:rPr>
            </a:br>
            <a:r>
              <a:rPr lang="ja-JP" altLang="en-US" sz="1800" dirty="0">
                <a:solidFill>
                  <a:schemeClr val="bg1"/>
                </a:solidFill>
              </a:rPr>
              <a:t>が直接利用する通信です。</a:t>
            </a:r>
            <a:br>
              <a:rPr lang="en-US" altLang="ja-JP" sz="1800" dirty="0">
                <a:solidFill>
                  <a:schemeClr val="bg1"/>
                </a:solidFill>
              </a:rPr>
            </a:br>
            <a:r>
              <a:rPr lang="ja-JP" altLang="en-US" sz="1800" dirty="0">
                <a:solidFill>
                  <a:schemeClr val="bg1"/>
                </a:solidFill>
              </a:rPr>
              <a:t>覚えるポイントとして最後に</a:t>
            </a:r>
            <a:r>
              <a:rPr lang="en-US" altLang="ja-JP" sz="1800" dirty="0">
                <a:solidFill>
                  <a:schemeClr val="bg1"/>
                </a:solidFill>
              </a:rPr>
              <a:t>S</a:t>
            </a:r>
            <a:r>
              <a:rPr lang="ja-JP" altLang="en-US" sz="1800" dirty="0">
                <a:solidFill>
                  <a:schemeClr val="bg1"/>
                </a:solidFill>
              </a:rPr>
              <a:t>がつくプロトコルは</a:t>
            </a:r>
            <a:r>
              <a:rPr lang="en-US" altLang="ja-JP" sz="1800" dirty="0" err="1">
                <a:solidFill>
                  <a:schemeClr val="bg1"/>
                </a:solidFill>
              </a:rPr>
              <a:t>overTLS</a:t>
            </a:r>
            <a:r>
              <a:rPr lang="ja-JP" altLang="en-US" dirty="0">
                <a:solidFill>
                  <a:schemeClr val="bg1"/>
                </a:solidFill>
              </a:rPr>
              <a:t>というのが多く</a:t>
            </a:r>
            <a:r>
              <a:rPr lang="en-US" altLang="ja-JP" dirty="0">
                <a:solidFill>
                  <a:schemeClr val="bg1"/>
                </a:solidFill>
              </a:rPr>
              <a:t>TLS</a:t>
            </a:r>
            <a:r>
              <a:rPr lang="ja-JP" altLang="en-US" dirty="0">
                <a:solidFill>
                  <a:schemeClr val="bg1"/>
                </a:solidFill>
              </a:rPr>
              <a:t>を経由します。</a:t>
            </a:r>
            <a:endParaRPr lang="en-US" altLang="ja-JP" dirty="0">
              <a:solidFill>
                <a:schemeClr val="bg1"/>
              </a:solidFill>
            </a:endParaRPr>
          </a:p>
        </p:txBody>
      </p:sp>
    </p:spTree>
    <p:extLst>
      <p:ext uri="{BB962C8B-B14F-4D97-AF65-F5344CB8AC3E}">
        <p14:creationId xmlns:p14="http://schemas.microsoft.com/office/powerpoint/2010/main" val="427444602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38C21-3EB9-476E-4FDE-36984B05425C}"/>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FCFBC8FD-ED53-492B-D8F4-7668F2B8305F}"/>
              </a:ext>
            </a:extLst>
          </p:cNvPr>
          <p:cNvSpPr>
            <a:spLocks noGrp="1"/>
          </p:cNvSpPr>
          <p:nvPr>
            <p:ph type="ctrTitle"/>
          </p:nvPr>
        </p:nvSpPr>
        <p:spPr>
          <a:xfrm>
            <a:off x="4892040" y="487679"/>
            <a:ext cx="7162800" cy="3291840"/>
          </a:xfrm>
        </p:spPr>
        <p:txBody>
          <a:bodyPr rtlCol="0"/>
          <a:lstStyle>
            <a:defPPr>
              <a:defRPr lang="ja-JP"/>
            </a:defPPr>
          </a:lstStyle>
          <a:p>
            <a:pPr algn="r" rtl="0"/>
            <a:r>
              <a:rPr lang="ja-JP" altLang="en-US" dirty="0"/>
              <a:t>それ以外の押さえておくべき技術</a:t>
            </a:r>
            <a:endParaRPr lang="ja-JP" altLang="ja-JP" dirty="0"/>
          </a:p>
        </p:txBody>
      </p:sp>
    </p:spTree>
    <p:extLst>
      <p:ext uri="{BB962C8B-B14F-4D97-AF65-F5344CB8AC3E}">
        <p14:creationId xmlns:p14="http://schemas.microsoft.com/office/powerpoint/2010/main" val="312974386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0370C-8D43-CCC1-225A-89E9BAB41B4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B4E2076-D3FF-884D-ABE5-06B4995AC6C6}"/>
              </a:ext>
            </a:extLst>
          </p:cNvPr>
          <p:cNvSpPr>
            <a:spLocks noGrp="1"/>
          </p:cNvSpPr>
          <p:nvPr>
            <p:ph type="ctrTitle"/>
          </p:nvPr>
        </p:nvSpPr>
        <p:spPr>
          <a:xfrm>
            <a:off x="6299835" y="430529"/>
            <a:ext cx="5486400" cy="3291840"/>
          </a:xfrm>
        </p:spPr>
        <p:txBody>
          <a:bodyPr rtlCol="0" anchor="b">
            <a:normAutofit/>
          </a:bodyPr>
          <a:lstStyle>
            <a:defPPr>
              <a:defRPr lang="ja-JP"/>
            </a:defPPr>
          </a:lstStyle>
          <a:p>
            <a:pPr rtl="0"/>
            <a:r>
              <a:rPr lang="ja-JP" altLang="en-US" dirty="0"/>
              <a:t>その他の技術</a:t>
            </a:r>
            <a:endParaRPr lang="ja-JP" altLang="ja-JP" dirty="0"/>
          </a:p>
        </p:txBody>
      </p:sp>
      <p:pic>
        <p:nvPicPr>
          <p:cNvPr id="12" name="図プレースホルダー 4">
            <a:extLst>
              <a:ext uri="{FF2B5EF4-FFF2-40B4-BE49-F238E27FC236}">
                <a16:creationId xmlns:a16="http://schemas.microsoft.com/office/drawing/2014/main" id="{488FDAD2-F086-CBCE-EBA9-21E38BED592B}"/>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l="19909" r="23908" b="1"/>
          <a:stretch>
            <a:fillRect/>
          </a:stretch>
        </p:blipFill>
        <p:spPr>
          <a:xfrm>
            <a:off x="20" y="-11113"/>
            <a:ext cx="5791180" cy="6880226"/>
          </a:xfrm>
          <a:noFill/>
        </p:spPr>
      </p:pic>
      <p:sp>
        <p:nvSpPr>
          <p:cNvPr id="3" name="テキスト プレースホルダー 2">
            <a:extLst>
              <a:ext uri="{FF2B5EF4-FFF2-40B4-BE49-F238E27FC236}">
                <a16:creationId xmlns:a16="http://schemas.microsoft.com/office/drawing/2014/main" id="{39D34029-B0D8-4D95-56D2-B289AF7EDA5F}"/>
              </a:ext>
            </a:extLst>
          </p:cNvPr>
          <p:cNvSpPr>
            <a:spLocks noGrp="1"/>
          </p:cNvSpPr>
          <p:nvPr>
            <p:ph type="body" sz="quarter" idx="11"/>
          </p:nvPr>
        </p:nvSpPr>
        <p:spPr>
          <a:xfrm>
            <a:off x="6299835" y="4568602"/>
            <a:ext cx="5486400" cy="1645920"/>
          </a:xfrm>
        </p:spPr>
        <p:txBody>
          <a:bodyPr rtlCol="0">
            <a:normAutofit/>
          </a:bodyPr>
          <a:lstStyle>
            <a:defPPr>
              <a:defRPr lang="ja-JP"/>
            </a:defPPr>
          </a:lstStyle>
          <a:p>
            <a:r>
              <a:rPr lang="ja-JP" altLang="en-US" dirty="0"/>
              <a:t>ネットワークにはほかにも押さえておくべき多くの技術があり、代表的なものを紹介します。</a:t>
            </a:r>
          </a:p>
        </p:txBody>
      </p:sp>
    </p:spTree>
    <p:extLst>
      <p:ext uri="{BB962C8B-B14F-4D97-AF65-F5344CB8AC3E}">
        <p14:creationId xmlns:p14="http://schemas.microsoft.com/office/powerpoint/2010/main" val="185937064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B00BE-B3F9-7BE5-C5CB-6C6E7B2567AB}"/>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792D3385-A4D3-0CD3-366E-1C29438ACA0D}"/>
              </a:ext>
            </a:extLst>
          </p:cNvPr>
          <p:cNvGraphicFramePr>
            <a:graphicFrameLocks noGrp="1"/>
          </p:cNvGraphicFramePr>
          <p:nvPr>
            <p:ph sz="quarter" idx="13"/>
            <p:extLst>
              <p:ext uri="{D42A27DB-BD31-4B8C-83A1-F6EECF244321}">
                <p14:modId xmlns:p14="http://schemas.microsoft.com/office/powerpoint/2010/main" val="1418295436"/>
              </p:ext>
            </p:extLst>
          </p:nvPr>
        </p:nvGraphicFramePr>
        <p:xfrm>
          <a:off x="869568" y="174430"/>
          <a:ext cx="10452864" cy="6509140"/>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4200064">
                  <a:extLst>
                    <a:ext uri="{9D8B030D-6E8A-4147-A177-3AD203B41FA5}">
                      <a16:colId xmlns:a16="http://schemas.microsoft.com/office/drawing/2014/main" val="3472639139"/>
                    </a:ext>
                  </a:extLst>
                </a:gridCol>
                <a:gridCol w="4200064">
                  <a:extLst>
                    <a:ext uri="{9D8B030D-6E8A-4147-A177-3AD203B41FA5}">
                      <a16:colId xmlns:a16="http://schemas.microsoft.com/office/drawing/2014/main" val="738368328"/>
                    </a:ext>
                  </a:extLst>
                </a:gridCol>
              </a:tblGrid>
              <a:tr h="95513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Cookie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ブラウザで閲覧した時の情報を、ブラウザを介して閲覧者の</a:t>
                      </a:r>
                      <a:r>
                        <a:rPr lang="en-US" altLang="ja-JP" sz="2300" b="0" noProof="0" dirty="0">
                          <a:latin typeface="Meiryo UI" panose="020B0604030504040204" pitchFamily="50" charset="-128"/>
                          <a:ea typeface="Meiryo UI" panose="020B0604030504040204" pitchFamily="50" charset="-128"/>
                        </a:rPr>
                        <a:t>PC</a:t>
                      </a:r>
                      <a:r>
                        <a:rPr lang="ja-JP" altLang="en-US" sz="2300" b="0" noProof="0" dirty="0">
                          <a:latin typeface="Meiryo UI" panose="020B0604030504040204" pitchFamily="50" charset="-128"/>
                          <a:ea typeface="Meiryo UI" panose="020B0604030504040204" pitchFamily="50" charset="-128"/>
                        </a:rPr>
                        <a:t>に保存することができる技術です。</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顧客毎の常連様情報</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ノート</a:t>
                      </a:r>
                      <a:r>
                        <a:rPr lang="en-US" altLang="ja-JP" sz="2300" b="0" noProof="0" dirty="0">
                          <a:latin typeface="Meiryo UI" panose="020B0604030504040204" pitchFamily="50" charset="-128"/>
                          <a:ea typeface="Meiryo UI" panose="020B0604030504040204" pitchFamily="50" charset="-128"/>
                        </a:rPr>
                        <a:t>)</a:t>
                      </a:r>
                      <a:br>
                        <a:rPr lang="en-US" altLang="ja-JP" sz="2300" b="0" noProof="0" dirty="0">
                          <a:latin typeface="Meiryo UI" panose="020B0604030504040204" pitchFamily="50" charset="-128"/>
                          <a:ea typeface="Meiryo UI" panose="020B0604030504040204" pitchFamily="50" charset="-128"/>
                        </a:rPr>
                      </a:br>
                      <a:r>
                        <a:rPr lang="ja-JP" altLang="en-US" sz="1800" b="0" noProof="0" dirty="0">
                          <a:solidFill>
                            <a:srgbClr val="FF0000"/>
                          </a:solidFill>
                          <a:latin typeface="Meiryo UI" panose="020B0604030504040204" pitchFamily="50" charset="-128"/>
                          <a:ea typeface="Meiryo UI" panose="020B0604030504040204" pitchFamily="50" charset="-128"/>
                        </a:rPr>
                        <a:t>注意</a:t>
                      </a:r>
                      <a:r>
                        <a:rPr lang="en-US" altLang="ja-JP" sz="1800" b="0" noProof="0" dirty="0">
                          <a:solidFill>
                            <a:srgbClr val="FF0000"/>
                          </a:solidFill>
                          <a:latin typeface="Meiryo UI" panose="020B0604030504040204" pitchFamily="50" charset="-128"/>
                          <a:ea typeface="Meiryo UI" panose="020B0604030504040204" pitchFamily="50" charset="-128"/>
                        </a:rPr>
                        <a:t>:</a:t>
                      </a:r>
                      <a:r>
                        <a:rPr lang="ja-JP" altLang="en-US" sz="1800" b="0" noProof="0" dirty="0">
                          <a:solidFill>
                            <a:srgbClr val="FF0000"/>
                          </a:solidFill>
                          <a:latin typeface="Meiryo UI" panose="020B0604030504040204" pitchFamily="50" charset="-128"/>
                          <a:ea typeface="Meiryo UI" panose="020B0604030504040204" pitchFamily="50" charset="-128"/>
                        </a:rPr>
                        <a:t>保存はクライアント側です。</a:t>
                      </a:r>
                    </a:p>
                  </a:txBody>
                  <a:tcPr marL="117478" marR="117478" marT="58740" marB="58740" anchor="ctr"/>
                </a:tc>
                <a:extLst>
                  <a:ext uri="{0D108BD9-81ED-4DB2-BD59-A6C34878D82A}">
                    <a16:rowId xmlns:a16="http://schemas.microsoft.com/office/drawing/2014/main" val="3298013591"/>
                  </a:ext>
                </a:extLst>
              </a:tr>
              <a:tr h="955135">
                <a:tc>
                  <a:txBody>
                    <a:bodyPr/>
                    <a:lstStyle/>
                    <a:p>
                      <a:pPr algn="ctr" rtl="0"/>
                      <a:r>
                        <a:rPr lang="ja-JP" altLang="en-US" sz="2300" b="0" noProof="0" dirty="0">
                          <a:latin typeface="Meiryo UI" panose="020B0604030504040204" pitchFamily="50" charset="-128"/>
                          <a:ea typeface="Meiryo UI" panose="020B0604030504040204" pitchFamily="50" charset="-128"/>
                        </a:rPr>
                        <a:t>キャッシュ</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アクセス先の画像や</a:t>
                      </a:r>
                      <a:r>
                        <a:rPr lang="en-US" altLang="ja-JP" sz="2300" b="0" noProof="0" dirty="0">
                          <a:latin typeface="Meiryo UI" panose="020B0604030504040204" pitchFamily="50" charset="-128"/>
                          <a:ea typeface="Meiryo UI" panose="020B0604030504040204" pitchFamily="50" charset="-128"/>
                        </a:rPr>
                        <a:t>HTML</a:t>
                      </a:r>
                      <a:r>
                        <a:rPr lang="ja-JP" altLang="en-US" sz="2300" b="0" noProof="0" dirty="0">
                          <a:latin typeface="Meiryo UI" panose="020B0604030504040204" pitchFamily="50" charset="-128"/>
                          <a:ea typeface="Meiryo UI" panose="020B0604030504040204" pitchFamily="50" charset="-128"/>
                        </a:rPr>
                        <a:t>等を一時的に保存しておく技術。</a:t>
                      </a:r>
                    </a:p>
                  </a:txBody>
                  <a:tcPr marL="117478" marR="117478" marT="58740" marB="58740" anchor="ctr"/>
                </a:tc>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気に入った店や商品をメモしておく</a:t>
                      </a:r>
                      <a:endParaRPr lang="en-US" altLang="ja-JP" sz="2300" b="0" noProof="0" dirty="0">
                        <a:solidFill>
                          <a:schemeClr val="bg1"/>
                        </a:solidFill>
                        <a:latin typeface="Meiryo UI" panose="020B0604030504040204" pitchFamily="50" charset="-128"/>
                        <a:ea typeface="Meiryo UI" panose="020B0604030504040204" pitchFamily="50" charset="-128"/>
                      </a:endParaRPr>
                    </a:p>
                    <a:p>
                      <a:pPr algn="ctr" rtl="0"/>
                      <a:r>
                        <a:rPr lang="ja-JP" altLang="en-US" sz="1800" b="0" noProof="0" dirty="0">
                          <a:solidFill>
                            <a:srgbClr val="FF0000"/>
                          </a:solidFill>
                          <a:latin typeface="Meiryo UI" panose="020B0604030504040204" pitchFamily="50" charset="-128"/>
                          <a:ea typeface="Meiryo UI" panose="020B0604030504040204" pitchFamily="50" charset="-128"/>
                        </a:rPr>
                        <a:t>注意</a:t>
                      </a:r>
                      <a:r>
                        <a:rPr lang="en-US" altLang="ja-JP" sz="1800" b="0" noProof="0" dirty="0">
                          <a:solidFill>
                            <a:srgbClr val="FF0000"/>
                          </a:solidFill>
                          <a:latin typeface="Meiryo UI" panose="020B0604030504040204" pitchFamily="50" charset="-128"/>
                          <a:ea typeface="Meiryo UI" panose="020B0604030504040204" pitchFamily="50" charset="-128"/>
                        </a:rPr>
                        <a:t>:</a:t>
                      </a:r>
                      <a:r>
                        <a:rPr lang="ja-JP" altLang="en-US" sz="1800" b="0" noProof="0" dirty="0">
                          <a:solidFill>
                            <a:srgbClr val="FF0000"/>
                          </a:solidFill>
                          <a:latin typeface="Meiryo UI" panose="020B0604030504040204" pitchFamily="50" charset="-128"/>
                          <a:ea typeface="Meiryo UI" panose="020B0604030504040204" pitchFamily="50" charset="-128"/>
                        </a:rPr>
                        <a:t>保存はクライアント側です。</a:t>
                      </a:r>
                      <a:endParaRPr lang="ja-JP" altLang="en-US" sz="18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2323680756"/>
                  </a:ext>
                </a:extLst>
              </a:tr>
              <a:tr h="955135">
                <a:tc>
                  <a:txBody>
                    <a:bodyPr/>
                    <a:lstStyle/>
                    <a:p>
                      <a:pPr algn="ctr" rtl="0"/>
                      <a:r>
                        <a:rPr lang="en-US" altLang="ja-JP" sz="2300" b="0" noProof="0" dirty="0">
                          <a:latin typeface="Meiryo UI" panose="020B0604030504040204" pitchFamily="50" charset="-128"/>
                          <a:ea typeface="Meiryo UI" panose="020B0604030504040204" pitchFamily="50" charset="-128"/>
                        </a:rPr>
                        <a:t>MIME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メールや</a:t>
                      </a:r>
                      <a:r>
                        <a:rPr lang="en-US" altLang="ja-JP" sz="2300" b="0" noProof="0" dirty="0">
                          <a:latin typeface="Meiryo UI" panose="020B0604030504040204" pitchFamily="50" charset="-128"/>
                          <a:ea typeface="Meiryo UI" panose="020B0604030504040204" pitchFamily="50" charset="-128"/>
                        </a:rPr>
                        <a:t>Web</a:t>
                      </a:r>
                      <a:r>
                        <a:rPr lang="ja-JP" altLang="en-US" sz="2300" b="0" noProof="0" dirty="0">
                          <a:latin typeface="Meiryo UI" panose="020B0604030504040204" pitchFamily="50" charset="-128"/>
                          <a:ea typeface="Meiryo UI" panose="020B0604030504040204" pitchFamily="50" charset="-128"/>
                        </a:rPr>
                        <a:t>サイトで画像を適切に処理してもらうための技術</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画像をバラバラに送ってもとに戻す方法を伝える為の技術</a:t>
                      </a:r>
                    </a:p>
                  </a:txBody>
                  <a:tcPr marL="117478" marR="117478" marT="58740" marB="58740" anchor="ctr"/>
                </a:tc>
                <a:extLst>
                  <a:ext uri="{0D108BD9-81ED-4DB2-BD59-A6C34878D82A}">
                    <a16:rowId xmlns:a16="http://schemas.microsoft.com/office/drawing/2014/main" val="1566438192"/>
                  </a:ext>
                </a:extLst>
              </a:tr>
              <a:tr h="95513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CSV/XML</a:t>
                      </a:r>
                      <a:br>
                        <a:rPr lang="en-US" altLang="ja-JP" sz="2300" b="0" noProof="0" dirty="0">
                          <a:latin typeface="Meiryo UI" panose="020B0604030504040204" pitchFamily="50" charset="-128"/>
                          <a:ea typeface="Meiryo UI" panose="020B0604030504040204" pitchFamily="50" charset="-128"/>
                        </a:rPr>
                      </a:br>
                      <a:r>
                        <a:rPr lang="en-US" altLang="ja-JP" sz="2300" b="0" noProof="0" dirty="0">
                          <a:latin typeface="Meiryo UI" panose="020B0604030504040204" pitchFamily="50" charset="-128"/>
                          <a:ea typeface="Meiryo UI" panose="020B0604030504040204" pitchFamily="50" charset="-128"/>
                        </a:rPr>
                        <a:t>/JSON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データを格納するファイル形式で保存・データ連携で活用されます。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主に外部から直で</a:t>
                      </a:r>
                      <a:r>
                        <a:rPr lang="en-US" altLang="ja-JP" sz="2300" b="0" noProof="0" dirty="0">
                          <a:latin typeface="Meiryo UI" panose="020B0604030504040204" pitchFamily="50" charset="-128"/>
                          <a:ea typeface="Meiryo UI" panose="020B0604030504040204" pitchFamily="50" charset="-128"/>
                        </a:rPr>
                        <a:t>DB</a:t>
                      </a:r>
                      <a:r>
                        <a:rPr lang="ja-JP" altLang="en-US" sz="2300" b="0" noProof="0" dirty="0">
                          <a:latin typeface="Meiryo UI" panose="020B0604030504040204" pitchFamily="50" charset="-128"/>
                          <a:ea typeface="Meiryo UI" panose="020B0604030504040204" pitchFamily="50" charset="-128"/>
                        </a:rPr>
                        <a:t>にアクセスさせたくないとき等のデータの出力先に使われます。</a:t>
                      </a:r>
                      <a:br>
                        <a:rPr lang="en-US" altLang="ja-JP" sz="2300" b="0" noProof="0" dirty="0">
                          <a:latin typeface="Meiryo UI" panose="020B0604030504040204" pitchFamily="50" charset="-128"/>
                          <a:ea typeface="Meiryo UI" panose="020B0604030504040204" pitchFamily="50" charset="-128"/>
                        </a:rPr>
                      </a:b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95513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API</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特定の</a:t>
                      </a:r>
                      <a:r>
                        <a:rPr lang="en-US" altLang="ja-JP" sz="2300" b="0" noProof="0" dirty="0">
                          <a:latin typeface="Meiryo UI" panose="020B0604030504040204" pitchFamily="50" charset="-128"/>
                          <a:ea typeface="Meiryo UI" panose="020B0604030504040204" pitchFamily="50" charset="-128"/>
                        </a:rPr>
                        <a:t>URL</a:t>
                      </a:r>
                      <a:r>
                        <a:rPr lang="ja-JP" altLang="en-US" sz="2300" b="0" noProof="0" dirty="0">
                          <a:latin typeface="Meiryo UI" panose="020B0604030504040204" pitchFamily="50" charset="-128"/>
                          <a:ea typeface="Meiryo UI" panose="020B0604030504040204" pitchFamily="50" charset="-128"/>
                        </a:rPr>
                        <a:t>にリクエストを送ってデータや機能を利用できる仕組み</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窓口毎で受けられるサービスが変わる。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955135">
                <a:tc>
                  <a:txBody>
                    <a:bodyPr/>
                    <a:lstStyle/>
                    <a:p>
                      <a:pPr algn="ctr" rtl="0"/>
                      <a:r>
                        <a:rPr lang="en-US" altLang="ja-JP" sz="2300" b="0" noProof="0" dirty="0">
                          <a:latin typeface="Meiryo UI" panose="020B0604030504040204" pitchFamily="50" charset="-128"/>
                          <a:ea typeface="Meiryo UI" panose="020B0604030504040204" pitchFamily="50" charset="-128"/>
                        </a:rPr>
                        <a:t>WebSocket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http</a:t>
                      </a:r>
                      <a:r>
                        <a:rPr lang="ja-JP" altLang="en-US" sz="2300" b="0" noProof="0" dirty="0">
                          <a:latin typeface="Meiryo UI" panose="020B0604030504040204" pitchFamily="50" charset="-128"/>
                          <a:ea typeface="Meiryo UI" panose="020B0604030504040204" pitchFamily="50" charset="-128"/>
                        </a:rPr>
                        <a:t>通信を利用して相互通信を可能にします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LINE</a:t>
                      </a:r>
                      <a:r>
                        <a:rPr lang="ja-JP" altLang="en-US" sz="2300" b="0" noProof="0" dirty="0">
                          <a:latin typeface="Meiryo UI" panose="020B0604030504040204" pitchFamily="50" charset="-128"/>
                          <a:ea typeface="Meiryo UI" panose="020B0604030504040204" pitchFamily="50" charset="-128"/>
                        </a:rPr>
                        <a:t>のメッセージが届くような動作</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736865669"/>
                  </a:ext>
                </a:extLst>
              </a:tr>
            </a:tbl>
          </a:graphicData>
        </a:graphic>
      </p:graphicFrame>
    </p:spTree>
    <p:extLst>
      <p:ext uri="{BB962C8B-B14F-4D97-AF65-F5344CB8AC3E}">
        <p14:creationId xmlns:p14="http://schemas.microsoft.com/office/powerpoint/2010/main" val="163895135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DB401-0D48-CC5F-1439-8A91B4A529A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346FDBF-EBF7-06F6-1236-4B0849525CBC}"/>
              </a:ext>
            </a:extLst>
          </p:cNvPr>
          <p:cNvSpPr>
            <a:spLocks noGrp="1"/>
          </p:cNvSpPr>
          <p:nvPr>
            <p:ph type="ctrTitle"/>
          </p:nvPr>
        </p:nvSpPr>
        <p:spPr>
          <a:xfrm>
            <a:off x="594359" y="411479"/>
            <a:ext cx="7247313" cy="3291840"/>
          </a:xfrm>
        </p:spPr>
        <p:txBody>
          <a:bodyPr rtlCol="0"/>
          <a:lstStyle>
            <a:defPPr>
              <a:defRPr lang="ja-JP"/>
            </a:defPPr>
          </a:lstStyle>
          <a:p>
            <a:pPr rtl="0"/>
            <a:r>
              <a:rPr lang="ja-JP" dirty="0"/>
              <a:t>ありがとうございました</a:t>
            </a:r>
          </a:p>
        </p:txBody>
      </p:sp>
      <p:sp>
        <p:nvSpPr>
          <p:cNvPr id="3" name="テキスト プレースホルダー 2">
            <a:extLst>
              <a:ext uri="{FF2B5EF4-FFF2-40B4-BE49-F238E27FC236}">
                <a16:creationId xmlns:a16="http://schemas.microsoft.com/office/drawing/2014/main" id="{81BE2083-7B66-EE2F-2004-708DE9310806}"/>
              </a:ext>
            </a:extLst>
          </p:cNvPr>
          <p:cNvSpPr>
            <a:spLocks noGrp="1"/>
          </p:cNvSpPr>
          <p:nvPr>
            <p:ph type="body" sz="quarter" idx="11"/>
          </p:nvPr>
        </p:nvSpPr>
        <p:spPr>
          <a:xfrm>
            <a:off x="594360" y="4549552"/>
            <a:ext cx="5486400" cy="1645920"/>
          </a:xfrm>
        </p:spPr>
        <p:txBody>
          <a:bodyPr rtlCol="0"/>
          <a:lstStyle>
            <a:defPPr>
              <a:defRPr lang="ja-JP"/>
            </a:defPPr>
          </a:lstStyle>
          <a:p>
            <a:pPr rtl="0"/>
            <a:r>
              <a:rPr lang="ja-JP" altLang="en-US" dirty="0"/>
              <a:t>榑林昭太</a:t>
            </a:r>
            <a:endParaRPr lang="ja-JP" dirty="0"/>
          </a:p>
          <a:p>
            <a:pPr rtl="0"/>
            <a:r>
              <a:rPr lang="en-US" altLang="ja-JP" dirty="0"/>
              <a:t>080</a:t>
            </a:r>
            <a:r>
              <a:rPr lang="ja-JP" dirty="0"/>
              <a:t>-</a:t>
            </a:r>
            <a:r>
              <a:rPr lang="en-US" altLang="ja-JP" dirty="0"/>
              <a:t>7007</a:t>
            </a:r>
            <a:r>
              <a:rPr lang="ja-JP" dirty="0"/>
              <a:t>-</a:t>
            </a:r>
            <a:r>
              <a:rPr lang="en-US" altLang="ja-JP" dirty="0"/>
              <a:t>3476</a:t>
            </a:r>
            <a:endParaRPr lang="ja-JP" dirty="0"/>
          </a:p>
          <a:p>
            <a:pPr rtl="0"/>
            <a:r>
              <a:rPr lang="en-US" altLang="ja-JP" dirty="0"/>
              <a:t>s-kurebayashi</a:t>
            </a:r>
            <a:r>
              <a:rPr lang="ja-JP" dirty="0"/>
              <a:t>@</a:t>
            </a:r>
            <a:r>
              <a:rPr lang="en-US" altLang="ja-JP" dirty="0"/>
              <a:t>ciel-japan.jp</a:t>
            </a:r>
            <a:endParaRPr lang="ja-JP" dirty="0"/>
          </a:p>
          <a:p>
            <a:pPr rtl="0"/>
            <a:r>
              <a:rPr lang="en-US" altLang="ja-JP" dirty="0"/>
              <a:t>https://ciel-japan.jp</a:t>
            </a:r>
            <a:endParaRPr lang="ja-JP" dirty="0"/>
          </a:p>
        </p:txBody>
      </p:sp>
    </p:spTree>
    <p:extLst>
      <p:ext uri="{BB962C8B-B14F-4D97-AF65-F5344CB8AC3E}">
        <p14:creationId xmlns:p14="http://schemas.microsoft.com/office/powerpoint/2010/main" val="99004167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543B0-C46F-F721-7DE6-0FE900FEB07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C088291-FF76-7B75-4C6A-F75F99605AF0}"/>
              </a:ext>
            </a:extLst>
          </p:cNvPr>
          <p:cNvSpPr>
            <a:spLocks noGrp="1"/>
          </p:cNvSpPr>
          <p:nvPr>
            <p:ph type="title"/>
          </p:nvPr>
        </p:nvSpPr>
        <p:spPr>
          <a:xfrm>
            <a:off x="1206817" y="1643466"/>
            <a:ext cx="9778365" cy="3893038"/>
          </a:xfrm>
        </p:spPr>
        <p:txBody>
          <a:bodyPr rtlCol="0" anchor="b">
            <a:noAutofit/>
          </a:bodyPr>
          <a:lstStyle>
            <a:defPPr>
              <a:defRPr lang="ja-JP"/>
            </a:defPPr>
          </a:lstStyle>
          <a:p>
            <a:pPr rtl="0"/>
            <a:r>
              <a:rPr lang="ja-JP" altLang="en-US" sz="15000" dirty="0"/>
              <a:t>一旦終わり</a:t>
            </a:r>
            <a:endParaRPr lang="ja-JP" sz="15000" dirty="0"/>
          </a:p>
        </p:txBody>
      </p:sp>
    </p:spTree>
    <p:extLst>
      <p:ext uri="{BB962C8B-B14F-4D97-AF65-F5344CB8AC3E}">
        <p14:creationId xmlns:p14="http://schemas.microsoft.com/office/powerpoint/2010/main" val="68140090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3FD5F-4825-96CE-6DD6-E6A91B4C6E41}"/>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6B03E4B9-D92C-1D1A-1903-22DC99E72E98}"/>
              </a:ext>
            </a:extLst>
          </p:cNvPr>
          <p:cNvSpPr>
            <a:spLocks noGrp="1"/>
          </p:cNvSpPr>
          <p:nvPr>
            <p:ph type="ctrTitle"/>
          </p:nvPr>
        </p:nvSpPr>
        <p:spPr>
          <a:xfrm>
            <a:off x="4892040" y="487679"/>
            <a:ext cx="7162800" cy="3291840"/>
          </a:xfrm>
        </p:spPr>
        <p:txBody>
          <a:bodyPr rtlCol="0"/>
          <a:lstStyle>
            <a:defPPr>
              <a:defRPr lang="ja-JP"/>
            </a:defPPr>
          </a:lstStyle>
          <a:p>
            <a:pPr algn="r" rtl="0"/>
            <a:r>
              <a:rPr lang="ja-JP" altLang="en-US" dirty="0"/>
              <a:t>雰囲気で用語解説</a:t>
            </a:r>
            <a:endParaRPr lang="ja-JP" altLang="ja-JP" dirty="0"/>
          </a:p>
        </p:txBody>
      </p:sp>
    </p:spTree>
    <p:extLst>
      <p:ext uri="{BB962C8B-B14F-4D97-AF65-F5344CB8AC3E}">
        <p14:creationId xmlns:p14="http://schemas.microsoft.com/office/powerpoint/2010/main" val="341096270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7BF2B-A412-501C-F6D7-AFCC9E887759}"/>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68D3ACAA-884F-F38A-7674-EA0443F59DF3}"/>
              </a:ext>
            </a:extLst>
          </p:cNvPr>
          <p:cNvGraphicFramePr>
            <a:graphicFrameLocks noGrp="1"/>
          </p:cNvGraphicFramePr>
          <p:nvPr>
            <p:ph sz="quarter" idx="13"/>
            <p:extLst>
              <p:ext uri="{D42A27DB-BD31-4B8C-83A1-F6EECF244321}">
                <p14:modId xmlns:p14="http://schemas.microsoft.com/office/powerpoint/2010/main" val="2035613950"/>
              </p:ext>
            </p:extLst>
          </p:nvPr>
        </p:nvGraphicFramePr>
        <p:xfrm>
          <a:off x="869568" y="1102608"/>
          <a:ext cx="10452864" cy="4889975"/>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4200064">
                  <a:extLst>
                    <a:ext uri="{9D8B030D-6E8A-4147-A177-3AD203B41FA5}">
                      <a16:colId xmlns:a16="http://schemas.microsoft.com/office/drawing/2014/main" val="3472639139"/>
                    </a:ext>
                  </a:extLst>
                </a:gridCol>
                <a:gridCol w="4200064">
                  <a:extLst>
                    <a:ext uri="{9D8B030D-6E8A-4147-A177-3AD203B41FA5}">
                      <a16:colId xmlns:a16="http://schemas.microsoft.com/office/drawing/2014/main" val="738368328"/>
                    </a:ext>
                  </a:extLst>
                </a:gridCol>
              </a:tblGrid>
              <a:tr h="97799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LAN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家、商業施設等の何かをする所</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自分の家、平和ビル</a:t>
                      </a:r>
                    </a:p>
                  </a:txBody>
                  <a:tcPr marL="117478" marR="117478" marT="58740" marB="58740" anchor="ctr"/>
                </a:tc>
                <a:extLst>
                  <a:ext uri="{0D108BD9-81ED-4DB2-BD59-A6C34878D82A}">
                    <a16:rowId xmlns:a16="http://schemas.microsoft.com/office/drawing/2014/main" val="3298013591"/>
                  </a:ext>
                </a:extLst>
              </a:tr>
              <a:tr h="97799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WAN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道、空路、海路</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道路とか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977995">
                <a:tc>
                  <a:txBody>
                    <a:bodyPr/>
                    <a:lstStyle>
                      <a:defPPr>
                        <a:defRPr lang="ja-JP"/>
                      </a:defPPr>
                    </a:lstStyle>
                    <a:p>
                      <a:pPr algn="ctr" rtl="0"/>
                      <a:r>
                        <a:rPr lang="ja-JP" altLang="en-US" sz="2400" b="0" noProof="0" dirty="0">
                          <a:latin typeface="Meiryo UI" panose="020B0604030504040204" pitchFamily="50" charset="-128"/>
                          <a:ea typeface="Meiryo UI" panose="020B0604030504040204" pitchFamily="50" charset="-128"/>
                        </a:rPr>
                        <a:t>ノード</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各部屋、お店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自分の部屋、</a:t>
                      </a:r>
                      <a:r>
                        <a:rPr lang="en-US" altLang="ja-JP" sz="2300" b="0" noProof="0" dirty="0">
                          <a:latin typeface="Meiryo UI" panose="020B0604030504040204" pitchFamily="50" charset="-128"/>
                          <a:ea typeface="Meiryo UI" panose="020B0604030504040204" pitchFamily="50" charset="-128"/>
                        </a:rPr>
                        <a:t>CL</a:t>
                      </a:r>
                      <a:r>
                        <a:rPr lang="ja-JP" altLang="en-US" sz="2300" b="0" noProof="0" dirty="0">
                          <a:latin typeface="Meiryo UI" panose="020B0604030504040204" pitchFamily="50" charset="-128"/>
                          <a:ea typeface="Meiryo UI" panose="020B0604030504040204" pitchFamily="50" charset="-128"/>
                        </a:rPr>
                        <a:t>株式会社</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977995">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977995">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bl>
          </a:graphicData>
        </a:graphic>
      </p:graphicFrame>
    </p:spTree>
    <p:extLst>
      <p:ext uri="{BB962C8B-B14F-4D97-AF65-F5344CB8AC3E}">
        <p14:creationId xmlns:p14="http://schemas.microsoft.com/office/powerpoint/2010/main" val="262379773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B0B0E-2EA6-8E8B-6916-4532B99F03DF}"/>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87E1044A-EEDD-9F8F-1D0E-A2CF2DDDC992}"/>
              </a:ext>
            </a:extLst>
          </p:cNvPr>
          <p:cNvGraphicFramePr>
            <a:graphicFrameLocks noGrp="1"/>
          </p:cNvGraphicFramePr>
          <p:nvPr>
            <p:ph sz="quarter" idx="13"/>
            <p:extLst>
              <p:ext uri="{D42A27DB-BD31-4B8C-83A1-F6EECF244321}">
                <p14:modId xmlns:p14="http://schemas.microsoft.com/office/powerpoint/2010/main" val="4043552425"/>
              </p:ext>
            </p:extLst>
          </p:nvPr>
        </p:nvGraphicFramePr>
        <p:xfrm>
          <a:off x="869568" y="1102608"/>
          <a:ext cx="10452864" cy="4889975"/>
        </p:xfrm>
        <a:graphic>
          <a:graphicData uri="http://schemas.openxmlformats.org/drawingml/2006/table">
            <a:tbl>
              <a:tblPr firstRow="1" bandRow="1">
                <a:tableStyleId>{8A107856-5554-42FB-B03E-39F5DBC370BA}</a:tableStyleId>
              </a:tblPr>
              <a:tblGrid>
                <a:gridCol w="2706389">
                  <a:extLst>
                    <a:ext uri="{9D8B030D-6E8A-4147-A177-3AD203B41FA5}">
                      <a16:colId xmlns:a16="http://schemas.microsoft.com/office/drawing/2014/main" val="127040821"/>
                    </a:ext>
                  </a:extLst>
                </a:gridCol>
                <a:gridCol w="3546411">
                  <a:extLst>
                    <a:ext uri="{9D8B030D-6E8A-4147-A177-3AD203B41FA5}">
                      <a16:colId xmlns:a16="http://schemas.microsoft.com/office/drawing/2014/main" val="3472639139"/>
                    </a:ext>
                  </a:extLst>
                </a:gridCol>
                <a:gridCol w="4200064">
                  <a:extLst>
                    <a:ext uri="{9D8B030D-6E8A-4147-A177-3AD203B41FA5}">
                      <a16:colId xmlns:a16="http://schemas.microsoft.com/office/drawing/2014/main" val="738368328"/>
                    </a:ext>
                  </a:extLst>
                </a:gridCol>
              </a:tblGrid>
              <a:tr h="97799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LAN</a:t>
                      </a:r>
                      <a:r>
                        <a:rPr lang="ja-JP" altLang="en-US" sz="2300" b="0" noProof="0" dirty="0">
                          <a:latin typeface="Meiryo UI" panose="020B0604030504040204" pitchFamily="50" charset="-128"/>
                          <a:ea typeface="Meiryo UI" panose="020B0604030504040204" pitchFamily="50" charset="-128"/>
                        </a:rPr>
                        <a:t>ケーブルや</a:t>
                      </a:r>
                      <a:br>
                        <a:rPr lang="en-US" altLang="ja-JP" sz="2300" b="0" noProof="0" dirty="0">
                          <a:latin typeface="Meiryo UI" panose="020B0604030504040204" pitchFamily="50" charset="-128"/>
                          <a:ea typeface="Meiryo UI" panose="020B0604030504040204" pitchFamily="50" charset="-128"/>
                        </a:rPr>
                      </a:br>
                      <a:r>
                        <a:rPr lang="en-US" altLang="ja-JP" sz="2300" b="0" noProof="0" dirty="0" err="1">
                          <a:latin typeface="Meiryo UI" panose="020B0604030504040204" pitchFamily="50" charset="-128"/>
                          <a:ea typeface="Meiryo UI" panose="020B0604030504040204" pitchFamily="50" charset="-128"/>
                        </a:rPr>
                        <a:t>WiFI</a:t>
                      </a:r>
                      <a:r>
                        <a:rPr lang="ja-JP" altLang="en-US" sz="2300" b="0" noProof="0" dirty="0">
                          <a:latin typeface="Meiryo UI" panose="020B0604030504040204" pitchFamily="50" charset="-128"/>
                          <a:ea typeface="Meiryo UI" panose="020B0604030504040204" pitchFamily="50" charset="-128"/>
                        </a:rPr>
                        <a:t>電波の通り道</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廊下、通路</a:t>
                      </a: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97799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NIC</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扉</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自分の部屋のドア</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97799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DMZ</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集合住宅のエントランス、会社のエントランス</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誰でも入れる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977995">
                <a:tc>
                  <a:txBody>
                    <a:bodyPr/>
                    <a:lstStyle/>
                    <a:p>
                      <a:pPr algn="ctr" rtl="0"/>
                      <a:r>
                        <a:rPr lang="en-US" altLang="ja-JP" sz="2300" b="0" noProof="0" dirty="0">
                          <a:latin typeface="Meiryo UI" panose="020B0604030504040204" pitchFamily="50" charset="-128"/>
                          <a:ea typeface="Meiryo UI" panose="020B0604030504040204" pitchFamily="50" charset="-128"/>
                        </a:rPr>
                        <a:t>VPN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従業員通用口</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お客さんからは中がどうなっているか分からない。</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977995">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bl>
          </a:graphicData>
        </a:graphic>
      </p:graphicFrame>
    </p:spTree>
    <p:extLst>
      <p:ext uri="{BB962C8B-B14F-4D97-AF65-F5344CB8AC3E}">
        <p14:creationId xmlns:p14="http://schemas.microsoft.com/office/powerpoint/2010/main" val="118918228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1C948-CC0A-D869-AC47-14DB976C15E9}"/>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18A66DCF-5550-787B-EACD-CC0E8CD7A26E}"/>
              </a:ext>
            </a:extLst>
          </p:cNvPr>
          <p:cNvGraphicFramePr>
            <a:graphicFrameLocks noGrp="1"/>
          </p:cNvGraphicFramePr>
          <p:nvPr>
            <p:ph sz="quarter" idx="13"/>
            <p:extLst>
              <p:ext uri="{D42A27DB-BD31-4B8C-83A1-F6EECF244321}">
                <p14:modId xmlns:p14="http://schemas.microsoft.com/office/powerpoint/2010/main" val="2503857171"/>
              </p:ext>
            </p:extLst>
          </p:nvPr>
        </p:nvGraphicFramePr>
        <p:xfrm>
          <a:off x="869568" y="1102609"/>
          <a:ext cx="10452864" cy="4775675"/>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4200064">
                  <a:extLst>
                    <a:ext uri="{9D8B030D-6E8A-4147-A177-3AD203B41FA5}">
                      <a16:colId xmlns:a16="http://schemas.microsoft.com/office/drawing/2014/main" val="3472639139"/>
                    </a:ext>
                  </a:extLst>
                </a:gridCol>
                <a:gridCol w="4200064">
                  <a:extLst>
                    <a:ext uri="{9D8B030D-6E8A-4147-A177-3AD203B41FA5}">
                      <a16:colId xmlns:a16="http://schemas.microsoft.com/office/drawing/2014/main" val="738368328"/>
                    </a:ext>
                  </a:extLst>
                </a:gridCol>
              </a:tblGrid>
              <a:tr h="955135">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データの中身</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人間</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結婚式に出よう</a:t>
                      </a:r>
                    </a:p>
                  </a:txBody>
                  <a:tcPr marL="117478" marR="117478" marT="58740" marB="58740" anchor="ctr"/>
                </a:tc>
                <a:extLst>
                  <a:ext uri="{0D108BD9-81ED-4DB2-BD59-A6C34878D82A}">
                    <a16:rowId xmlns:a16="http://schemas.microsoft.com/office/drawing/2014/main" val="3298013591"/>
                  </a:ext>
                </a:extLst>
              </a:tr>
              <a:tr h="955135">
                <a:tc>
                  <a:txBody>
                    <a:bodyPr/>
                    <a:lstStyle/>
                    <a:p>
                      <a:pPr algn="ctr" rtl="0"/>
                      <a:r>
                        <a:rPr lang="ja-JP" altLang="en-US" sz="2300" b="0" noProof="0" dirty="0">
                          <a:latin typeface="Meiryo UI" panose="020B0604030504040204" pitchFamily="50" charset="-128"/>
                          <a:ea typeface="Meiryo UI" panose="020B0604030504040204" pitchFamily="50" charset="-128"/>
                        </a:rPr>
                        <a:t>カプセル化</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服を着る</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裸だとセキュリティ上よくない</a:t>
                      </a:r>
                    </a:p>
                  </a:txBody>
                  <a:tcPr marL="117478" marR="117478" marT="58740" marB="58740" anchor="ctr"/>
                </a:tc>
                <a:extLst>
                  <a:ext uri="{0D108BD9-81ED-4DB2-BD59-A6C34878D82A}">
                    <a16:rowId xmlns:a16="http://schemas.microsoft.com/office/drawing/2014/main" val="1566438192"/>
                  </a:ext>
                </a:extLst>
              </a:tr>
              <a:tr h="95513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ヘッダ</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kumimoji="1" lang="ja-JP" altLang="en-US" sz="1800" b="0" i="0" kern="1200" dirty="0">
                          <a:solidFill>
                            <a:schemeClr val="dk1"/>
                          </a:solidFill>
                          <a:effectLst/>
                          <a:latin typeface="+mn-lt"/>
                          <a:ea typeface="+mn-ea"/>
                          <a:cs typeface="+mn-cs"/>
                        </a:rPr>
                        <a:t>礼服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955135">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プロトコル</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着方や色</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しっかりした服で色は明るく</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955135">
                <a:tc>
                  <a:txBody>
                    <a:bodyPr/>
                    <a:lstStyle/>
                    <a:p>
                      <a:pPr algn="ctr" rtl="0"/>
                      <a:r>
                        <a:rPr lang="ja-JP" altLang="en-US" sz="2400" b="0" noProof="0" dirty="0">
                          <a:latin typeface="Meiryo UI" panose="020B0604030504040204" pitchFamily="50" charset="-128"/>
                          <a:ea typeface="Meiryo UI" panose="020B0604030504040204" pitchFamily="50" charset="-128"/>
                        </a:rPr>
                        <a:t>証明書</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通行証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結婚式の招待状</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bl>
          </a:graphicData>
        </a:graphic>
      </p:graphicFrame>
    </p:spTree>
    <p:extLst>
      <p:ext uri="{BB962C8B-B14F-4D97-AF65-F5344CB8AC3E}">
        <p14:creationId xmlns:p14="http://schemas.microsoft.com/office/powerpoint/2010/main" val="17222738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3E94E-55B3-1C92-0A4D-225AB3A1CA58}"/>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40001B83-FD5C-9943-B5E5-10E245D5483F}"/>
              </a:ext>
            </a:extLst>
          </p:cNvPr>
          <p:cNvGraphicFramePr>
            <a:graphicFrameLocks noGrp="1"/>
          </p:cNvGraphicFramePr>
          <p:nvPr>
            <p:ph sz="quarter" idx="13"/>
            <p:extLst>
              <p:ext uri="{D42A27DB-BD31-4B8C-83A1-F6EECF244321}">
                <p14:modId xmlns:p14="http://schemas.microsoft.com/office/powerpoint/2010/main" val="2009061783"/>
              </p:ext>
            </p:extLst>
          </p:nvPr>
        </p:nvGraphicFramePr>
        <p:xfrm>
          <a:off x="869568" y="1102608"/>
          <a:ext cx="10452864" cy="5330850"/>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4200064">
                  <a:extLst>
                    <a:ext uri="{9D8B030D-6E8A-4147-A177-3AD203B41FA5}">
                      <a16:colId xmlns:a16="http://schemas.microsoft.com/office/drawing/2014/main" val="3472639139"/>
                    </a:ext>
                  </a:extLst>
                </a:gridCol>
                <a:gridCol w="4200064">
                  <a:extLst>
                    <a:ext uri="{9D8B030D-6E8A-4147-A177-3AD203B41FA5}">
                      <a16:colId xmlns:a16="http://schemas.microsoft.com/office/drawing/2014/main" val="738368328"/>
                    </a:ext>
                  </a:extLst>
                </a:gridCol>
              </a:tblGrid>
              <a:tr h="888475">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ドメイン</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場所の名前</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名古屋駅</a:t>
                      </a:r>
                    </a:p>
                  </a:txBody>
                  <a:tcPr marL="117478" marR="117478" marT="58740" marB="58740" anchor="ctr"/>
                </a:tc>
                <a:extLst>
                  <a:ext uri="{0D108BD9-81ED-4DB2-BD59-A6C34878D82A}">
                    <a16:rowId xmlns:a16="http://schemas.microsoft.com/office/drawing/2014/main" val="3298013591"/>
                  </a:ext>
                </a:extLst>
              </a:tr>
              <a:tr h="888475">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グローバル</a:t>
                      </a:r>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アドレス</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住所</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kumimoji="1" lang="zh-CN" altLang="en-US" sz="1800" b="0" i="0" kern="1200" dirty="0">
                          <a:solidFill>
                            <a:schemeClr val="dk1"/>
                          </a:solidFill>
                          <a:effectLst/>
                          <a:latin typeface="+mn-lt"/>
                          <a:ea typeface="+mn-ea"/>
                          <a:cs typeface="+mn-cs"/>
                        </a:rPr>
                        <a:t>愛知県名古屋市中村区</a:t>
                      </a:r>
                      <a:br>
                        <a:rPr kumimoji="1" lang="en-US" altLang="zh-CN" sz="1800" b="0" i="0" kern="1200" dirty="0">
                          <a:solidFill>
                            <a:schemeClr val="dk1"/>
                          </a:solidFill>
                          <a:effectLst/>
                          <a:latin typeface="+mn-lt"/>
                          <a:ea typeface="+mn-ea"/>
                          <a:cs typeface="+mn-cs"/>
                        </a:rPr>
                      </a:br>
                      <a:r>
                        <a:rPr kumimoji="1" lang="zh-CN" altLang="en-US" sz="1800" b="0" i="0" kern="1200" dirty="0">
                          <a:solidFill>
                            <a:schemeClr val="dk1"/>
                          </a:solidFill>
                          <a:effectLst/>
                          <a:latin typeface="+mn-lt"/>
                          <a:ea typeface="+mn-ea"/>
                          <a:cs typeface="+mn-cs"/>
                        </a:rPr>
                        <a:t>名駅一丁目</a:t>
                      </a:r>
                      <a:r>
                        <a:rPr kumimoji="1" lang="en-US" altLang="zh-CN" sz="1800" b="0" i="0" kern="1200" dirty="0">
                          <a:solidFill>
                            <a:schemeClr val="dk1"/>
                          </a:solidFill>
                          <a:effectLst/>
                          <a:latin typeface="+mn-lt"/>
                          <a:ea typeface="+mn-ea"/>
                          <a:cs typeface="+mn-cs"/>
                        </a:rPr>
                        <a:t>1</a:t>
                      </a:r>
                      <a:r>
                        <a:rPr kumimoji="1" lang="zh-CN" altLang="en-US" sz="1800" b="0" i="0" kern="1200" dirty="0">
                          <a:solidFill>
                            <a:schemeClr val="dk1"/>
                          </a:solidFill>
                          <a:effectLst/>
                          <a:latin typeface="+mn-lt"/>
                          <a:ea typeface="+mn-ea"/>
                          <a:cs typeface="+mn-cs"/>
                        </a:rPr>
                        <a:t>番</a:t>
                      </a:r>
                      <a:r>
                        <a:rPr kumimoji="1" lang="en-US" altLang="zh-CN" sz="1800" b="0" i="0" kern="1200" dirty="0">
                          <a:solidFill>
                            <a:schemeClr val="dk1"/>
                          </a:solidFill>
                          <a:effectLst/>
                          <a:latin typeface="+mn-lt"/>
                          <a:ea typeface="+mn-ea"/>
                          <a:cs typeface="+mn-cs"/>
                        </a:rPr>
                        <a:t>4</a:t>
                      </a:r>
                      <a:r>
                        <a:rPr kumimoji="1" lang="zh-CN" altLang="en-US" sz="1800" b="0" i="0" kern="1200" dirty="0">
                          <a:solidFill>
                            <a:schemeClr val="dk1"/>
                          </a:solidFill>
                          <a:effectLst/>
                          <a:latin typeface="+mn-lt"/>
                          <a:ea typeface="+mn-ea"/>
                          <a:cs typeface="+mn-cs"/>
                        </a:rPr>
                        <a:t>号</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88475">
                <a:tc>
                  <a:txBody>
                    <a:bodyPr/>
                    <a:lstStyle/>
                    <a:p>
                      <a:pPr algn="ctr" rtl="0"/>
                      <a:r>
                        <a:rPr lang="ja-JP" altLang="en-US" sz="2300" b="0" noProof="0" dirty="0">
                          <a:latin typeface="Meiryo UI" panose="020B0604030504040204" pitchFamily="50" charset="-128"/>
                          <a:ea typeface="Meiryo UI" panose="020B0604030504040204" pitchFamily="50" charset="-128"/>
                        </a:rPr>
                        <a:t>ローカル</a:t>
                      </a:r>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アドレス</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自分の家の各部屋番号</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寝室、風呂、各部屋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633072672"/>
                  </a:ext>
                </a:extLst>
              </a:tr>
              <a:tr h="888475">
                <a:tc>
                  <a:txBody>
                    <a:bodyPr/>
                    <a:lstStyle>
                      <a:defPPr>
                        <a:defRPr lang="ja-JP"/>
                      </a:defPPr>
                    </a:lstStyle>
                    <a:p>
                      <a:pPr algn="ctr" rtl="0"/>
                      <a:r>
                        <a:rPr lang="en-US" altLang="ja-JP" sz="2400" dirty="0"/>
                        <a:t>DNS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400" dirty="0"/>
                        <a:t>オンラインマップ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err="1">
                          <a:latin typeface="Meiryo UI" panose="020B0604030504040204" pitchFamily="50" charset="-128"/>
                          <a:ea typeface="Meiryo UI" panose="020B0604030504040204" pitchFamily="50" charset="-128"/>
                        </a:rPr>
                        <a:t>GoogleMap</a:t>
                      </a:r>
                      <a:r>
                        <a:rPr lang="ja-JP" altLang="en-US" sz="2300" b="0" noProof="0" dirty="0">
                          <a:latin typeface="Meiryo UI" panose="020B0604030504040204" pitchFamily="50" charset="-128"/>
                          <a:ea typeface="Meiryo UI" panose="020B0604030504040204" pitchFamily="50" charset="-128"/>
                        </a:rPr>
                        <a:t>の検索</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88475">
                <a:tc>
                  <a:txBody>
                    <a:bodyPr/>
                    <a:lstStyle/>
                    <a:p>
                      <a:pPr algn="ctr" rtl="0"/>
                      <a:r>
                        <a:rPr lang="en-US" altLang="ja-JP" sz="2400" dirty="0"/>
                        <a:t>DNS</a:t>
                      </a:r>
                      <a:r>
                        <a:rPr lang="ja-JP" altLang="en-US" sz="2400" dirty="0"/>
                        <a:t>キャッシュ</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直近の履歴</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↑の検索履歴</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88475">
                <a:tc>
                  <a:txBody>
                    <a:bodyPr/>
                    <a:lstStyle>
                      <a:defPPr>
                        <a:defRPr lang="ja-JP"/>
                      </a:defPPr>
                    </a:lstStyle>
                    <a:p>
                      <a:pPr algn="ctr" rtl="0"/>
                      <a:r>
                        <a:rPr lang="en-US" altLang="ja-JP" sz="2400" dirty="0"/>
                        <a:t>hosts</a:t>
                      </a:r>
                      <a:r>
                        <a:rPr lang="ja-JP" altLang="en-US" sz="2400" dirty="0"/>
                        <a:t>ファイル</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地図帳</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400" dirty="0"/>
                        <a:t>独自のルートを書いた地図</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bl>
          </a:graphicData>
        </a:graphic>
      </p:graphicFrame>
    </p:spTree>
    <p:extLst>
      <p:ext uri="{BB962C8B-B14F-4D97-AF65-F5344CB8AC3E}">
        <p14:creationId xmlns:p14="http://schemas.microsoft.com/office/powerpoint/2010/main" val="419588667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28AF8-73E0-FD33-1E21-C203B622D62F}"/>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20647E1D-1494-D4B8-0903-D06EEEA9C591}"/>
              </a:ext>
            </a:extLst>
          </p:cNvPr>
          <p:cNvGraphicFramePr>
            <a:graphicFrameLocks noGrp="1"/>
          </p:cNvGraphicFramePr>
          <p:nvPr>
            <p:ph sz="quarter" idx="13"/>
            <p:extLst>
              <p:ext uri="{D42A27DB-BD31-4B8C-83A1-F6EECF244321}">
                <p14:modId xmlns:p14="http://schemas.microsoft.com/office/powerpoint/2010/main" val="3783667264"/>
              </p:ext>
            </p:extLst>
          </p:nvPr>
        </p:nvGraphicFramePr>
        <p:xfrm>
          <a:off x="869568" y="1102608"/>
          <a:ext cx="10452864" cy="5249208"/>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4200064">
                  <a:extLst>
                    <a:ext uri="{9D8B030D-6E8A-4147-A177-3AD203B41FA5}">
                      <a16:colId xmlns:a16="http://schemas.microsoft.com/office/drawing/2014/main" val="3472639139"/>
                    </a:ext>
                  </a:extLst>
                </a:gridCol>
                <a:gridCol w="4200064">
                  <a:extLst>
                    <a:ext uri="{9D8B030D-6E8A-4147-A177-3AD203B41FA5}">
                      <a16:colId xmlns:a16="http://schemas.microsoft.com/office/drawing/2014/main" val="738368328"/>
                    </a:ext>
                  </a:extLst>
                </a:gridCol>
              </a:tblGrid>
              <a:tr h="874868">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TCP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電話に出るまでかけ続ける</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時間がかかる</a:t>
                      </a:r>
                    </a:p>
                  </a:txBody>
                  <a:tcPr marL="117478" marR="117478" marT="58740" marB="58740" anchor="ctr"/>
                </a:tc>
                <a:extLst>
                  <a:ext uri="{0D108BD9-81ED-4DB2-BD59-A6C34878D82A}">
                    <a16:rowId xmlns:a16="http://schemas.microsoft.com/office/drawing/2014/main" val="3298013591"/>
                  </a:ext>
                </a:extLst>
              </a:tr>
              <a:tr h="874868">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UDP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留守番電話</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聞いたかは分からない</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74868">
                <a:tc>
                  <a:txBody>
                    <a:bodyPr/>
                    <a:lstStyle/>
                    <a:p>
                      <a:pPr algn="ctr" rtl="0"/>
                      <a:r>
                        <a:rPr lang="ja-JP" altLang="en-US" sz="2300" b="0" noProof="0" dirty="0">
                          <a:latin typeface="Meiryo UI" panose="020B0604030504040204" pitchFamily="50" charset="-128"/>
                          <a:ea typeface="Meiryo UI" panose="020B0604030504040204" pitchFamily="50" charset="-128"/>
                        </a:rPr>
                        <a:t>ポート</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部屋番号、商業施設のテナント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目的によって行く場所が変わる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00859556"/>
                  </a:ext>
                </a:extLst>
              </a:tr>
              <a:tr h="874868">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ポートフォワーディング</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受付係</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来客の目的を確認して</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適切に案内をする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74868">
                <a:tc>
                  <a:txBody>
                    <a:bodyPr/>
                    <a:lstStyle/>
                    <a:p>
                      <a:pPr algn="ctr" rtl="0"/>
                      <a:r>
                        <a:rPr lang="en-US" altLang="ja-JP" sz="2300" b="0" noProof="0" dirty="0">
                          <a:latin typeface="Meiryo UI" panose="020B0604030504040204" pitchFamily="50" charset="-128"/>
                          <a:ea typeface="Meiryo UI" panose="020B0604030504040204" pitchFamily="50" charset="-128"/>
                        </a:rPr>
                        <a:t>WAN</a:t>
                      </a:r>
                      <a:r>
                        <a:rPr lang="ja-JP" altLang="en-US" sz="2300" b="0" noProof="0" dirty="0">
                          <a:latin typeface="Meiryo UI" panose="020B0604030504040204" pitchFamily="50" charset="-128"/>
                          <a:ea typeface="Meiryo UI" panose="020B0604030504040204" pitchFamily="50" charset="-128"/>
                        </a:rPr>
                        <a:t>からのアクセス</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チャイムが鳴る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誰かが対応して判断</a:t>
                      </a:r>
                      <a:br>
                        <a:rPr lang="en-US" altLang="ja-JP" sz="2300" b="0" noProof="0" dirty="0">
                          <a:latin typeface="Meiryo UI" panose="020B0604030504040204" pitchFamily="50" charset="-128"/>
                          <a:ea typeface="Meiryo UI" panose="020B0604030504040204" pitchFamily="50" charset="-128"/>
                        </a:rPr>
                      </a:br>
                      <a:r>
                        <a:rPr lang="en-US" altLang="ja-JP" sz="2300" b="0" noProof="0" dirty="0">
                          <a:latin typeface="Meiryo UI" panose="020B0604030504040204" pitchFamily="50" charset="-128"/>
                          <a:ea typeface="Meiryo UI" panose="020B0604030504040204" pitchFamily="50" charset="-128"/>
                        </a:rPr>
                        <a:t>or</a:t>
                      </a:r>
                      <a:r>
                        <a:rPr lang="ja-JP" altLang="en-US" sz="2300" b="0" noProof="0" dirty="0">
                          <a:latin typeface="Meiryo UI" panose="020B0604030504040204" pitchFamily="50" charset="-128"/>
                          <a:ea typeface="Meiryo UI" panose="020B0604030504040204" pitchFamily="50" charset="-128"/>
                        </a:rPr>
                        <a:t>そもそも対応しない</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74868">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セキュリティ対策</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鍵をかける、監視カメラをつける、警備員を雇う</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基本的に鍵はかける</a:t>
                      </a:r>
                      <a:r>
                        <a:rPr lang="en-US" altLang="ja-JP" sz="2300" b="0" noProof="0" dirty="0">
                          <a:latin typeface="Meiryo UI" panose="020B0604030504040204" pitchFamily="50" charset="-128"/>
                          <a:ea typeface="Meiryo UI" panose="020B0604030504040204" pitchFamily="50" charset="-128"/>
                        </a:rPr>
                        <a:t>and</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人によってはそれ以上もする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bl>
          </a:graphicData>
        </a:graphic>
      </p:graphicFrame>
    </p:spTree>
    <p:extLst>
      <p:ext uri="{BB962C8B-B14F-4D97-AF65-F5344CB8AC3E}">
        <p14:creationId xmlns:p14="http://schemas.microsoft.com/office/powerpoint/2010/main" val="250804229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AC540-32BC-98E0-393E-2458D4ECBF74}"/>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7574D735-2A5D-730D-B7E7-4658B81364D3}"/>
              </a:ext>
            </a:extLst>
          </p:cNvPr>
          <p:cNvGraphicFramePr>
            <a:graphicFrameLocks noGrp="1"/>
          </p:cNvGraphicFramePr>
          <p:nvPr>
            <p:ph sz="quarter" idx="13"/>
            <p:extLst>
              <p:ext uri="{D42A27DB-BD31-4B8C-83A1-F6EECF244321}">
                <p14:modId xmlns:p14="http://schemas.microsoft.com/office/powerpoint/2010/main" val="3498110129"/>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609125">
                  <a:extLst>
                    <a:ext uri="{9D8B030D-6E8A-4147-A177-3AD203B41FA5}">
                      <a16:colId xmlns:a16="http://schemas.microsoft.com/office/drawing/2014/main" val="3472639139"/>
                    </a:ext>
                  </a:extLst>
                </a:gridCol>
                <a:gridCol w="47910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ロードバランサー</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交通誘導員</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駐車場の誘導してくれる人</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ファイアウォール</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高さ制限</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警備員</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何メートルまでとか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400" dirty="0"/>
                        <a:t>DNS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400" dirty="0"/>
                        <a:t>オンラインマップ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err="1">
                          <a:latin typeface="Meiryo UI" panose="020B0604030504040204" pitchFamily="50" charset="-128"/>
                          <a:ea typeface="Meiryo UI" panose="020B0604030504040204" pitchFamily="50" charset="-128"/>
                        </a:rPr>
                        <a:t>GoogleMap</a:t>
                      </a:r>
                      <a:r>
                        <a:rPr lang="ja-JP" altLang="en-US" sz="2300" b="0" noProof="0" dirty="0">
                          <a:latin typeface="Meiryo UI" panose="020B0604030504040204" pitchFamily="50" charset="-128"/>
                          <a:ea typeface="Meiryo UI" panose="020B0604030504040204" pitchFamily="50" charset="-128"/>
                        </a:rPr>
                        <a:t>の検索</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400" dirty="0"/>
                        <a:t>プロキシ</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誰かに買いに行ってもらう</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親が子供の代わりに行動して監視</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IDS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監視カメラ</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400" b="0" noProof="0" dirty="0">
                          <a:latin typeface="Meiryo UI" panose="020B0604030504040204" pitchFamily="50" charset="-128"/>
                          <a:ea typeface="Meiryo UI" panose="020B0604030504040204" pitchFamily="50" charset="-128"/>
                        </a:rPr>
                        <a:t>撮影してるだけ</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IPS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警備員</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怪しい人がいたら止めてくれる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420596715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22646-18A4-0A25-D526-8425DD182B4F}"/>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22E08A70-A731-40A8-E9DC-BD3343D4CD00}"/>
              </a:ext>
            </a:extLst>
          </p:cNvPr>
          <p:cNvGraphicFramePr>
            <a:graphicFrameLocks noGrp="1"/>
          </p:cNvGraphicFramePr>
          <p:nvPr>
            <p:ph sz="quarter" idx="13"/>
            <p:extLst>
              <p:ext uri="{D42A27DB-BD31-4B8C-83A1-F6EECF244321}">
                <p14:modId xmlns:p14="http://schemas.microsoft.com/office/powerpoint/2010/main" val="530713134"/>
              </p:ext>
            </p:extLst>
          </p:nvPr>
        </p:nvGraphicFramePr>
        <p:xfrm>
          <a:off x="5414211" y="1037295"/>
          <a:ext cx="6489317" cy="5036934"/>
        </p:xfrm>
        <a:graphic>
          <a:graphicData uri="http://schemas.openxmlformats.org/drawingml/2006/table">
            <a:tbl>
              <a:tblPr firstRow="1" bandRow="1">
                <a:tableStyleId>{8A107856-5554-42FB-B03E-39F5DBC370BA}</a:tableStyleId>
              </a:tblPr>
              <a:tblGrid>
                <a:gridCol w="746307">
                  <a:extLst>
                    <a:ext uri="{9D8B030D-6E8A-4147-A177-3AD203B41FA5}">
                      <a16:colId xmlns:a16="http://schemas.microsoft.com/office/drawing/2014/main" val="127040821"/>
                    </a:ext>
                  </a:extLst>
                </a:gridCol>
                <a:gridCol w="4567353">
                  <a:extLst>
                    <a:ext uri="{9D8B030D-6E8A-4147-A177-3AD203B41FA5}">
                      <a16:colId xmlns:a16="http://schemas.microsoft.com/office/drawing/2014/main" val="3472639139"/>
                    </a:ext>
                  </a:extLst>
                </a:gridCol>
                <a:gridCol w="1175657">
                  <a:extLst>
                    <a:ext uri="{9D8B030D-6E8A-4147-A177-3AD203B41FA5}">
                      <a16:colId xmlns:a16="http://schemas.microsoft.com/office/drawing/2014/main" val="4245755395"/>
                    </a:ext>
                  </a:extLst>
                </a:gridCol>
              </a:tblGrid>
              <a:tr h="71956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L7</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相手としゃべる</a:t>
                      </a: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71956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L6</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相手の使用言語にあわせる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71956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L5</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どれくらいの時間が取れるか確認する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719562">
                <a:tc>
                  <a:txBody>
                    <a:bodyPr/>
                    <a:lstStyle/>
                    <a:p>
                      <a:pPr algn="ctr" rtl="0"/>
                      <a:r>
                        <a:rPr lang="en-US" altLang="ja-JP" sz="2300" b="0" noProof="0" dirty="0">
                          <a:latin typeface="Meiryo UI" panose="020B0604030504040204" pitchFamily="50" charset="-128"/>
                          <a:ea typeface="Meiryo UI" panose="020B0604030504040204" pitchFamily="50" charset="-128"/>
                        </a:rPr>
                        <a:t>L4</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今から会えるかや持ち物の確認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ポート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71956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L3</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地図でルートを確認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IP</a:t>
                      </a:r>
                    </a:p>
                  </a:txBody>
                  <a:tcPr marL="117478" marR="117478" marT="58740" marB="58740" anchor="ctr"/>
                </a:tc>
                <a:extLst>
                  <a:ext uri="{0D108BD9-81ED-4DB2-BD59-A6C34878D82A}">
                    <a16:rowId xmlns:a16="http://schemas.microsoft.com/office/drawing/2014/main" val="4061031278"/>
                  </a:ext>
                </a:extLst>
              </a:tr>
              <a:tr h="719562">
                <a:tc>
                  <a:txBody>
                    <a:bodyPr/>
                    <a:lstStyle/>
                    <a:p>
                      <a:pPr algn="ctr" rtl="0"/>
                      <a:r>
                        <a:rPr lang="en-US" altLang="ja-JP" sz="2300" b="0" noProof="0" dirty="0">
                          <a:latin typeface="Meiryo UI" panose="020B0604030504040204" pitchFamily="50" charset="-128"/>
                          <a:ea typeface="Meiryo UI" panose="020B0604030504040204" pitchFamily="50" charset="-128"/>
                        </a:rPr>
                        <a:t>L2</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誰に会うのか確認する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noProof="0" dirty="0"/>
                        <a:t>MAC</a:t>
                      </a:r>
                    </a:p>
                  </a:txBody>
                  <a:tcPr marL="117478" marR="117478" marT="58740" marB="58740" anchor="ctr"/>
                </a:tc>
                <a:extLst>
                  <a:ext uri="{0D108BD9-81ED-4DB2-BD59-A6C34878D82A}">
                    <a16:rowId xmlns:a16="http://schemas.microsoft.com/office/drawing/2014/main" val="317408438"/>
                  </a:ext>
                </a:extLst>
              </a:tr>
              <a:tr h="719562">
                <a:tc>
                  <a:txBody>
                    <a:bodyPr/>
                    <a:lstStyle/>
                    <a:p>
                      <a:pPr algn="ctr" rtl="0"/>
                      <a:r>
                        <a:rPr lang="en-US" altLang="ja-JP" sz="2300" b="0" noProof="0" dirty="0">
                          <a:latin typeface="Meiryo UI" panose="020B0604030504040204" pitchFamily="50" charset="-128"/>
                          <a:ea typeface="Meiryo UI" panose="020B0604030504040204" pitchFamily="50" charset="-128"/>
                        </a:rPr>
                        <a:t>L1</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行ける場所なのか確認する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1662159429"/>
                  </a:ext>
                </a:extLst>
              </a:tr>
            </a:tbl>
          </a:graphicData>
        </a:graphic>
      </p:graphicFrame>
      <p:pic>
        <p:nvPicPr>
          <p:cNvPr id="3" name="図 2" descr="グラフィカル ユーザー インターフェイス, Web サイト&#10;&#10;自動的に生成された説明">
            <a:extLst>
              <a:ext uri="{FF2B5EF4-FFF2-40B4-BE49-F238E27FC236}">
                <a16:creationId xmlns:a16="http://schemas.microsoft.com/office/drawing/2014/main" id="{355ED452-BC53-1C3A-B095-A5CCFBECC8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473" y="1037295"/>
            <a:ext cx="4548222" cy="5181170"/>
          </a:xfrm>
          <a:prstGeom prst="rect">
            <a:avLst/>
          </a:prstGeom>
        </p:spPr>
      </p:pic>
    </p:spTree>
    <p:extLst>
      <p:ext uri="{BB962C8B-B14F-4D97-AF65-F5344CB8AC3E}">
        <p14:creationId xmlns:p14="http://schemas.microsoft.com/office/powerpoint/2010/main" val="34366229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DFE44-BD99-85AD-021F-0FF1A73CE7B8}"/>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7B9F9FBE-1F76-0E40-DE71-3C1AE6035B24}"/>
              </a:ext>
            </a:extLst>
          </p:cNvPr>
          <p:cNvGraphicFramePr>
            <a:graphicFrameLocks noGrp="1"/>
          </p:cNvGraphicFramePr>
          <p:nvPr>
            <p:ph sz="quarter" idx="13"/>
            <p:extLst>
              <p:ext uri="{D42A27DB-BD31-4B8C-83A1-F6EECF244321}">
                <p14:modId xmlns:p14="http://schemas.microsoft.com/office/powerpoint/2010/main" val="2644627899"/>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4200064">
                  <a:extLst>
                    <a:ext uri="{9D8B030D-6E8A-4147-A177-3AD203B41FA5}">
                      <a16:colId xmlns:a16="http://schemas.microsoft.com/office/drawing/2014/main" val="3472639139"/>
                    </a:ext>
                  </a:extLst>
                </a:gridCol>
                <a:gridCol w="4200064">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STP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道路標識</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一通、進入禁止</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RIP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乗り換え少ない経路</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犬山から鶴舞線一本で伏見駅</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OSPF</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400" dirty="0"/>
                        <a:t>総所要時間が最短のルート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特急に乗って名駅経由で伏見駅</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EGP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ルーティングプロトコルの総称</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WAN</a:t>
                      </a:r>
                      <a:r>
                        <a:rPr lang="ja-JP" altLang="en-US" sz="2300" b="0" noProof="0" dirty="0">
                          <a:latin typeface="Meiryo UI" panose="020B0604030504040204" pitchFamily="50" charset="-128"/>
                          <a:ea typeface="Meiryo UI" panose="020B0604030504040204" pitchFamily="50" charset="-128"/>
                        </a:rPr>
                        <a:t>向け</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IGP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ルーティングプロトコルの総称</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LAN</a:t>
                      </a:r>
                      <a:r>
                        <a:rPr lang="ja-JP" altLang="en-US" sz="2300" b="0" noProof="0" dirty="0">
                          <a:latin typeface="Meiryo UI" panose="020B0604030504040204" pitchFamily="50" charset="-128"/>
                          <a:ea typeface="Meiryo UI" panose="020B0604030504040204" pitchFamily="50" charset="-128"/>
                        </a:rPr>
                        <a:t>向け</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BGP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EGP</a:t>
                      </a:r>
                      <a:r>
                        <a:rPr lang="ja-JP" altLang="en-US" sz="2300" b="0" noProof="0" dirty="0">
                          <a:latin typeface="Meiryo UI" panose="020B0604030504040204" pitchFamily="50" charset="-128"/>
                          <a:ea typeface="Meiryo UI" panose="020B0604030504040204" pitchFamily="50" charset="-128"/>
                        </a:rPr>
                        <a:t>の一種</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WAN</a:t>
                      </a:r>
                      <a:r>
                        <a:rPr lang="ja-JP" altLang="en-US" sz="2300" b="0" noProof="0" dirty="0">
                          <a:latin typeface="Meiryo UI" panose="020B0604030504040204" pitchFamily="50" charset="-128"/>
                          <a:ea typeface="Meiryo UI" panose="020B0604030504040204" pitchFamily="50" charset="-128"/>
                        </a:rPr>
                        <a:t>向け</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1073402761"/>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F1B35-AD13-A6A0-2086-8AA9BC1E47CD}"/>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52EDAB20-3670-3D6F-E6D9-D4DCEEB9D246}"/>
              </a:ext>
            </a:extLst>
          </p:cNvPr>
          <p:cNvGraphicFramePr>
            <a:graphicFrameLocks noGrp="1"/>
          </p:cNvGraphicFramePr>
          <p:nvPr>
            <p:ph sz="quarter" idx="13"/>
            <p:extLst>
              <p:ext uri="{D42A27DB-BD31-4B8C-83A1-F6EECF244321}">
                <p14:modId xmlns:p14="http://schemas.microsoft.com/office/powerpoint/2010/main" val="3221024151"/>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869675">
                  <a:extLst>
                    <a:ext uri="{9D8B030D-6E8A-4147-A177-3AD203B41FA5}">
                      <a16:colId xmlns:a16="http://schemas.microsoft.com/office/drawing/2014/main" val="127040821"/>
                    </a:ext>
                  </a:extLst>
                </a:gridCol>
                <a:gridCol w="2677886">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リンクアグリゲーション</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LAG</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複数のポートを一個のようにふるまう</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マルチシャーシ</a:t>
                      </a: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複数のスイッチを</a:t>
                      </a:r>
                      <a:r>
                        <a:rPr lang="en-US" altLang="ja-JP" sz="2300" b="0" noProof="0" dirty="0">
                          <a:latin typeface="Meiryo UI" panose="020B0604030504040204" pitchFamily="50" charset="-128"/>
                          <a:ea typeface="Meiryo UI" panose="020B0604030504040204" pitchFamily="50" charset="-128"/>
                        </a:rPr>
                        <a:t>1</a:t>
                      </a:r>
                      <a:r>
                        <a:rPr lang="ja-JP" altLang="en-US" sz="2300" b="0" noProof="0" dirty="0">
                          <a:latin typeface="Meiryo UI" panose="020B0604030504040204" pitchFamily="50" charset="-128"/>
                          <a:ea typeface="Meiryo UI" panose="020B0604030504040204" pitchFamily="50" charset="-128"/>
                        </a:rPr>
                        <a:t>台のようにふるまう</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MLAG</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マルチシャーシ</a:t>
                      </a:r>
                      <a:r>
                        <a:rPr lang="en-US" altLang="ja-JP" sz="2300" b="0" noProof="0" dirty="0">
                          <a:latin typeface="Meiryo UI" panose="020B0604030504040204" pitchFamily="50" charset="-128"/>
                          <a:ea typeface="Meiryo UI" panose="020B0604030504040204" pitchFamily="50" charset="-128"/>
                        </a:rPr>
                        <a:t>+</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リンクアグリゲーション</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12.5</a:t>
                      </a: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95161054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CF042-19EC-4DDD-7746-612F5C814BE0}"/>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AF22B98E-34CD-E974-6269-E07DDCAA50FA}"/>
              </a:ext>
            </a:extLst>
          </p:cNvPr>
          <p:cNvGraphicFramePr>
            <a:graphicFrameLocks noGrp="1"/>
          </p:cNvGraphicFramePr>
          <p:nvPr>
            <p:ph sz="quarter" idx="13"/>
            <p:extLst>
              <p:ext uri="{D42A27DB-BD31-4B8C-83A1-F6EECF244321}">
                <p14:modId xmlns:p14="http://schemas.microsoft.com/office/powerpoint/2010/main" val="2500409989"/>
              </p:ext>
            </p:extLst>
          </p:nvPr>
        </p:nvGraphicFramePr>
        <p:xfrm>
          <a:off x="869568" y="1102608"/>
          <a:ext cx="10452864" cy="5236744"/>
        </p:xfrm>
        <a:graphic>
          <a:graphicData uri="http://schemas.openxmlformats.org/drawingml/2006/table">
            <a:tbl>
              <a:tblPr firstRow="1" bandRow="1">
                <a:tableStyleId>{8A107856-5554-42FB-B03E-39F5DBC370BA}</a:tableStyleId>
              </a:tblPr>
              <a:tblGrid>
                <a:gridCol w="2330832">
                  <a:extLst>
                    <a:ext uri="{9D8B030D-6E8A-4147-A177-3AD203B41FA5}">
                      <a16:colId xmlns:a16="http://schemas.microsoft.com/office/drawing/2014/main" val="127040821"/>
                    </a:ext>
                  </a:extLst>
                </a:gridCol>
                <a:gridCol w="3902529">
                  <a:extLst>
                    <a:ext uri="{9D8B030D-6E8A-4147-A177-3AD203B41FA5}">
                      <a16:colId xmlns:a16="http://schemas.microsoft.com/office/drawing/2014/main" val="3472639139"/>
                    </a:ext>
                  </a:extLst>
                </a:gridCol>
                <a:gridCol w="42195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プードル攻撃</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暗号化通信への攻撃で上位プロトコル全て</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SSL3.0</a:t>
                      </a:r>
                      <a:r>
                        <a:rPr lang="ja-JP" altLang="en-US" sz="2300" b="0" noProof="0" dirty="0">
                          <a:latin typeface="Meiryo UI" panose="020B0604030504040204" pitchFamily="50" charset="-128"/>
                          <a:ea typeface="Meiryo UI" panose="020B0604030504040204" pitchFamily="50" charset="-128"/>
                        </a:rPr>
                        <a:t>の脆弱性を狙った手法</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ビースト攻撃</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暗号化通信への攻撃で上位プロトコル全て</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TLS1.0</a:t>
                      </a:r>
                      <a:r>
                        <a:rPr lang="ja-JP" altLang="en-US" sz="2300" b="0" noProof="0" dirty="0">
                          <a:latin typeface="Meiryo UI" panose="020B0604030504040204" pitchFamily="50" charset="-128"/>
                          <a:ea typeface="Meiryo UI" panose="020B0604030504040204" pitchFamily="50" charset="-128"/>
                        </a:rPr>
                        <a:t>の脆弱性を狙った手法</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932196520"/>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スマーフ攻撃</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ICMP</a:t>
                      </a:r>
                      <a:r>
                        <a:rPr lang="ja-JP" altLang="en-US" sz="2300" b="0" noProof="0" dirty="0">
                          <a:latin typeface="Meiryo UI" panose="020B0604030504040204" pitchFamily="50" charset="-128"/>
                          <a:ea typeface="Meiryo UI" panose="020B0604030504040204" pitchFamily="50" charset="-128"/>
                        </a:rPr>
                        <a:t>を大量に送る</a:t>
                      </a:r>
                    </a:p>
                  </a:txBody>
                  <a:tcPr marL="117478" marR="117478" marT="58740" marB="58740" anchor="ctr"/>
                </a:tc>
                <a:tc>
                  <a:txBody>
                    <a:bodyPr/>
                    <a:lstStyle/>
                    <a:p>
                      <a:pPr algn="ctr" rtl="0"/>
                      <a:r>
                        <a:rPr lang="en-US" altLang="ja-JP" sz="2300" b="0" noProof="0" dirty="0" err="1">
                          <a:latin typeface="Meiryo UI" panose="020B0604030504040204" pitchFamily="50" charset="-128"/>
                          <a:ea typeface="Meiryo UI" panose="020B0604030504040204" pitchFamily="50" charset="-128"/>
                        </a:rPr>
                        <a:t>DDos</a:t>
                      </a:r>
                      <a:r>
                        <a:rPr lang="ja-JP" altLang="en-US" sz="2300" b="0" noProof="0" dirty="0">
                          <a:latin typeface="Meiryo UI" panose="020B0604030504040204" pitchFamily="50" charset="-128"/>
                          <a:ea typeface="Meiryo UI" panose="020B0604030504040204" pitchFamily="50" charset="-128"/>
                        </a:rPr>
                        <a:t>攻撃の一種、反射、増幅</a:t>
                      </a:r>
                    </a:p>
                  </a:txBody>
                  <a:tcPr marL="117478" marR="117478" marT="58740" marB="58740" anchor="ctr"/>
                </a:tc>
                <a:extLst>
                  <a:ext uri="{0D108BD9-81ED-4DB2-BD59-A6C34878D82A}">
                    <a16:rowId xmlns:a16="http://schemas.microsoft.com/office/drawing/2014/main" val="1492482081"/>
                  </a:ext>
                </a:extLst>
              </a:tr>
              <a:tr h="885609">
                <a:tc>
                  <a:txBody>
                    <a:bodyPr/>
                    <a:lstStyle/>
                    <a:p>
                      <a:pPr algn="ctr" rtl="0"/>
                      <a:r>
                        <a:rPr lang="en-US" altLang="ja-JP" sz="2300" b="0" noProof="0" dirty="0" err="1">
                          <a:latin typeface="Meiryo UI" panose="020B0604030504040204" pitchFamily="50" charset="-128"/>
                          <a:ea typeface="Meiryo UI" panose="020B0604030504040204" pitchFamily="50" charset="-128"/>
                        </a:rPr>
                        <a:t>DNSamp</a:t>
                      </a:r>
                      <a:r>
                        <a:rPr lang="ja-JP" altLang="en-US" sz="2300" b="0" noProof="0" dirty="0">
                          <a:latin typeface="Meiryo UI" panose="020B0604030504040204" pitchFamily="50" charset="-128"/>
                          <a:ea typeface="Meiryo UI" panose="020B0604030504040204" pitchFamily="50" charset="-128"/>
                        </a:rPr>
                        <a:t>攻撃</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キャッシュ</a:t>
                      </a:r>
                      <a:r>
                        <a:rPr lang="en-US" altLang="ja-JP" sz="2300" b="0" noProof="0" dirty="0">
                          <a:latin typeface="Meiryo UI" panose="020B0604030504040204" pitchFamily="50" charset="-128"/>
                          <a:ea typeface="Meiryo UI" panose="020B0604030504040204" pitchFamily="50" charset="-128"/>
                        </a:rPr>
                        <a:t>DNS(</a:t>
                      </a:r>
                      <a:r>
                        <a:rPr lang="ja-JP" altLang="en-US" sz="2300" b="0" noProof="0" dirty="0">
                          <a:latin typeface="Meiryo UI" panose="020B0604030504040204" pitchFamily="50" charset="-128"/>
                          <a:ea typeface="Meiryo UI" panose="020B0604030504040204" pitchFamily="50" charset="-128"/>
                        </a:rPr>
                        <a:t>オープンリゾルバ</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へ問い合わせまくる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err="1">
                          <a:latin typeface="Meiryo UI" panose="020B0604030504040204" pitchFamily="50" charset="-128"/>
                          <a:ea typeface="Meiryo UI" panose="020B0604030504040204" pitchFamily="50" charset="-128"/>
                        </a:rPr>
                        <a:t>DDos</a:t>
                      </a:r>
                      <a:r>
                        <a:rPr lang="ja-JP" altLang="en-US" sz="2300" b="0" noProof="0" dirty="0">
                          <a:latin typeface="Meiryo UI" panose="020B0604030504040204" pitchFamily="50" charset="-128"/>
                          <a:ea typeface="Meiryo UI" panose="020B0604030504040204" pitchFamily="50" charset="-128"/>
                        </a:rPr>
                        <a:t>攻撃の一種、反射、増幅</a:t>
                      </a:r>
                    </a:p>
                  </a:txBody>
                  <a:tcPr marL="117478" marR="117478" marT="58740" marB="58740" anchor="ctr"/>
                </a:tc>
                <a:extLst>
                  <a:ext uri="{0D108BD9-81ED-4DB2-BD59-A6C34878D82A}">
                    <a16:rowId xmlns:a16="http://schemas.microsoft.com/office/drawing/2014/main" val="517268593"/>
                  </a:ext>
                </a:extLst>
              </a:tr>
              <a:tr h="90609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DNS</a:t>
                      </a:r>
                      <a:r>
                        <a:rPr lang="ja-JP" altLang="en-US" sz="2300" b="0" noProof="0" dirty="0">
                          <a:latin typeface="Meiryo UI" panose="020B0604030504040204" pitchFamily="50" charset="-128"/>
                          <a:ea typeface="Meiryo UI" panose="020B0604030504040204" pitchFamily="50" charset="-128"/>
                        </a:rPr>
                        <a:t>キャッシュ</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ポイズニング</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キャッシュ</a:t>
                      </a:r>
                      <a:r>
                        <a:rPr lang="en-US" altLang="ja-JP" sz="2300" b="0" noProof="0" dirty="0">
                          <a:latin typeface="Meiryo UI" panose="020B0604030504040204" pitchFamily="50" charset="-128"/>
                          <a:ea typeface="Meiryo UI" panose="020B0604030504040204" pitchFamily="50" charset="-128"/>
                        </a:rPr>
                        <a:t>DNS</a:t>
                      </a:r>
                      <a:r>
                        <a:rPr lang="ja-JP" altLang="en-US" sz="2300" b="0" noProof="0" dirty="0">
                          <a:latin typeface="Meiryo UI" panose="020B0604030504040204" pitchFamily="50" charset="-128"/>
                          <a:ea typeface="Meiryo UI" panose="020B0604030504040204" pitchFamily="50" charset="-128"/>
                        </a:rPr>
                        <a:t>サーバーの</a:t>
                      </a:r>
                      <a:r>
                        <a:rPr lang="en-US" altLang="ja-JP" sz="2300" b="0" noProof="0" dirty="0">
                          <a:latin typeface="Meiryo UI" panose="020B0604030504040204" pitchFamily="50" charset="-128"/>
                          <a:ea typeface="Meiryo UI" panose="020B0604030504040204" pitchFamily="50" charset="-128"/>
                        </a:rPr>
                        <a:t>DNS</a:t>
                      </a:r>
                      <a:r>
                        <a:rPr lang="ja-JP" altLang="en-US" sz="2300" b="0" noProof="0" dirty="0">
                          <a:latin typeface="Meiryo UI" panose="020B0604030504040204" pitchFamily="50" charset="-128"/>
                          <a:ea typeface="Meiryo UI" panose="020B0604030504040204" pitchFamily="50" charset="-128"/>
                        </a:rPr>
                        <a:t>情報を書き換える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なりすまし</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スプーフィング</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カミンスキー攻撃</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↑の対策の</a:t>
                      </a:r>
                      <a:r>
                        <a:rPr lang="en-US" altLang="ja-JP" sz="2300" b="0" noProof="0" dirty="0">
                          <a:latin typeface="Meiryo UI" panose="020B0604030504040204" pitchFamily="50" charset="-128"/>
                          <a:ea typeface="Meiryo UI" panose="020B0604030504040204" pitchFamily="50" charset="-128"/>
                        </a:rPr>
                        <a:t>TTL</a:t>
                      </a:r>
                      <a:r>
                        <a:rPr lang="ja-JP" altLang="en-US" sz="2300" b="0" noProof="0" dirty="0">
                          <a:latin typeface="Meiryo UI" panose="020B0604030504040204" pitchFamily="50" charset="-128"/>
                          <a:ea typeface="Meiryo UI" panose="020B0604030504040204" pitchFamily="50" charset="-128"/>
                        </a:rPr>
                        <a:t>長くしてもダメ</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無理やり問い合わせさせて偽の問い合わせ先を教える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bl>
          </a:graphicData>
        </a:graphic>
      </p:graphicFrame>
    </p:spTree>
    <p:extLst>
      <p:ext uri="{BB962C8B-B14F-4D97-AF65-F5344CB8AC3E}">
        <p14:creationId xmlns:p14="http://schemas.microsoft.com/office/powerpoint/2010/main" val="210196523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5720A-A69F-6A7B-2FE7-384A6D5DB8DE}"/>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2FF84B16-C491-722A-C1EA-85F7C8689FAD}"/>
              </a:ext>
            </a:extLst>
          </p:cNvPr>
          <p:cNvGraphicFramePr>
            <a:graphicFrameLocks noGrp="1"/>
          </p:cNvGraphicFramePr>
          <p:nvPr>
            <p:ph sz="quarter" idx="13"/>
            <p:extLst>
              <p:ext uri="{D42A27DB-BD31-4B8C-83A1-F6EECF244321}">
                <p14:modId xmlns:p14="http://schemas.microsoft.com/office/powerpoint/2010/main" val="2113702036"/>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445132">
                  <a:extLst>
                    <a:ext uri="{9D8B030D-6E8A-4147-A177-3AD203B41FA5}">
                      <a16:colId xmlns:a16="http://schemas.microsoft.com/office/drawing/2014/main" val="127040821"/>
                    </a:ext>
                  </a:extLst>
                </a:gridCol>
                <a:gridCol w="4686300">
                  <a:extLst>
                    <a:ext uri="{9D8B030D-6E8A-4147-A177-3AD203B41FA5}">
                      <a16:colId xmlns:a16="http://schemas.microsoft.com/office/drawing/2014/main" val="3472639139"/>
                    </a:ext>
                  </a:extLst>
                </a:gridCol>
                <a:gridCol w="3321432">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RLO</a:t>
                      </a:r>
                      <a:r>
                        <a:rPr lang="ja-JP" altLang="en-US" sz="2300" b="0" noProof="0" dirty="0">
                          <a:latin typeface="Meiryo UI" panose="020B0604030504040204" pitchFamily="50" charset="-128"/>
                          <a:ea typeface="Meiryo UI" panose="020B0604030504040204" pitchFamily="50" charset="-128"/>
                        </a:rPr>
                        <a:t>攻撃</a:t>
                      </a:r>
                    </a:p>
                  </a:txBody>
                  <a:tcPr marL="117478" marR="117478" marT="58740" marB="58740" anchor="ctr"/>
                </a:tc>
                <a:tc>
                  <a:txBody>
                    <a:bodyPr/>
                    <a:lstStyle>
                      <a:defPPr>
                        <a:defRPr lang="ja-JP"/>
                      </a:defPPr>
                    </a:lstStyle>
                    <a:p>
                      <a:pPr algn="ctr" rtl="0"/>
                      <a:r>
                        <a:rPr lang="ja-JP" altLang="en-US" sz="2300" b="0" noProof="0">
                          <a:latin typeface="Meiryo UI" panose="020B0604030504040204" pitchFamily="50" charset="-128"/>
                          <a:ea typeface="Meiryo UI" panose="020B0604030504040204" pitchFamily="50" charset="-128"/>
                        </a:rPr>
                        <a:t>ファイル名を逆順にして偽装する手口</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Syn</a:t>
                      </a:r>
                      <a:r>
                        <a:rPr lang="ja-JP" altLang="en-US" sz="2300" b="0" noProof="0" dirty="0">
                          <a:latin typeface="Meiryo UI" panose="020B0604030504040204" pitchFamily="50" charset="-128"/>
                          <a:ea typeface="Meiryo UI" panose="020B0604030504040204" pitchFamily="50" charset="-128"/>
                        </a:rPr>
                        <a:t>フラッド攻撃</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Syn</a:t>
                      </a:r>
                      <a:r>
                        <a:rPr lang="ja-JP" altLang="en-US" sz="2300" b="0" noProof="0" dirty="0">
                          <a:latin typeface="Meiryo UI" panose="020B0604030504040204" pitchFamily="50" charset="-128"/>
                          <a:ea typeface="Meiryo UI" panose="020B0604030504040204" pitchFamily="50" charset="-128"/>
                        </a:rPr>
                        <a:t>を送り続けて</a:t>
                      </a:r>
                      <a:r>
                        <a:rPr lang="en-US" altLang="ja-JP" sz="2300" b="0" noProof="0" dirty="0">
                          <a:latin typeface="Meiryo UI" panose="020B0604030504040204" pitchFamily="50" charset="-128"/>
                          <a:ea typeface="Meiryo UI" panose="020B0604030504040204" pitchFamily="50" charset="-128"/>
                        </a:rPr>
                        <a:t>Ack</a:t>
                      </a:r>
                      <a:r>
                        <a:rPr lang="ja-JP" altLang="en-US" sz="2300" b="0" noProof="0" dirty="0">
                          <a:latin typeface="Meiryo UI" panose="020B0604030504040204" pitchFamily="50" charset="-128"/>
                          <a:ea typeface="Meiryo UI" panose="020B0604030504040204" pitchFamily="50" charset="-128"/>
                        </a:rPr>
                        <a:t>を返さない。</a:t>
                      </a:r>
                      <a:endParaRPr lang="en-US" altLang="ja-JP" sz="2300" b="0" noProof="0" dirty="0">
                        <a:latin typeface="Meiryo UI" panose="020B0604030504040204" pitchFamily="50" charset="-128"/>
                        <a:ea typeface="Meiryo UI" panose="020B0604030504040204" pitchFamily="50" charset="-128"/>
                      </a:endParaRPr>
                    </a:p>
                    <a:p>
                      <a:pPr algn="ctr" rtl="0"/>
                      <a:r>
                        <a:rPr lang="ja-JP" altLang="en-US" sz="2300" b="0" noProof="0" dirty="0">
                          <a:latin typeface="Meiryo UI" panose="020B0604030504040204" pitchFamily="50" charset="-128"/>
                          <a:ea typeface="Meiryo UI" panose="020B0604030504040204" pitchFamily="50" charset="-128"/>
                        </a:rPr>
                        <a:t>メモリ領域を確保しないといけない。</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受け側で</a:t>
                      </a:r>
                      <a:r>
                        <a:rPr lang="en-US" altLang="ja-JP" sz="2300" b="0" noProof="0" dirty="0">
                          <a:latin typeface="Meiryo UI" panose="020B0604030504040204" pitchFamily="50" charset="-128"/>
                          <a:ea typeface="Meiryo UI" panose="020B0604030504040204" pitchFamily="50" charset="-128"/>
                        </a:rPr>
                        <a:t>Ack</a:t>
                      </a:r>
                      <a:r>
                        <a:rPr lang="ja-JP" altLang="en-US" sz="2300" b="0" noProof="0" dirty="0">
                          <a:latin typeface="Meiryo UI" panose="020B0604030504040204" pitchFamily="50" charset="-128"/>
                          <a:ea typeface="Meiryo UI" panose="020B0604030504040204" pitchFamily="50" charset="-128"/>
                        </a:rPr>
                        <a:t>の待機時間を設ける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DRDOS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en-US" altLang="ja-JP" sz="2300" b="0" noProof="0" dirty="0" err="1">
                          <a:latin typeface="Meiryo UI" panose="020B0604030504040204" pitchFamily="50" charset="-128"/>
                          <a:ea typeface="Meiryo UI" panose="020B0604030504040204" pitchFamily="50" charset="-128"/>
                        </a:rPr>
                        <a:t>mirai</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IoT</a:t>
                      </a:r>
                      <a:r>
                        <a:rPr lang="ja-JP" altLang="en-US" sz="2300" b="0" noProof="0" dirty="0">
                          <a:latin typeface="Meiryo UI" panose="020B0604030504040204" pitchFamily="50" charset="-128"/>
                          <a:ea typeface="Meiryo UI" panose="020B0604030504040204" pitchFamily="50" charset="-128"/>
                        </a:rPr>
                        <a:t>に感染して</a:t>
                      </a:r>
                      <a:r>
                        <a:rPr lang="en-US" altLang="ja-JP" sz="2300" b="0" noProof="0" dirty="0">
                          <a:latin typeface="Meiryo UI" panose="020B0604030504040204" pitchFamily="50" charset="-128"/>
                          <a:ea typeface="Meiryo UI" panose="020B0604030504040204" pitchFamily="50" charset="-128"/>
                        </a:rPr>
                        <a:t>DDoS</a:t>
                      </a:r>
                      <a:r>
                        <a:rPr lang="ja-JP" altLang="en-US" sz="2300" b="0" noProof="0" dirty="0">
                          <a:latin typeface="Meiryo UI" panose="020B0604030504040204" pitchFamily="50" charset="-128"/>
                          <a:ea typeface="Meiryo UI" panose="020B0604030504040204" pitchFamily="50" charset="-128"/>
                        </a:rPr>
                        <a:t>攻撃する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60355908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D845D-78DB-C21D-8D0D-F9EC38A89AF1}"/>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48662F51-3478-6CDE-96B8-1DB2E8125A7D}"/>
              </a:ext>
            </a:extLst>
          </p:cNvPr>
          <p:cNvGraphicFramePr>
            <a:graphicFrameLocks noGrp="1"/>
          </p:cNvGraphicFramePr>
          <p:nvPr>
            <p:ph sz="quarter" idx="13"/>
            <p:extLst>
              <p:ext uri="{D42A27DB-BD31-4B8C-83A1-F6EECF244321}">
                <p14:modId xmlns:p14="http://schemas.microsoft.com/office/powerpoint/2010/main" val="384345267"/>
              </p:ext>
            </p:extLst>
          </p:nvPr>
        </p:nvGraphicFramePr>
        <p:xfrm>
          <a:off x="869568" y="845217"/>
          <a:ext cx="10452864" cy="5167566"/>
        </p:xfrm>
        <a:graphic>
          <a:graphicData uri="http://schemas.openxmlformats.org/drawingml/2006/table">
            <a:tbl>
              <a:tblPr firstRow="1" bandRow="1">
                <a:tableStyleId>{8A107856-5554-42FB-B03E-39F5DBC370BA}</a:tableStyleId>
              </a:tblPr>
              <a:tblGrid>
                <a:gridCol w="2690061">
                  <a:extLst>
                    <a:ext uri="{9D8B030D-6E8A-4147-A177-3AD203B41FA5}">
                      <a16:colId xmlns:a16="http://schemas.microsoft.com/office/drawing/2014/main" val="127040821"/>
                    </a:ext>
                  </a:extLst>
                </a:gridCol>
                <a:gridCol w="2857500">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IEEE802.3</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有線の規格</a:t>
                      </a:r>
                      <a:r>
                        <a:rPr lang="en-US" altLang="ja-JP" sz="2300" b="0" noProof="0" dirty="0">
                          <a:latin typeface="Meiryo UI" panose="020B0604030504040204" pitchFamily="50" charset="-128"/>
                          <a:ea typeface="Meiryo UI" panose="020B0604030504040204" pitchFamily="50" charset="-128"/>
                        </a:rPr>
                        <a:t>,</a:t>
                      </a:r>
                    </a:p>
                    <a:p>
                      <a:pPr algn="ctr" rtl="0"/>
                      <a:r>
                        <a:rPr lang="en-US" altLang="ja-JP" sz="2300" b="0" noProof="0" dirty="0">
                          <a:latin typeface="Meiryo UI" panose="020B0604030504040204" pitchFamily="50" charset="-128"/>
                          <a:ea typeface="Meiryo UI" panose="020B0604030504040204" pitchFamily="50" charset="-128"/>
                        </a:rPr>
                        <a:t>CSMA/CD</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5e=1000base</a:t>
                      </a:r>
                      <a:r>
                        <a:rPr lang="ja-JP" altLang="en-US" sz="2300" b="0" noProof="0" dirty="0">
                          <a:latin typeface="Meiryo UI" panose="020B0604030504040204" pitchFamily="50" charset="-128"/>
                          <a:ea typeface="Meiryo UI" panose="020B0604030504040204" pitchFamily="50" charset="-128"/>
                        </a:rPr>
                        <a:t>とか</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IEEE802.11</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無線の規格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pt-BR" altLang="ja-JP" sz="2400" dirty="0"/>
                        <a:t>B(11M)/a(54M)/g(54M)/n(600M)/ac(6.9G)/ax(9.6G)</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IEEE802.1Q</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L2</a:t>
                      </a:r>
                      <a:r>
                        <a:rPr lang="ja-JP" altLang="en-US" sz="2300" b="0" noProof="0" dirty="0">
                          <a:latin typeface="Meiryo UI" panose="020B0604030504040204" pitchFamily="50" charset="-128"/>
                          <a:ea typeface="Meiryo UI" panose="020B0604030504040204" pitchFamily="50" charset="-128"/>
                        </a:rPr>
                        <a:t>でつける</a:t>
                      </a:r>
                      <a:r>
                        <a:rPr lang="en-US" altLang="ja-JP" sz="2300" b="0" noProof="0" dirty="0">
                          <a:latin typeface="Meiryo UI" panose="020B0604030504040204" pitchFamily="50" charset="-128"/>
                          <a:ea typeface="Meiryo UI" panose="020B0604030504040204" pitchFamily="50" charset="-128"/>
                        </a:rPr>
                        <a:t>VLAN</a:t>
                      </a:r>
                      <a:r>
                        <a:rPr lang="ja-JP" altLang="en-US" sz="2300" b="0" noProof="0" dirty="0">
                          <a:latin typeface="Meiryo UI" panose="020B0604030504040204" pitchFamily="50" charset="-128"/>
                          <a:ea typeface="Meiryo UI" panose="020B0604030504040204" pitchFamily="50" charset="-128"/>
                        </a:rPr>
                        <a:t>タグ全体の規定</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TPID,PCP(p),</a:t>
                      </a:r>
                      <a:r>
                        <a:rPr lang="en-US" altLang="ja-JP" sz="2300" b="0" noProof="0" dirty="0" err="1">
                          <a:latin typeface="Meiryo UI" panose="020B0604030504040204" pitchFamily="50" charset="-128"/>
                          <a:ea typeface="Meiryo UI" panose="020B0604030504040204" pitchFamily="50" charset="-128"/>
                        </a:rPr>
                        <a:t>DEI,VlanId</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IEEE802.1p</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Q</a:t>
                      </a:r>
                      <a:r>
                        <a:rPr lang="ja-JP" altLang="en-US" sz="2300" b="0" noProof="0" dirty="0">
                          <a:latin typeface="Meiryo UI" panose="020B0604030504040204" pitchFamily="50" charset="-128"/>
                          <a:ea typeface="Meiryo UI" panose="020B0604030504040204" pitchFamily="50" charset="-128"/>
                        </a:rPr>
                        <a:t>の一部で</a:t>
                      </a:r>
                      <a:endParaRPr lang="en-US" altLang="ja-JP" sz="2300" b="0" noProof="0" dirty="0">
                        <a:latin typeface="Meiryo UI" panose="020B0604030504040204" pitchFamily="50" charset="-128"/>
                        <a:ea typeface="Meiryo UI" panose="020B0604030504040204" pitchFamily="50" charset="-128"/>
                      </a:endParaRPr>
                    </a:p>
                    <a:p>
                      <a:pPr algn="ctr" rtl="0"/>
                      <a:r>
                        <a:rPr lang="en-US" altLang="ja-JP" sz="2300" b="0" noProof="0" dirty="0">
                          <a:latin typeface="Meiryo UI" panose="020B0604030504040204" pitchFamily="50" charset="-128"/>
                          <a:ea typeface="Meiryo UI" panose="020B0604030504040204" pitchFamily="50" charset="-128"/>
                        </a:rPr>
                        <a:t>Priority</a:t>
                      </a:r>
                      <a:r>
                        <a:rPr lang="ja-JP" altLang="en-US" sz="2300" b="0" noProof="0" dirty="0">
                          <a:latin typeface="Meiryo UI" panose="020B0604030504040204" pitchFamily="50" charset="-128"/>
                          <a:ea typeface="Meiryo UI" panose="020B0604030504040204" pitchFamily="50" charset="-128"/>
                        </a:rPr>
                        <a:t>優先度制御</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err="1">
                          <a:latin typeface="Meiryo UI" panose="020B0604030504040204" pitchFamily="50" charset="-128"/>
                          <a:ea typeface="Meiryo UI" panose="020B0604030504040204" pitchFamily="50" charset="-128"/>
                        </a:rPr>
                        <a:t>Qos</a:t>
                      </a:r>
                      <a:r>
                        <a:rPr lang="en-US" altLang="ja-JP" sz="2300" b="0" noProof="0" dirty="0">
                          <a:latin typeface="Meiryo UI" panose="020B0604030504040204" pitchFamily="50" charset="-128"/>
                          <a:ea typeface="Meiryo UI" panose="020B0604030504040204" pitchFamily="50" charset="-128"/>
                        </a:rPr>
                        <a:t>[Cos(L2,lan),DPCP(L3,wan)]</a:t>
                      </a:r>
                    </a:p>
                  </a:txBody>
                  <a:tcPr marL="117478" marR="117478" marT="58740" marB="58740" anchor="ctr"/>
                </a:tc>
                <a:extLst>
                  <a:ext uri="{0D108BD9-81ED-4DB2-BD59-A6C34878D82A}">
                    <a16:rowId xmlns:a16="http://schemas.microsoft.com/office/drawing/2014/main" val="2052244476"/>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IEEE802.1D:w:s</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STP,RSTP,MSTP</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スパツリ関係</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IEEE802.1x</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認証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ラディウスとサプリカント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bl>
          </a:graphicData>
        </a:graphic>
      </p:graphicFrame>
    </p:spTree>
    <p:extLst>
      <p:ext uri="{BB962C8B-B14F-4D97-AF65-F5344CB8AC3E}">
        <p14:creationId xmlns:p14="http://schemas.microsoft.com/office/powerpoint/2010/main" val="368927523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A197C-8958-DC24-D2E2-3AD5585B3073}"/>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C9BEDA18-FAE5-71F1-D999-07F10F7BBB17}"/>
              </a:ext>
            </a:extLst>
          </p:cNvPr>
          <p:cNvGraphicFramePr>
            <a:graphicFrameLocks noGrp="1"/>
          </p:cNvGraphicFramePr>
          <p:nvPr>
            <p:ph sz="quarter" idx="13"/>
            <p:extLst>
              <p:ext uri="{D42A27DB-BD31-4B8C-83A1-F6EECF244321}">
                <p14:modId xmlns:p14="http://schemas.microsoft.com/office/powerpoint/2010/main" val="950721437"/>
              </p:ext>
            </p:extLst>
          </p:nvPr>
        </p:nvGraphicFramePr>
        <p:xfrm>
          <a:off x="869568" y="1102608"/>
          <a:ext cx="10452864" cy="4774305"/>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IEEE802.1x</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認証プロトコル</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サプリカント</a:t>
                      </a:r>
                      <a:r>
                        <a:rPr lang="en-US" altLang="ja-JP" sz="2300" b="0" noProof="0" dirty="0">
                          <a:latin typeface="Meiryo UI" panose="020B0604030504040204" pitchFamily="50" charset="-128"/>
                          <a:ea typeface="Meiryo UI" panose="020B0604030504040204" pitchFamily="50" charset="-128"/>
                        </a:rPr>
                        <a:t>&lt;-&gt;</a:t>
                      </a:r>
                      <a:r>
                        <a:rPr lang="ja-JP" altLang="en-US" sz="2300" b="0" noProof="0" dirty="0">
                          <a:latin typeface="Meiryo UI" panose="020B0604030504040204" pitchFamily="50" charset="-128"/>
                          <a:ea typeface="Meiryo UI" panose="020B0604030504040204" pitchFamily="50" charset="-128"/>
                        </a:rPr>
                        <a:t>装置</a:t>
                      </a:r>
                      <a:r>
                        <a:rPr lang="en-US" altLang="ja-JP" sz="2300" b="0" noProof="0" dirty="0">
                          <a:latin typeface="Meiryo UI" panose="020B0604030504040204" pitchFamily="50" charset="-128"/>
                          <a:ea typeface="Meiryo UI" panose="020B0604030504040204" pitchFamily="50" charset="-128"/>
                        </a:rPr>
                        <a:t>&lt;-&gt;</a:t>
                      </a:r>
                      <a:r>
                        <a:rPr lang="ja-JP" altLang="en-US" sz="2300" b="0" noProof="0" dirty="0">
                          <a:latin typeface="Meiryo UI" panose="020B0604030504040204" pitchFamily="50" charset="-128"/>
                          <a:ea typeface="Meiryo UI" panose="020B0604030504040204" pitchFamily="50" charset="-128"/>
                        </a:rPr>
                        <a:t>サーバー</a:t>
                      </a:r>
                    </a:p>
                  </a:txBody>
                  <a:tcPr marL="117478" marR="117478" marT="58740" marB="58740" anchor="ctr"/>
                </a:tc>
                <a:extLst>
                  <a:ext uri="{0D108BD9-81ED-4DB2-BD59-A6C34878D82A}">
                    <a16:rowId xmlns:a16="http://schemas.microsoft.com/office/drawing/2014/main" val="3298013591"/>
                  </a:ext>
                </a:extLst>
              </a:tr>
              <a:tr h="380913">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サプリカント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ユーザー</a:t>
                      </a:r>
                      <a:r>
                        <a:rPr lang="en-US" altLang="ja-JP" sz="2300" b="0" noProof="0" dirty="0">
                          <a:latin typeface="Meiryo UI" panose="020B0604030504040204" pitchFamily="50" charset="-128"/>
                          <a:ea typeface="Meiryo UI" panose="020B0604030504040204" pitchFamily="50" charset="-128"/>
                        </a:rPr>
                        <a:t>PC</a:t>
                      </a:r>
                      <a:r>
                        <a:rPr lang="ja-JP" altLang="en-US" sz="2300" b="0" noProof="0" dirty="0">
                          <a:latin typeface="Meiryo UI" panose="020B0604030504040204" pitchFamily="50" charset="-128"/>
                          <a:ea typeface="Meiryo UI" panose="020B0604030504040204" pitchFamily="50" charset="-128"/>
                        </a:rPr>
                        <a:t>に導入</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ソフトウェアもある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認証装置</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対応のスイッチや</a:t>
                      </a:r>
                      <a:r>
                        <a:rPr lang="en-US" altLang="ja-JP" sz="2300" b="0" noProof="0" dirty="0">
                          <a:latin typeface="Meiryo UI" panose="020B0604030504040204" pitchFamily="50" charset="-128"/>
                          <a:ea typeface="Meiryo UI" panose="020B0604030504040204" pitchFamily="50" charset="-128"/>
                        </a:rPr>
                        <a:t>AP</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RADIUS</a:t>
                      </a:r>
                      <a:r>
                        <a:rPr lang="ja-JP" altLang="en-US" sz="2300" b="0" noProof="0" dirty="0">
                          <a:latin typeface="Meiryo UI" panose="020B0604030504040204" pitchFamily="50" charset="-128"/>
                          <a:ea typeface="Meiryo UI" panose="020B0604030504040204" pitchFamily="50" charset="-128"/>
                        </a:rPr>
                        <a:t>クライアント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認証サーバー</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実際に認証するサーバー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RADIUS</a:t>
                      </a:r>
                      <a:r>
                        <a:rPr lang="ja-JP" altLang="en-US" sz="2300" b="0" noProof="0" dirty="0">
                          <a:latin typeface="Meiryo UI" panose="020B0604030504040204" pitchFamily="50" charset="-128"/>
                          <a:ea typeface="Meiryo UI" panose="020B0604030504040204" pitchFamily="50" charset="-128"/>
                        </a:rPr>
                        <a:t>サーバー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EAP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イープ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err="1">
                          <a:latin typeface="Meiryo UI" panose="020B0604030504040204" pitchFamily="50" charset="-128"/>
                          <a:ea typeface="Meiryo UI" panose="020B0604030504040204" pitchFamily="50" charset="-128"/>
                        </a:rPr>
                        <a:t>ppp</a:t>
                      </a:r>
                      <a:r>
                        <a:rPr lang="ja-JP" altLang="en-US" sz="2300" b="0" noProof="0" dirty="0">
                          <a:latin typeface="Meiryo UI" panose="020B0604030504040204" pitchFamily="50" charset="-128"/>
                          <a:ea typeface="Meiryo UI" panose="020B0604030504040204" pitchFamily="50" charset="-128"/>
                        </a:rPr>
                        <a:t>の拡張</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PEAP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ピープ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EAP</a:t>
                      </a:r>
                      <a:r>
                        <a:rPr lang="ja-JP" altLang="en-US" sz="2300" b="0" noProof="0" dirty="0">
                          <a:latin typeface="Meiryo UI" panose="020B0604030504040204" pitchFamily="50" charset="-128"/>
                          <a:ea typeface="Meiryo UI" panose="020B0604030504040204" pitchFamily="50" charset="-128"/>
                        </a:rPr>
                        <a:t>を</a:t>
                      </a:r>
                      <a:r>
                        <a:rPr lang="en-US" altLang="ja-JP" sz="2300" b="0" noProof="0" dirty="0">
                          <a:latin typeface="Meiryo UI" panose="020B0604030504040204" pitchFamily="50" charset="-128"/>
                          <a:ea typeface="Meiryo UI" panose="020B0604030504040204" pitchFamily="50" charset="-128"/>
                        </a:rPr>
                        <a:t>TLS</a:t>
                      </a:r>
                      <a:r>
                        <a:rPr lang="ja-JP" altLang="en-US" sz="2300" b="0" noProof="0" dirty="0">
                          <a:latin typeface="Meiryo UI" panose="020B0604030504040204" pitchFamily="50" charset="-128"/>
                          <a:ea typeface="Meiryo UI" panose="020B0604030504040204" pitchFamily="50" charset="-128"/>
                        </a:rPr>
                        <a:t>で保護。</a:t>
                      </a:r>
                      <a:r>
                        <a:rPr lang="en-US" altLang="ja-JP" sz="2300" b="0" noProof="0" dirty="0">
                          <a:latin typeface="Meiryo UI" panose="020B0604030504040204" pitchFamily="50" charset="-128"/>
                          <a:ea typeface="Meiryo UI" panose="020B0604030504040204" pitchFamily="50" charset="-128"/>
                        </a:rPr>
                        <a:t>EAP-TLS</a:t>
                      </a:r>
                      <a:r>
                        <a:rPr lang="ja-JP" altLang="en-US" sz="2300" b="0" noProof="0" dirty="0">
                          <a:latin typeface="Meiryo UI" panose="020B0604030504040204" pitchFamily="50" charset="-128"/>
                          <a:ea typeface="Meiryo UI" panose="020B0604030504040204" pitchFamily="50" charset="-128"/>
                        </a:rPr>
                        <a:t>とは別物</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15128615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73E85-802A-FC7D-E675-2F9487A80205}"/>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0633C706-3C9F-821C-C156-311011205C32}"/>
              </a:ext>
            </a:extLst>
          </p:cNvPr>
          <p:cNvGraphicFramePr>
            <a:graphicFrameLocks noGrp="1"/>
          </p:cNvGraphicFramePr>
          <p:nvPr>
            <p:ph sz="quarter" idx="13"/>
            <p:extLst>
              <p:ext uri="{D42A27DB-BD31-4B8C-83A1-F6EECF244321}">
                <p14:modId xmlns:p14="http://schemas.microsoft.com/office/powerpoint/2010/main" val="1208950379"/>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934989">
                  <a:extLst>
                    <a:ext uri="{9D8B030D-6E8A-4147-A177-3AD203B41FA5}">
                      <a16:colId xmlns:a16="http://schemas.microsoft.com/office/drawing/2014/main" val="127040821"/>
                    </a:ext>
                  </a:extLst>
                </a:gridCol>
                <a:gridCol w="4261757">
                  <a:extLst>
                    <a:ext uri="{9D8B030D-6E8A-4147-A177-3AD203B41FA5}">
                      <a16:colId xmlns:a16="http://schemas.microsoft.com/office/drawing/2014/main" val="3472639139"/>
                    </a:ext>
                  </a:extLst>
                </a:gridCol>
                <a:gridCol w="3256118">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チャネルボンディング</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144Mbps-&gt;300Mbps</a:t>
                      </a: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MIMO</a:t>
                      </a:r>
                    </a:p>
                  </a:txBody>
                  <a:tcPr marL="117478" marR="117478" marT="58740" marB="58740" anchor="ctr"/>
                </a:tc>
                <a:tc>
                  <a:txBody>
                    <a:bodyPr/>
                    <a:lstStyle>
                      <a:defPPr>
                        <a:defRPr lang="ja-JP"/>
                      </a:defPPr>
                    </a:lstStyle>
                    <a:p>
                      <a:pPr algn="ctr" rtl="0"/>
                      <a:r>
                        <a:rPr lang="ja-JP" altLang="en-US" sz="2400" dirty="0"/>
                        <a:t>データをバラバラにして複数のアンテナで送受信してまたくっつける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URL</a:t>
                      </a:r>
                      <a:r>
                        <a:rPr lang="ja-JP" altLang="en-US" sz="2300" b="0" noProof="0" dirty="0">
                          <a:latin typeface="Meiryo UI" panose="020B0604030504040204" pitchFamily="50" charset="-128"/>
                          <a:ea typeface="Meiryo UI" panose="020B0604030504040204" pitchFamily="50" charset="-128"/>
                        </a:rPr>
                        <a:t>リライティング</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表示される</a:t>
                      </a:r>
                      <a:r>
                        <a:rPr lang="en-US" altLang="ja-JP" sz="2300" b="0" noProof="0" dirty="0">
                          <a:latin typeface="Meiryo UI" panose="020B0604030504040204" pitchFamily="50" charset="-128"/>
                          <a:ea typeface="Meiryo UI" panose="020B0604030504040204" pitchFamily="50" charset="-128"/>
                        </a:rPr>
                        <a:t>URL</a:t>
                      </a:r>
                      <a:r>
                        <a:rPr lang="ja-JP" altLang="en-US" sz="2300" b="0" noProof="0" dirty="0">
                          <a:latin typeface="Meiryo UI" panose="020B0604030504040204" pitchFamily="50" charset="-128"/>
                          <a:ea typeface="Meiryo UI" panose="020B0604030504040204" pitchFamily="50" charset="-128"/>
                        </a:rPr>
                        <a:t>を変える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フレームアグリゲーション</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宛先が同じ複数のフレームを連結して送信する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占有時間が長くなり他の通信が待たされる</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52079973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16BA8-5B6C-6743-2E49-9B8DC7A2C48B}"/>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78D19DD9-CCD4-0544-5B25-197D9251722A}"/>
              </a:ext>
            </a:extLst>
          </p:cNvPr>
          <p:cNvGraphicFramePr>
            <a:graphicFrameLocks noGrp="1"/>
          </p:cNvGraphicFramePr>
          <p:nvPr>
            <p:ph sz="quarter" idx="13"/>
            <p:extLst>
              <p:ext uri="{D42A27DB-BD31-4B8C-83A1-F6EECF244321}">
                <p14:modId xmlns:p14="http://schemas.microsoft.com/office/powerpoint/2010/main" val="3519387567"/>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QoS(</a:t>
                      </a:r>
                      <a:r>
                        <a:rPr lang="ja-JP" altLang="en-US" sz="2300" b="0" noProof="0" dirty="0">
                          <a:latin typeface="Meiryo UI" panose="020B0604030504040204" pitchFamily="50" charset="-128"/>
                          <a:ea typeface="Meiryo UI" panose="020B0604030504040204" pitchFamily="50" charset="-128"/>
                        </a:rPr>
                        <a:t>クオリティー</a:t>
                      </a:r>
                      <a:r>
                        <a:rPr lang="en-US" altLang="ja-JP" sz="2300" b="0" noProof="0" dirty="0">
                          <a:latin typeface="Meiryo UI" panose="020B0604030504040204" pitchFamily="50" charset="-128"/>
                          <a:ea typeface="Meiryo UI" panose="020B0604030504040204" pitchFamily="50" charset="-128"/>
                        </a:rPr>
                        <a: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優先度</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帯域</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順番</a:t>
                      </a:r>
                      <a:r>
                        <a:rPr lang="en-US" altLang="ja-JP" sz="2300" b="0" noProof="0" dirty="0">
                          <a:latin typeface="Meiryo UI" panose="020B0604030504040204" pitchFamily="50" charset="-128"/>
                          <a:ea typeface="Meiryo UI" panose="020B0604030504040204" pitchFamily="50" charset="-128"/>
                        </a:rPr>
                        <a:t>,</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混雑対策</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分類</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マーキング</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優先度は↓</a:t>
                      </a:r>
                      <a:r>
                        <a:rPr lang="en-US" altLang="ja-JP" sz="2300" b="0" noProof="0" dirty="0">
                          <a:latin typeface="Meiryo UI" panose="020B0604030504040204" pitchFamily="50" charset="-128"/>
                          <a:ea typeface="Meiryo UI" panose="020B0604030504040204" pitchFamily="50" charset="-128"/>
                        </a:rPr>
                        <a:t>2</a:t>
                      </a:r>
                      <a:r>
                        <a:rPr lang="ja-JP" altLang="en-US" sz="2300" b="0" noProof="0" dirty="0">
                          <a:latin typeface="Meiryo UI" panose="020B0604030504040204" pitchFamily="50" charset="-128"/>
                          <a:ea typeface="Meiryo UI" panose="020B0604030504040204" pitchFamily="50" charset="-128"/>
                        </a:rPr>
                        <a:t>つで分類</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err="1">
                          <a:latin typeface="Meiryo UI" panose="020B0604030504040204" pitchFamily="50" charset="-128"/>
                          <a:ea typeface="Meiryo UI" panose="020B0604030504040204" pitchFamily="50" charset="-128"/>
                        </a:rPr>
                        <a:t>CoS</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クラス</a:t>
                      </a:r>
                      <a:r>
                        <a:rPr lang="en-US" altLang="ja-JP" sz="2300" b="0" noProof="0" dirty="0">
                          <a:latin typeface="Meiryo UI" panose="020B0604030504040204" pitchFamily="50" charset="-128"/>
                          <a:ea typeface="Meiryo UI" panose="020B0604030504040204" pitchFamily="50" charset="-128"/>
                        </a:rPr>
                        <a: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IEEE802.1p</a:t>
                      </a:r>
                      <a:r>
                        <a:rPr lang="ja-JP" altLang="en-US" sz="2300" b="0" noProof="0" dirty="0">
                          <a:latin typeface="Meiryo UI" panose="020B0604030504040204" pitchFamily="50" charset="-128"/>
                          <a:ea typeface="Meiryo UI" panose="020B0604030504040204" pitchFamily="50" charset="-128"/>
                        </a:rPr>
                        <a:t>で既定。</a:t>
                      </a:r>
                      <a:r>
                        <a:rPr lang="en-US" altLang="ja-JP" sz="2300" b="0" noProof="0" dirty="0">
                          <a:latin typeface="Meiryo UI" panose="020B0604030504040204" pitchFamily="50" charset="-128"/>
                          <a:ea typeface="Meiryo UI" panose="020B0604030504040204" pitchFamily="50" charset="-128"/>
                        </a:rPr>
                        <a:t>L2Vlan</a:t>
                      </a:r>
                      <a:r>
                        <a:rPr lang="ja-JP" altLang="en-US" sz="2300" b="0" noProof="0" dirty="0">
                          <a:latin typeface="Meiryo UI" panose="020B0604030504040204" pitchFamily="50" charset="-128"/>
                          <a:ea typeface="Meiryo UI" panose="020B0604030504040204" pitchFamily="50" charset="-128"/>
                        </a:rPr>
                        <a:t>タグの</a:t>
                      </a:r>
                      <a:r>
                        <a:rPr lang="en-US" altLang="ja-JP" sz="2300" b="0" noProof="0" dirty="0" err="1">
                          <a:latin typeface="Meiryo UI" panose="020B0604030504040204" pitchFamily="50" charset="-128"/>
                          <a:ea typeface="Meiryo UI" panose="020B0604030504040204" pitchFamily="50" charset="-128"/>
                        </a:rPr>
                        <a:t>cpc</a:t>
                      </a:r>
                      <a:r>
                        <a:rPr lang="ja-JP" altLang="en-US" sz="2300" b="0" noProof="0" dirty="0">
                          <a:latin typeface="Meiryo UI" panose="020B0604030504040204" pitchFamily="50" charset="-128"/>
                          <a:ea typeface="Meiryo UI" panose="020B0604030504040204" pitchFamily="50" charset="-128"/>
                        </a:rPr>
                        <a:t>で判断</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LAN</a:t>
                      </a:r>
                      <a:r>
                        <a:rPr lang="ja-JP" altLang="en-US" sz="2300" b="0" noProof="0" dirty="0">
                          <a:latin typeface="Meiryo UI" panose="020B0604030504040204" pitchFamily="50" charset="-128"/>
                          <a:ea typeface="Meiryo UI" panose="020B0604030504040204" pitchFamily="50" charset="-128"/>
                        </a:rPr>
                        <a:t>用</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DSCP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L3</a:t>
                      </a:r>
                      <a:r>
                        <a:rPr lang="ja-JP" altLang="en-US" sz="2300" b="0" noProof="0" dirty="0">
                          <a:latin typeface="Meiryo UI" panose="020B0604030504040204" pitchFamily="50" charset="-128"/>
                          <a:ea typeface="Meiryo UI" panose="020B0604030504040204" pitchFamily="50" charset="-128"/>
                        </a:rPr>
                        <a:t>で使う</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WAN</a:t>
                      </a:r>
                      <a:r>
                        <a:rPr lang="ja-JP" altLang="en-US" sz="2300" b="0" noProof="0" dirty="0">
                          <a:latin typeface="Meiryo UI" panose="020B0604030504040204" pitchFamily="50" charset="-128"/>
                          <a:ea typeface="Meiryo UI" panose="020B0604030504040204" pitchFamily="50" charset="-128"/>
                        </a:rPr>
                        <a:t>向け</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MTU</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転送</a:t>
                      </a:r>
                      <a:r>
                        <a:rPr lang="ja-JP" altLang="en-US" sz="2300" b="0" noProof="0">
                          <a:latin typeface="Meiryo UI" panose="020B0604030504040204" pitchFamily="50" charset="-128"/>
                          <a:ea typeface="Meiryo UI" panose="020B0604030504040204" pitchFamily="50" charset="-128"/>
                        </a:rPr>
                        <a:t>最大サイズ</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それを調べるのが</a:t>
                      </a:r>
                      <a:r>
                        <a:rPr lang="en-US" altLang="ja-JP" sz="2300" b="0" noProof="0" dirty="0">
                          <a:latin typeface="Meiryo UI" panose="020B0604030504040204" pitchFamily="50" charset="-128"/>
                          <a:ea typeface="Meiryo UI" panose="020B0604030504040204" pitchFamily="50" charset="-128"/>
                        </a:rPr>
                        <a:t>MTU</a:t>
                      </a:r>
                      <a:r>
                        <a:rPr lang="ja-JP" altLang="en-US" sz="2300" b="0" noProof="0" dirty="0">
                          <a:latin typeface="Meiryo UI" panose="020B0604030504040204" pitchFamily="50" charset="-128"/>
                          <a:ea typeface="Meiryo UI" panose="020B0604030504040204" pitchFamily="50" charset="-128"/>
                        </a:rPr>
                        <a:t>探索</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MTU</a:t>
                      </a:r>
                      <a:r>
                        <a:rPr lang="ja-JP" altLang="en-US" sz="2300" b="0" noProof="0" dirty="0">
                          <a:latin typeface="Meiryo UI" panose="020B0604030504040204" pitchFamily="50" charset="-128"/>
                          <a:ea typeface="Meiryo UI" panose="020B0604030504040204" pitchFamily="50" charset="-128"/>
                        </a:rPr>
                        <a:t>探索</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ping </a:t>
                      </a:r>
                      <a:r>
                        <a:rPr lang="ja-JP" altLang="en-US" sz="2300" b="0" noProof="0" dirty="0">
                          <a:latin typeface="Meiryo UI" panose="020B0604030504040204" pitchFamily="50" charset="-128"/>
                          <a:ea typeface="Meiryo UI" panose="020B0604030504040204" pitchFamily="50" charset="-128"/>
                        </a:rPr>
                        <a:t>宛先 </a:t>
                      </a:r>
                      <a:r>
                        <a:rPr lang="en-US" altLang="ja-JP" sz="2300" b="0" noProof="0" dirty="0">
                          <a:latin typeface="Meiryo UI" panose="020B0604030504040204" pitchFamily="50" charset="-128"/>
                          <a:ea typeface="Meiryo UI" panose="020B0604030504040204" pitchFamily="50" charset="-128"/>
                        </a:rPr>
                        <a:t>–f –l 1472</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1472</a:t>
                      </a:r>
                      <a:r>
                        <a:rPr lang="ja-JP" altLang="en-US" sz="2300" b="0" noProof="0" dirty="0">
                          <a:latin typeface="Meiryo UI" panose="020B0604030504040204" pitchFamily="50" charset="-128"/>
                          <a:ea typeface="Meiryo UI" panose="020B0604030504040204" pitchFamily="50" charset="-128"/>
                        </a:rPr>
                        <a:t>バイトのデータを分割しないで送る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39847644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2F9B-05E4-C575-EB9E-11874D6469EA}"/>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411671B9-B2AF-FDEF-7872-D10068C8C368}"/>
              </a:ext>
            </a:extLst>
          </p:cNvPr>
          <p:cNvGraphicFramePr>
            <a:graphicFrameLocks noGrp="1"/>
          </p:cNvGraphicFramePr>
          <p:nvPr>
            <p:ph sz="quarter" idx="13"/>
            <p:extLst>
              <p:ext uri="{D42A27DB-BD31-4B8C-83A1-F6EECF244321}">
                <p14:modId xmlns:p14="http://schemas.microsoft.com/office/powerpoint/2010/main" val="4184237843"/>
              </p:ext>
            </p:extLst>
          </p:nvPr>
        </p:nvGraphicFramePr>
        <p:xfrm>
          <a:off x="869567" y="1102608"/>
          <a:ext cx="10462461" cy="5167566"/>
        </p:xfrm>
        <a:graphic>
          <a:graphicData uri="http://schemas.openxmlformats.org/drawingml/2006/table">
            <a:tbl>
              <a:tblPr firstRow="1" bandRow="1">
                <a:tableStyleId>{8A107856-5554-42FB-B03E-39F5DBC370BA}</a:tableStyleId>
              </a:tblPr>
              <a:tblGrid>
                <a:gridCol w="2375111">
                  <a:extLst>
                    <a:ext uri="{9D8B030D-6E8A-4147-A177-3AD203B41FA5}">
                      <a16:colId xmlns:a16="http://schemas.microsoft.com/office/drawing/2014/main" val="127040821"/>
                    </a:ext>
                  </a:extLst>
                </a:gridCol>
                <a:gridCol w="1392636">
                  <a:extLst>
                    <a:ext uri="{9D8B030D-6E8A-4147-A177-3AD203B41FA5}">
                      <a16:colId xmlns:a16="http://schemas.microsoft.com/office/drawing/2014/main" val="4277231576"/>
                    </a:ext>
                  </a:extLst>
                </a:gridCol>
                <a:gridCol w="6694714">
                  <a:extLst>
                    <a:ext uri="{9D8B030D-6E8A-4147-A177-3AD203B41FA5}">
                      <a16:colId xmlns:a16="http://schemas.microsoft.com/office/drawing/2014/main" val="3472639139"/>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フォワードプロキシ</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CL</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秘匿</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監視</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キャッシュの共有</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リバースプロキシ</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SV</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秘匿</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攻撃防止</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キャッシュの共有</a:t>
                      </a:r>
                      <a:r>
                        <a:rPr lang="en-US" altLang="ja-JP" sz="2300" b="0" noProof="0" dirty="0">
                          <a:latin typeface="Meiryo UI" panose="020B0604030504040204" pitchFamily="50" charset="-128"/>
                          <a:ea typeface="Meiryo UI" panose="020B0604030504040204" pitchFamily="50" charset="-128"/>
                        </a:rPr>
                        <a:t>+</a:t>
                      </a:r>
                    </a:p>
                    <a:p>
                      <a:pPr algn="ctr" rtl="0"/>
                      <a:r>
                        <a:rPr lang="en-US" altLang="ja-JP" sz="2300" b="0" noProof="0" dirty="0">
                          <a:latin typeface="Meiryo UI" panose="020B0604030504040204" pitchFamily="50" charset="-128"/>
                          <a:ea typeface="Meiryo UI" panose="020B0604030504040204" pitchFamily="50" charset="-128"/>
                        </a:rPr>
                        <a:t>TLS</a:t>
                      </a:r>
                      <a:r>
                        <a:rPr lang="ja-JP" altLang="en-US" sz="2300" b="0" noProof="0" dirty="0">
                          <a:latin typeface="Meiryo UI" panose="020B0604030504040204" pitchFamily="50" charset="-128"/>
                          <a:ea typeface="Meiryo UI" panose="020B0604030504040204" pitchFamily="50" charset="-128"/>
                        </a:rPr>
                        <a:t>アクセラレーター</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ロードバランサー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noProof="0" dirty="0"/>
                        <a:t>TLS</a:t>
                      </a:r>
                      <a:r>
                        <a:rPr lang="ja-JP" altLang="en-US" noProof="0" dirty="0"/>
                        <a:t>アクセラレーター</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リバプロ〇</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TLS</a:t>
                      </a:r>
                      <a:r>
                        <a:rPr lang="ja-JP" altLang="en-US" sz="2300" b="0" noProof="0" dirty="0">
                          <a:latin typeface="Meiryo UI" panose="020B0604030504040204" pitchFamily="50" charset="-128"/>
                          <a:ea typeface="Meiryo UI" panose="020B0604030504040204" pitchFamily="50" charset="-128"/>
                        </a:rPr>
                        <a:t>認証を代わりにやってくれる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ロードバランサー</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リバプロ△</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負荷分散をしてくれる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WAF</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リバプロ〇</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WA</a:t>
                      </a:r>
                      <a:r>
                        <a:rPr lang="ja-JP" altLang="en-US" sz="2300" b="0" noProof="0" dirty="0">
                          <a:latin typeface="Meiryo UI" panose="020B0604030504040204" pitchFamily="50" charset="-128"/>
                          <a:ea typeface="Meiryo UI" panose="020B0604030504040204" pitchFamily="50" charset="-128"/>
                        </a:rPr>
                        <a:t>用の</a:t>
                      </a:r>
                      <a:r>
                        <a:rPr lang="en-US" altLang="ja-JP" sz="2300" b="0" noProof="0" dirty="0">
                          <a:latin typeface="Meiryo UI" panose="020B0604030504040204" pitchFamily="50" charset="-128"/>
                          <a:ea typeface="Meiryo UI" panose="020B0604030504040204" pitchFamily="50" charset="-128"/>
                        </a:rPr>
                        <a:t>FW</a:t>
                      </a:r>
                      <a:r>
                        <a:rPr lang="ja-JP" altLang="en-US" sz="2300" b="0" noProof="0" dirty="0">
                          <a:latin typeface="Meiryo UI" panose="020B0604030504040204" pitchFamily="50" charset="-128"/>
                          <a:ea typeface="Meiryo UI" panose="020B0604030504040204" pitchFamily="50" charset="-128"/>
                        </a:rPr>
                        <a:t>で攻撃を検知</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ブロックしてくれる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ja-JP" altLang="en-US" sz="2400" b="0" noProof="0" dirty="0">
                          <a:latin typeface="Meiryo UI" panose="020B0604030504040204" pitchFamily="50" charset="-128"/>
                          <a:ea typeface="Meiryo UI" panose="020B0604030504040204" pitchFamily="50" charset="-128"/>
                        </a:rPr>
                        <a:t>リバースキャッシュ</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リバプロ〇</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400" dirty="0"/>
                        <a:t>静的コンテンツを保持してサーバーの負荷を軽減</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363329375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C9350-CCE2-EDF6-3769-054F68572D5A}"/>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D5D33D53-6F1C-7842-3049-9CF8CFB7F908}"/>
              </a:ext>
            </a:extLst>
          </p:cNvPr>
          <p:cNvGraphicFramePr>
            <a:graphicFrameLocks noGrp="1"/>
          </p:cNvGraphicFramePr>
          <p:nvPr>
            <p:ph sz="quarter" idx="13"/>
          </p:nvPr>
        </p:nvGraphicFramePr>
        <p:xfrm>
          <a:off x="869568" y="3820884"/>
          <a:ext cx="10452864" cy="2742648"/>
        </p:xfrm>
        <a:graphic>
          <a:graphicData uri="http://schemas.openxmlformats.org/drawingml/2006/table">
            <a:tbl>
              <a:tblPr firstRow="1" bandRow="1">
                <a:tableStyleId>{8A107856-5554-42FB-B03E-39F5DBC370BA}</a:tableStyleId>
              </a:tblPr>
              <a:tblGrid>
                <a:gridCol w="1772893">
                  <a:extLst>
                    <a:ext uri="{9D8B030D-6E8A-4147-A177-3AD203B41FA5}">
                      <a16:colId xmlns:a16="http://schemas.microsoft.com/office/drawing/2014/main" val="127040821"/>
                    </a:ext>
                  </a:extLst>
                </a:gridCol>
                <a:gridCol w="2425485">
                  <a:extLst>
                    <a:ext uri="{9D8B030D-6E8A-4147-A177-3AD203B41FA5}">
                      <a16:colId xmlns:a16="http://schemas.microsoft.com/office/drawing/2014/main" val="3472639139"/>
                    </a:ext>
                  </a:extLst>
                </a:gridCol>
                <a:gridCol w="6254486">
                  <a:extLst>
                    <a:ext uri="{9D8B030D-6E8A-4147-A177-3AD203B41FA5}">
                      <a16:colId xmlns:a16="http://schemas.microsoft.com/office/drawing/2014/main" val="738368328"/>
                    </a:ext>
                  </a:extLst>
                </a:gridCol>
              </a:tblGrid>
              <a:tr h="685662">
                <a:tc>
                  <a:txBody>
                    <a:bodyPr/>
                    <a:lstStyle/>
                    <a:p>
                      <a:pPr algn="ctr" rtl="0"/>
                      <a:r>
                        <a:rPr lang="en-US" altLang="ja-JP" sz="2300" b="0" noProof="0" dirty="0">
                          <a:latin typeface="Meiryo UI" panose="020B0604030504040204" pitchFamily="50" charset="-128"/>
                          <a:ea typeface="Meiryo UI" panose="020B0604030504040204" pitchFamily="50" charset="-128"/>
                        </a:rPr>
                        <a:t>IDS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ディテクション</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不正な挙動を検知</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685662">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プレヴェンション</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IDS+</a:t>
                      </a:r>
                      <a:r>
                        <a:rPr lang="ja-JP" altLang="en-US" sz="2300" b="0" noProof="0" dirty="0">
                          <a:latin typeface="Meiryo UI" panose="020B0604030504040204" pitchFamily="50" charset="-128"/>
                          <a:ea typeface="Meiryo UI" panose="020B0604030504040204" pitchFamily="50" charset="-128"/>
                        </a:rPr>
                        <a:t>ブロック</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685662">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シグネチャ型</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ブラック</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シグネチャ</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不正パターン</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を基に検知</a:t>
                      </a:r>
                    </a:p>
                  </a:txBody>
                  <a:tcPr marL="117478" marR="117478" marT="58740" marB="58740" anchor="ctr"/>
                </a:tc>
                <a:extLst>
                  <a:ext uri="{0D108BD9-81ED-4DB2-BD59-A6C34878D82A}">
                    <a16:rowId xmlns:a16="http://schemas.microsoft.com/office/drawing/2014/main" val="317408438"/>
                  </a:ext>
                </a:extLst>
              </a:tr>
              <a:tr h="685662">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アノマリ型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ホワイト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正常なパターンを登録</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学習</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して検知</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1248474533"/>
                  </a:ext>
                </a:extLst>
              </a:tr>
            </a:tbl>
          </a:graphicData>
        </a:graphic>
      </p:graphicFrame>
      <p:pic>
        <p:nvPicPr>
          <p:cNvPr id="3" name="図 2" descr="ダイアグラム&#10;&#10;自動的に生成された説明">
            <a:extLst>
              <a:ext uri="{FF2B5EF4-FFF2-40B4-BE49-F238E27FC236}">
                <a16:creationId xmlns:a16="http://schemas.microsoft.com/office/drawing/2014/main" id="{65EB69F6-B9EC-9E96-D117-CDE3DB20C2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5096" y="848725"/>
            <a:ext cx="5569150" cy="2580275"/>
          </a:xfrm>
          <a:prstGeom prst="rect">
            <a:avLst/>
          </a:prstGeom>
        </p:spPr>
      </p:pic>
      <p:pic>
        <p:nvPicPr>
          <p:cNvPr id="5" name="図 4" descr="ダイアグラム が含まれている画像&#10;&#10;自動的に生成された説明">
            <a:extLst>
              <a:ext uri="{FF2B5EF4-FFF2-40B4-BE49-F238E27FC236}">
                <a16:creationId xmlns:a16="http://schemas.microsoft.com/office/drawing/2014/main" id="{296B8CE8-0578-377B-C7DC-4D279AA1B7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94246" y="391885"/>
            <a:ext cx="5328186" cy="3037115"/>
          </a:xfrm>
          <a:prstGeom prst="rect">
            <a:avLst/>
          </a:prstGeom>
        </p:spPr>
      </p:pic>
    </p:spTree>
    <p:extLst>
      <p:ext uri="{BB962C8B-B14F-4D97-AF65-F5344CB8AC3E}">
        <p14:creationId xmlns:p14="http://schemas.microsoft.com/office/powerpoint/2010/main" val="387645874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879CC-68C9-F9AA-4B47-59FE924D0343}"/>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D3A4FF18-D31A-D526-5027-B15677C67DAB}"/>
              </a:ext>
            </a:extLst>
          </p:cNvPr>
          <p:cNvGraphicFramePr>
            <a:graphicFrameLocks noGrp="1"/>
          </p:cNvGraphicFramePr>
          <p:nvPr>
            <p:ph sz="quarter" idx="13"/>
            <p:extLst>
              <p:ext uri="{D42A27DB-BD31-4B8C-83A1-F6EECF244321}">
                <p14:modId xmlns:p14="http://schemas.microsoft.com/office/powerpoint/2010/main" val="2605853265"/>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ラウンドロビン</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順番</a:t>
                      </a: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重み付き</a:t>
                      </a:r>
                      <a:r>
                        <a:rPr lang="en-US" altLang="ja-JP" sz="2300" b="0" noProof="0" dirty="0">
                          <a:latin typeface="Meiryo UI" panose="020B0604030504040204" pitchFamily="50" charset="-128"/>
                          <a:ea typeface="Meiryo UI" panose="020B0604030504040204" pitchFamily="50" charset="-128"/>
                        </a:rPr>
                        <a:t>RR</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重みに応じて順番</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最小接続数</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コネクションが少ない</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最小負荷</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負荷が少ない</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ハッシュ</a:t>
                      </a: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コンテンツ分散</a:t>
                      </a: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12114579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63F8D-7170-6B30-D10E-C392DF84E625}"/>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7A075EA6-353D-7E34-A3DE-58BA37609D40}"/>
              </a:ext>
            </a:extLst>
          </p:cNvPr>
          <p:cNvGraphicFramePr>
            <a:graphicFrameLocks noGrp="1"/>
          </p:cNvGraphicFramePr>
          <p:nvPr>
            <p:ph sz="quarter" idx="13"/>
            <p:extLst>
              <p:ext uri="{D42A27DB-BD31-4B8C-83A1-F6EECF244321}">
                <p14:modId xmlns:p14="http://schemas.microsoft.com/office/powerpoint/2010/main" val="3321164648"/>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リゾルバ</a:t>
                      </a:r>
                      <a:r>
                        <a:rPr lang="en-US" altLang="ja-JP" sz="2300" b="0" noProof="0" dirty="0">
                          <a:latin typeface="Meiryo UI" panose="020B0604030504040204" pitchFamily="50" charset="-128"/>
                          <a:ea typeface="Meiryo UI" panose="020B0604030504040204" pitchFamily="50" charset="-128"/>
                        </a:rPr>
                        <a:t>DNS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ユーザーのスタブリゾルバ</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とやり取りする</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ユーザーに一番近い普通のやつ</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フルサービスリゾルバ</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キャッシュ</a:t>
                      </a:r>
                      <a:r>
                        <a:rPr lang="en-US" altLang="ja-JP" sz="2300" b="0" noProof="0" dirty="0">
                          <a:latin typeface="Meiryo UI" panose="020B0604030504040204" pitchFamily="50" charset="-128"/>
                          <a:ea typeface="Meiryo UI" panose="020B0604030504040204" pitchFamily="50" charset="-128"/>
                        </a:rPr>
                        <a:t>DNS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リゾルバ</a:t>
                      </a:r>
                      <a:r>
                        <a:rPr lang="en-US" altLang="ja-JP" sz="2300" b="0" noProof="0" dirty="0">
                          <a:latin typeface="Meiryo UI" panose="020B0604030504040204" pitchFamily="50" charset="-128"/>
                          <a:ea typeface="Meiryo UI" panose="020B0604030504040204" pitchFamily="50" charset="-128"/>
                        </a:rPr>
                        <a:t>DNS+</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キャッシュ機能</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ユーザーに一番近いすごいやつ</a:t>
                      </a:r>
                      <a:br>
                        <a:rPr lang="en-US" altLang="ja-JP" sz="2300" b="0" noProof="0" dirty="0">
                          <a:latin typeface="Meiryo UI" panose="020B0604030504040204" pitchFamily="50" charset="-128"/>
                          <a:ea typeface="Meiryo UI" panose="020B0604030504040204" pitchFamily="50" charset="-128"/>
                        </a:rPr>
                      </a:br>
                      <a:r>
                        <a:rPr lang="en-US" altLang="ja-JP" sz="2300" b="0" noProof="0" dirty="0" err="1">
                          <a:latin typeface="Meiryo UI" panose="020B0604030504040204" pitchFamily="50" charset="-128"/>
                          <a:ea typeface="Meiryo UI" panose="020B0604030504040204" pitchFamily="50" charset="-128"/>
                        </a:rPr>
                        <a:t>Google,CloudFlare</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オープンリゾルバ</a:t>
                      </a:r>
                    </a:p>
                  </a:txBody>
                  <a:tcPr marL="117478" marR="117478" marT="58740" marB="58740" anchor="ctr"/>
                </a:tc>
                <a:tc>
                  <a:txBody>
                    <a:bodyPr/>
                    <a:lstStyle>
                      <a:defPPr>
                        <a:defRPr lang="ja-JP"/>
                      </a:def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危険なリゾルバ</a:t>
                      </a:r>
                      <a:r>
                        <a:rPr lang="en-US" altLang="ja-JP" sz="2300" b="0" noProof="0" dirty="0">
                          <a:latin typeface="Meiryo UI" panose="020B0604030504040204" pitchFamily="50" charset="-128"/>
                          <a:ea typeface="Meiryo UI" panose="020B0604030504040204" pitchFamily="50" charset="-128"/>
                        </a:rPr>
                        <a:t>DNS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ユーザーに近い誰でも使えるから危険</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ルート</a:t>
                      </a:r>
                      <a:r>
                        <a:rPr lang="en-US" altLang="ja-JP" sz="2300" b="0" noProof="0" dirty="0">
                          <a:latin typeface="Meiryo UI" panose="020B0604030504040204" pitchFamily="50" charset="-128"/>
                          <a:ea typeface="Meiryo UI" panose="020B0604030504040204" pitchFamily="50" charset="-128"/>
                        </a:rPr>
                        <a:t>DNS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TLD</a:t>
                      </a:r>
                      <a:r>
                        <a:rPr lang="ja-JP" altLang="en-US" sz="2300" b="0" noProof="0" dirty="0">
                          <a:latin typeface="Meiryo UI" panose="020B0604030504040204" pitchFamily="50" charset="-128"/>
                          <a:ea typeface="Meiryo UI" panose="020B0604030504040204" pitchFamily="50" charset="-128"/>
                        </a:rPr>
                        <a:t>権威</a:t>
                      </a:r>
                      <a:r>
                        <a:rPr lang="en-US" altLang="ja-JP" sz="2300" b="0" noProof="0" dirty="0">
                          <a:latin typeface="Meiryo UI" panose="020B0604030504040204" pitchFamily="50" charset="-128"/>
                          <a:ea typeface="Meiryo UI" panose="020B0604030504040204" pitchFamily="50" charset="-128"/>
                        </a:rPr>
                        <a:t>DNS</a:t>
                      </a:r>
                      <a:r>
                        <a:rPr lang="ja-JP" altLang="en-US" sz="2300" b="0" noProof="0" dirty="0">
                          <a:latin typeface="Meiryo UI" panose="020B0604030504040204" pitchFamily="50" charset="-128"/>
                          <a:ea typeface="Meiryo UI" panose="020B0604030504040204" pitchFamily="50" charset="-128"/>
                        </a:rPr>
                        <a:t>の場所を知っている人</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ICANN</a:t>
                      </a:r>
                      <a:r>
                        <a:rPr lang="ja-JP" altLang="en-US" sz="2300" b="0" noProof="0" dirty="0">
                          <a:latin typeface="Meiryo UI" panose="020B0604030504040204" pitchFamily="50" charset="-128"/>
                          <a:ea typeface="Meiryo UI" panose="020B0604030504040204" pitchFamily="50" charset="-128"/>
                        </a:rPr>
                        <a:t>の</a:t>
                      </a:r>
                      <a:r>
                        <a:rPr lang="en-US" altLang="ja-JP" sz="2300" b="0" noProof="0" dirty="0">
                          <a:latin typeface="Meiryo UI" panose="020B0604030504040204" pitchFamily="50" charset="-128"/>
                          <a:ea typeface="Meiryo UI" panose="020B0604030504040204" pitchFamily="50" charset="-128"/>
                        </a:rPr>
                        <a:t>IANA</a:t>
                      </a:r>
                      <a:r>
                        <a:rPr lang="ja-JP" altLang="en-US" sz="2300" b="0" noProof="0" dirty="0">
                          <a:latin typeface="Meiryo UI" panose="020B0604030504040204" pitchFamily="50" charset="-128"/>
                          <a:ea typeface="Meiryo UI" panose="020B0604030504040204" pitchFamily="50" charset="-128"/>
                        </a:rPr>
                        <a:t>が管理</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TLD</a:t>
                      </a:r>
                      <a:r>
                        <a:rPr lang="ja-JP" altLang="en-US" sz="2300" b="0" noProof="0" dirty="0">
                          <a:latin typeface="Meiryo UI" panose="020B0604030504040204" pitchFamily="50" charset="-128"/>
                          <a:ea typeface="Meiryo UI" panose="020B0604030504040204" pitchFamily="50" charset="-128"/>
                        </a:rPr>
                        <a:t>権威</a:t>
                      </a:r>
                      <a:r>
                        <a:rPr lang="en-US" altLang="ja-JP" sz="2300" b="0" noProof="0" dirty="0">
                          <a:latin typeface="Meiryo UI" panose="020B0604030504040204" pitchFamily="50" charset="-128"/>
                          <a:ea typeface="Meiryo UI" panose="020B0604030504040204" pitchFamily="50" charset="-128"/>
                        </a:rPr>
                        <a:t>DNS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権威</a:t>
                      </a:r>
                      <a:r>
                        <a:rPr lang="en-US" altLang="ja-JP" sz="2300" b="0" noProof="0" dirty="0">
                          <a:latin typeface="Meiryo UI" panose="020B0604030504040204" pitchFamily="50" charset="-128"/>
                          <a:ea typeface="Meiryo UI" panose="020B0604030504040204" pitchFamily="50" charset="-128"/>
                        </a:rPr>
                        <a:t>DNS</a:t>
                      </a:r>
                      <a:r>
                        <a:rPr lang="ja-JP" altLang="en-US" sz="2300" b="0" noProof="0" dirty="0">
                          <a:latin typeface="Meiryo UI" panose="020B0604030504040204" pitchFamily="50" charset="-128"/>
                          <a:ea typeface="Meiryo UI" panose="020B0604030504040204" pitchFamily="50" charset="-128"/>
                        </a:rPr>
                        <a:t>の場所を知っている人</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ICANN</a:t>
                      </a:r>
                      <a:r>
                        <a:rPr lang="ja-JP" altLang="en-US" sz="2300" b="0" noProof="0" dirty="0">
                          <a:latin typeface="Meiryo UI" panose="020B0604030504040204" pitchFamily="50" charset="-128"/>
                          <a:ea typeface="Meiryo UI" panose="020B0604030504040204" pitchFamily="50" charset="-128"/>
                        </a:rPr>
                        <a:t>の</a:t>
                      </a:r>
                      <a:r>
                        <a:rPr lang="en-US" altLang="ja-JP" sz="2300" b="0" noProof="0" dirty="0">
                          <a:latin typeface="Meiryo UI" panose="020B0604030504040204" pitchFamily="50" charset="-128"/>
                          <a:ea typeface="Meiryo UI" panose="020B0604030504040204" pitchFamily="50" charset="-128"/>
                        </a:rPr>
                        <a:t>IANA</a:t>
                      </a:r>
                      <a:r>
                        <a:rPr lang="ja-JP" altLang="en-US" sz="2300" b="0" noProof="0" dirty="0">
                          <a:latin typeface="Meiryo UI" panose="020B0604030504040204" pitchFamily="50" charset="-128"/>
                          <a:ea typeface="Meiryo UI" panose="020B0604030504040204" pitchFamily="50" charset="-128"/>
                        </a:rPr>
                        <a:t>が管理者を決める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権威</a:t>
                      </a:r>
                      <a:r>
                        <a:rPr lang="en-US" altLang="ja-JP" sz="2300" b="0" noProof="0" dirty="0">
                          <a:latin typeface="Meiryo UI" panose="020B0604030504040204" pitchFamily="50" charset="-128"/>
                          <a:ea typeface="Meiryo UI" panose="020B0604030504040204" pitchFamily="50" charset="-128"/>
                        </a:rPr>
                        <a:t>DNS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宛先の住所を持っている人</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ドメイン所有者やホスティング業者</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119379335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7ADFC-0B9B-24EC-EF1B-DA8FC405E3E1}"/>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E395B50E-233D-A5C2-9CFA-A572C75E35ED}"/>
              </a:ext>
            </a:extLst>
          </p:cNvPr>
          <p:cNvGraphicFramePr>
            <a:graphicFrameLocks noGrp="1"/>
          </p:cNvGraphicFramePr>
          <p:nvPr>
            <p:ph sz="quarter" idx="13"/>
            <p:extLst>
              <p:ext uri="{D42A27DB-BD31-4B8C-83A1-F6EECF244321}">
                <p14:modId xmlns:p14="http://schemas.microsoft.com/office/powerpoint/2010/main" val="2500505551"/>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FQDN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ホスト</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ドメイン</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第</a:t>
                      </a:r>
                      <a:r>
                        <a:rPr lang="en-US" altLang="ja-JP" sz="2300" b="0" noProof="0" dirty="0">
                          <a:latin typeface="Meiryo UI" panose="020B0604030504040204" pitchFamily="50" charset="-128"/>
                          <a:ea typeface="Meiryo UI" panose="020B0604030504040204" pitchFamily="50" charset="-128"/>
                        </a:rPr>
                        <a:t>4(</a:t>
                      </a:r>
                      <a:r>
                        <a:rPr lang="ja-JP" altLang="en-US" sz="2300" b="0" noProof="0" dirty="0">
                          <a:latin typeface="Meiryo UI" panose="020B0604030504040204" pitchFamily="50" charset="-128"/>
                          <a:ea typeface="Meiryo UI" panose="020B0604030504040204" pitchFamily="50" charset="-128"/>
                        </a:rPr>
                        <a:t>ホスト</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第</a:t>
                      </a:r>
                      <a:r>
                        <a:rPr lang="en-US" altLang="ja-JP" sz="2300" b="0" noProof="0" dirty="0">
                          <a:latin typeface="Meiryo UI" panose="020B0604030504040204" pitchFamily="50" charset="-128"/>
                          <a:ea typeface="Meiryo UI" panose="020B0604030504040204" pitchFamily="50" charset="-128"/>
                        </a:rPr>
                        <a:t>3+</a:t>
                      </a:r>
                      <a:r>
                        <a:rPr lang="ja-JP" altLang="en-US" sz="2300" b="0" noProof="0" dirty="0">
                          <a:latin typeface="Meiryo UI" panose="020B0604030504040204" pitchFamily="50" charset="-128"/>
                          <a:ea typeface="Meiryo UI" panose="020B0604030504040204" pitchFamily="50" charset="-128"/>
                        </a:rPr>
                        <a:t>第</a:t>
                      </a:r>
                      <a:r>
                        <a:rPr lang="en-US" altLang="ja-JP" sz="2300" b="0" noProof="0" dirty="0">
                          <a:latin typeface="Meiryo UI" panose="020B0604030504040204" pitchFamily="50" charset="-128"/>
                          <a:ea typeface="Meiryo UI" panose="020B0604030504040204" pitchFamily="50" charset="-128"/>
                        </a:rPr>
                        <a:t>2+</a:t>
                      </a:r>
                      <a:r>
                        <a:rPr lang="ja-JP" altLang="en-US" sz="2300" b="0" noProof="0" dirty="0">
                          <a:latin typeface="Meiryo UI" panose="020B0604030504040204" pitchFamily="50" charset="-128"/>
                          <a:ea typeface="Meiryo UI" panose="020B0604030504040204" pitchFamily="50" charset="-128"/>
                        </a:rPr>
                        <a:t>トップ</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URL</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スキーマ</a:t>
                      </a:r>
                      <a:r>
                        <a:rPr lang="en-US" altLang="ja-JP" sz="2300" b="0" noProof="0" dirty="0">
                          <a:latin typeface="Meiryo UI" panose="020B0604030504040204" pitchFamily="50" charset="-128"/>
                          <a:ea typeface="Meiryo UI" panose="020B0604030504040204" pitchFamily="50" charset="-128"/>
                        </a:rPr>
                        <a:t>+</a:t>
                      </a:r>
                      <a:r>
                        <a:rPr lang="en-US" altLang="ja-JP" sz="2300" b="0" noProof="0" dirty="0" err="1">
                          <a:latin typeface="Meiryo UI" panose="020B0604030504040204" pitchFamily="50" charset="-128"/>
                          <a:ea typeface="Meiryo UI" panose="020B0604030504040204" pitchFamily="50" charset="-128"/>
                        </a:rPr>
                        <a:t>FQDN+etc</a:t>
                      </a:r>
                      <a:r>
                        <a:rPr lang="en-US" altLang="ja-JP" sz="2300" b="0" noProof="0" dirty="0">
                          <a:latin typeface="Meiryo UI" panose="020B0604030504040204" pitchFamily="50" charset="-128"/>
                          <a:ea typeface="Meiryo UI" panose="020B0604030504040204" pitchFamily="50" charset="-128"/>
                        </a:rPr>
                        <a:t>…</a:t>
                      </a: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サブドメイン</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基本的に第</a:t>
                      </a:r>
                      <a:r>
                        <a:rPr lang="en-US" altLang="ja-JP" sz="2300" b="0" noProof="0" dirty="0">
                          <a:latin typeface="Meiryo UI" panose="020B0604030504040204" pitchFamily="50" charset="-128"/>
                          <a:ea typeface="Meiryo UI" panose="020B0604030504040204" pitchFamily="50" charset="-128"/>
                        </a:rPr>
                        <a:t>3</a:t>
                      </a:r>
                      <a:r>
                        <a:rPr lang="ja-JP" altLang="en-US" sz="2300" b="0" noProof="0" dirty="0">
                          <a:latin typeface="Meiryo UI" panose="020B0604030504040204" pitchFamily="50" charset="-128"/>
                          <a:ea typeface="Meiryo UI" panose="020B0604030504040204" pitchFamily="50" charset="-128"/>
                        </a:rPr>
                        <a:t>ドメインを指す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場合によっては第</a:t>
                      </a:r>
                      <a:r>
                        <a:rPr lang="en-US" altLang="ja-JP" sz="2300" b="0" noProof="0" dirty="0">
                          <a:latin typeface="Meiryo UI" panose="020B0604030504040204" pitchFamily="50" charset="-128"/>
                          <a:ea typeface="Meiryo UI" panose="020B0604030504040204" pitchFamily="50" charset="-128"/>
                        </a:rPr>
                        <a:t>4</a:t>
                      </a:r>
                      <a:r>
                        <a:rPr lang="ja-JP" altLang="en-US" sz="2300" b="0" noProof="0" dirty="0">
                          <a:latin typeface="Meiryo UI" panose="020B0604030504040204" pitchFamily="50" charset="-128"/>
                          <a:ea typeface="Meiryo UI" panose="020B0604030504040204" pitchFamily="50" charset="-128"/>
                        </a:rPr>
                        <a:t>ドメインの可能性も</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スキーマ</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基本的にプロトコルが入るが</a:t>
                      </a:r>
                      <a:r>
                        <a:rPr lang="en-US" altLang="ja-JP" sz="2300" b="0" noProof="0" dirty="0">
                          <a:latin typeface="Meiryo UI" panose="020B0604030504040204" pitchFamily="50" charset="-128"/>
                          <a:ea typeface="Meiryo UI" panose="020B0604030504040204" pitchFamily="50" charset="-128"/>
                        </a:rPr>
                        <a:t>file:</a:t>
                      </a:r>
                      <a:r>
                        <a:rPr lang="ja-JP" altLang="en-US" sz="2300" b="0" noProof="0" dirty="0">
                          <a:latin typeface="Meiryo UI" panose="020B0604030504040204" pitchFamily="50" charset="-128"/>
                          <a:ea typeface="Meiryo UI" panose="020B0604030504040204" pitchFamily="50" charset="-128"/>
                        </a:rPr>
                        <a:t>のようなスキーマもある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ゾーン転送</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プライマリ</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主</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と</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セカンダリ</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予備</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の同期</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400" dirty="0"/>
                        <a:t>権威</a:t>
                      </a:r>
                      <a:r>
                        <a:rPr lang="en-US" altLang="ja-JP" sz="2400" dirty="0"/>
                        <a:t>DNS</a:t>
                      </a:r>
                      <a:r>
                        <a:rPr lang="ja-JP" altLang="en-US" sz="2300" b="0" noProof="0" dirty="0">
                          <a:latin typeface="Meiryo UI" panose="020B0604030504040204" pitchFamily="50" charset="-128"/>
                          <a:ea typeface="Meiryo UI" panose="020B0604030504040204" pitchFamily="50" charset="-128"/>
                        </a:rPr>
                        <a:t>と</a:t>
                      </a:r>
                      <a:r>
                        <a:rPr lang="en-US" altLang="ja-JP" sz="2300" b="0" noProof="0" dirty="0">
                          <a:latin typeface="Meiryo UI" panose="020B0604030504040204" pitchFamily="50" charset="-128"/>
                          <a:ea typeface="Meiryo UI" panose="020B0604030504040204" pitchFamily="50" charset="-128"/>
                        </a:rPr>
                        <a:t>TLD</a:t>
                      </a:r>
                      <a:r>
                        <a:rPr lang="ja-JP" altLang="en-US" sz="2400" dirty="0"/>
                        <a:t>権威</a:t>
                      </a:r>
                      <a:r>
                        <a:rPr lang="en-US" altLang="ja-JP" sz="2400" dirty="0"/>
                        <a:t>DNS</a:t>
                      </a:r>
                      <a:r>
                        <a:rPr lang="ja-JP" altLang="en-US" sz="2400" dirty="0"/>
                        <a:t>にのみある</a:t>
                      </a:r>
                      <a:endParaRPr lang="en-US" altLang="ja-JP" sz="2400" dirty="0"/>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67385705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2F0ED-8D5D-DB98-BF9E-9650FD34A8AE}"/>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5DA4A113-5CE4-C279-8452-B62E90DEE7FB}"/>
              </a:ext>
            </a:extLst>
          </p:cNvPr>
          <p:cNvGraphicFramePr>
            <a:graphicFrameLocks noGrp="1"/>
          </p:cNvGraphicFramePr>
          <p:nvPr>
            <p:ph sz="quarter" idx="13"/>
            <p:extLst>
              <p:ext uri="{D42A27DB-BD31-4B8C-83A1-F6EECF244321}">
                <p14:modId xmlns:p14="http://schemas.microsoft.com/office/powerpoint/2010/main" val="2396219447"/>
              </p:ext>
            </p:extLst>
          </p:nvPr>
        </p:nvGraphicFramePr>
        <p:xfrm>
          <a:off x="869568" y="680818"/>
          <a:ext cx="10452864" cy="5496364"/>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722475">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SNMP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ネットワークを管理するプロトコル</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エージェントとマネージャーがやりとりする</a:t>
                      </a:r>
                    </a:p>
                  </a:txBody>
                  <a:tcPr marL="117478" marR="117478" marT="58740" marB="58740" anchor="ctr"/>
                </a:tc>
                <a:extLst>
                  <a:ext uri="{0D108BD9-81ED-4DB2-BD59-A6C34878D82A}">
                    <a16:rowId xmlns:a16="http://schemas.microsoft.com/office/drawing/2014/main" val="3298013591"/>
                  </a:ext>
                </a:extLst>
              </a:tr>
              <a:tr h="76020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エージェント</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管理される側に常駐</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イメージはサーバー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76020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マネージャー</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管理する側に常駐</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イメージはクライアント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760201">
                <a:tc>
                  <a:txBody>
                    <a:bodyPr/>
                    <a:lstStyle/>
                    <a:p>
                      <a:pPr algn="ctr" rtl="0"/>
                      <a:r>
                        <a:rPr lang="ja-JP" altLang="en-US" sz="2300" b="0" noProof="0" dirty="0">
                          <a:latin typeface="Meiryo UI" panose="020B0604030504040204" pitchFamily="50" charset="-128"/>
                          <a:ea typeface="Meiryo UI" panose="020B0604030504040204" pitchFamily="50" charset="-128"/>
                        </a:rPr>
                        <a:t>ボーリング</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マネージャーから見に行く</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76020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トラップ</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エージェントから通知</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760201">
                <a:tc>
                  <a:txBody>
                    <a:bodyPr/>
                    <a:lstStyle/>
                    <a:p>
                      <a:pPr algn="ctr" rtl="0"/>
                      <a:r>
                        <a:rPr lang="en-US" altLang="ja-JP" sz="2300" b="0" noProof="0" dirty="0">
                          <a:latin typeface="Meiryo UI" panose="020B0604030504040204" pitchFamily="50" charset="-128"/>
                          <a:ea typeface="Meiryo UI" panose="020B0604030504040204" pitchFamily="50" charset="-128"/>
                        </a:rPr>
                        <a:t>MIB</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エージェントの情報をまとめたファイル</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1425528617"/>
                  </a:ext>
                </a:extLst>
              </a:tr>
              <a:tr h="760201">
                <a:tc>
                  <a:txBody>
                    <a:bodyPr/>
                    <a:lstStyle/>
                    <a:p>
                      <a:pPr algn="ctr" rtl="0"/>
                      <a:r>
                        <a:rPr lang="ja-JP" altLang="en-US" sz="2300" b="0" noProof="0" dirty="0">
                          <a:latin typeface="Meiryo UI" panose="020B0604030504040204" pitchFamily="50" charset="-128"/>
                          <a:ea typeface="Meiryo UI" panose="020B0604030504040204" pitchFamily="50" charset="-128"/>
                        </a:rPr>
                        <a:t>インフォーム</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トラップの</a:t>
                      </a:r>
                      <a:r>
                        <a:rPr lang="en-US" altLang="ja-JP" sz="2300" b="0" noProof="0" dirty="0">
                          <a:latin typeface="Meiryo UI" panose="020B0604030504040204" pitchFamily="50" charset="-128"/>
                          <a:ea typeface="Meiryo UI" panose="020B0604030504040204" pitchFamily="50" charset="-128"/>
                        </a:rPr>
                        <a:t>v2,v3</a:t>
                      </a:r>
                      <a:r>
                        <a:rPr lang="ja-JP" altLang="en-US" sz="2300" b="0" noProof="0" dirty="0">
                          <a:latin typeface="Meiryo UI" panose="020B0604030504040204" pitchFamily="50" charset="-128"/>
                          <a:ea typeface="Meiryo UI" panose="020B0604030504040204" pitchFamily="50" charset="-128"/>
                        </a:rPr>
                        <a:t>で使われる技術</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マネージャーからの応答がない場合に再送してくれる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24185268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B6D90-5B45-A83E-4A1A-49059DD67D71}"/>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E92676E2-3150-BD66-E269-8FA194BD1BEC}"/>
              </a:ext>
            </a:extLst>
          </p:cNvPr>
          <p:cNvGraphicFramePr>
            <a:graphicFrameLocks noGrp="1"/>
          </p:cNvGraphicFramePr>
          <p:nvPr>
            <p:ph sz="quarter" idx="13"/>
            <p:extLst>
              <p:ext uri="{D42A27DB-BD31-4B8C-83A1-F6EECF244321}">
                <p14:modId xmlns:p14="http://schemas.microsoft.com/office/powerpoint/2010/main" val="4139308960"/>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PPP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PAP</a:t>
                      </a:r>
                      <a:r>
                        <a:rPr lang="ja-JP" altLang="en-US" sz="2300" b="0" noProof="0" dirty="0">
                          <a:latin typeface="Meiryo UI" panose="020B0604030504040204" pitchFamily="50" charset="-128"/>
                          <a:ea typeface="Meiryo UI" panose="020B0604030504040204" pitchFamily="50" charset="-128"/>
                        </a:rPr>
                        <a:t>または</a:t>
                      </a:r>
                      <a:r>
                        <a:rPr lang="en-US" altLang="ja-JP" sz="2300" b="0" noProof="0" dirty="0">
                          <a:latin typeface="Meiryo UI" panose="020B0604030504040204" pitchFamily="50" charset="-128"/>
                          <a:ea typeface="Meiryo UI" panose="020B0604030504040204" pitchFamily="50" charset="-128"/>
                        </a:rPr>
                        <a:t>CHAP</a:t>
                      </a:r>
                      <a:r>
                        <a:rPr lang="ja-JP" altLang="en-US" sz="2300" b="0" noProof="0" dirty="0">
                          <a:latin typeface="Meiryo UI" panose="020B0604030504040204" pitchFamily="50" charset="-128"/>
                          <a:ea typeface="Meiryo UI" panose="020B0604030504040204" pitchFamily="50" charset="-128"/>
                        </a:rPr>
                        <a:t>で認証</a:t>
                      </a: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PPTP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PPP</a:t>
                      </a:r>
                      <a:r>
                        <a:rPr lang="ja-JP" altLang="en-US" sz="2300" b="0" noProof="0" dirty="0">
                          <a:latin typeface="Meiryo UI" panose="020B0604030504040204" pitchFamily="50" charset="-128"/>
                          <a:ea typeface="Meiryo UI" panose="020B0604030504040204" pitchFamily="50" charset="-128"/>
                        </a:rPr>
                        <a:t>をトンネルする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PAP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パスワード認証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CHAP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チャレンジレスポンス認証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396229558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0AB24-EDE0-A3B7-976C-EA112648A8DF}"/>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B445F691-950A-F9E5-922F-A6402BFC0493}"/>
              </a:ext>
            </a:extLst>
          </p:cNvPr>
          <p:cNvGraphicFramePr>
            <a:graphicFrameLocks noGrp="1"/>
          </p:cNvGraphicFramePr>
          <p:nvPr>
            <p:ph sz="quarter" idx="13"/>
            <p:extLst>
              <p:ext uri="{D42A27DB-BD31-4B8C-83A1-F6EECF244321}">
                <p14:modId xmlns:p14="http://schemas.microsoft.com/office/powerpoint/2010/main" val="2359067471"/>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クライアント</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TLS</a:t>
                      </a:r>
                      <a:r>
                        <a:rPr lang="ja-JP" altLang="en-US" sz="2300" b="0" noProof="0" dirty="0">
                          <a:latin typeface="Meiryo UI" panose="020B0604030504040204" pitchFamily="50" charset="-128"/>
                          <a:ea typeface="Meiryo UI" panose="020B0604030504040204" pitchFamily="50" charset="-128"/>
                        </a:rPr>
                        <a:t>ハンドシェイク</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サーバー</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ハロー</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暗号スイートの送信</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暗号方式の決定</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ハロー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証明書を送る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サーティフィケート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405643591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69FBF-2C55-B125-4E9E-BB6C122FC98B}"/>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3E83597A-C75B-9558-9EF9-42FC06E88284}"/>
              </a:ext>
            </a:extLst>
          </p:cNvPr>
          <p:cNvGraphicFramePr>
            <a:graphicFrameLocks noGrp="1"/>
          </p:cNvGraphicFramePr>
          <p:nvPr>
            <p:ph sz="quarter" idx="13"/>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クライアント</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TCP</a:t>
                      </a:r>
                      <a:r>
                        <a:rPr lang="ja-JP" altLang="en-US" sz="2300" b="0" noProof="0" dirty="0">
                          <a:latin typeface="Meiryo UI" panose="020B0604030504040204" pitchFamily="50" charset="-128"/>
                          <a:ea typeface="Meiryo UI" panose="020B0604030504040204" pitchFamily="50" charset="-128"/>
                        </a:rPr>
                        <a:t>接続</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サーバー</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つなぐよ</a:t>
                      </a:r>
                      <a:r>
                        <a:rPr lang="en-US" altLang="ja-JP" sz="2300" b="0" noProof="0" dirty="0">
                          <a:latin typeface="Meiryo UI" panose="020B0604030504040204" pitchFamily="50" charset="-128"/>
                          <a:ea typeface="Meiryo UI" panose="020B0604030504040204" pitchFamily="50" charset="-128"/>
                        </a:rPr>
                        <a:t>(syn)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いいよ</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そっちは</a:t>
                      </a:r>
                      <a:r>
                        <a:rPr lang="en-US" altLang="ja-JP" sz="2300" b="0" noProof="0" dirty="0">
                          <a:latin typeface="Meiryo UI" panose="020B0604030504040204" pitchFamily="50" charset="-128"/>
                          <a:ea typeface="Meiryo UI" panose="020B0604030504040204" pitchFamily="50" charset="-128"/>
                        </a:rPr>
                        <a:t>? (</a:t>
                      </a:r>
                      <a:r>
                        <a:rPr lang="en-US" altLang="ja-JP" sz="2300" b="0" noProof="0" dirty="0" err="1">
                          <a:latin typeface="Meiryo UI" panose="020B0604030504040204" pitchFamily="50" charset="-128"/>
                          <a:ea typeface="Meiryo UI" panose="020B0604030504040204" pitchFamily="50" charset="-128"/>
                        </a:rPr>
                        <a:t>syn+ack</a:t>
                      </a:r>
                      <a:r>
                        <a:rPr lang="en-US" altLang="ja-JP" sz="2300" b="0" noProof="0" dirty="0">
                          <a:latin typeface="Meiryo UI" panose="020B0604030504040204" pitchFamily="50" charset="-128"/>
                          <a:ea typeface="Meiryo UI" panose="020B0604030504040204" pitchFamily="50" charset="-128"/>
                        </a:rPr>
                        <a:t>)</a:t>
                      </a: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いいよ</a:t>
                      </a:r>
                      <a:r>
                        <a:rPr lang="en-US" altLang="ja-JP" sz="2300" b="0" noProof="0" dirty="0">
                          <a:latin typeface="Meiryo UI" panose="020B0604030504040204" pitchFamily="50" charset="-128"/>
                          <a:ea typeface="Meiryo UI" panose="020B0604030504040204" pitchFamily="50" charset="-128"/>
                        </a:rPr>
                        <a:t>(ack)</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1505884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5AE21-209F-9EC6-911F-22F513F34B6C}"/>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01C6AC2B-EAFE-33A4-0805-EF5A46B48D35}"/>
              </a:ext>
            </a:extLst>
          </p:cNvPr>
          <p:cNvGraphicFramePr>
            <a:graphicFrameLocks noGrp="1"/>
          </p:cNvGraphicFramePr>
          <p:nvPr>
            <p:ph sz="quarter" idx="13"/>
            <p:extLst>
              <p:ext uri="{D42A27DB-BD31-4B8C-83A1-F6EECF244321}">
                <p14:modId xmlns:p14="http://schemas.microsoft.com/office/powerpoint/2010/main" val="4072204394"/>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クライアント</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TCP</a:t>
                      </a:r>
                      <a:r>
                        <a:rPr lang="ja-JP" altLang="en-US" sz="2300" b="0" noProof="0" dirty="0">
                          <a:latin typeface="Meiryo UI" panose="020B0604030504040204" pitchFamily="50" charset="-128"/>
                          <a:ea typeface="Meiryo UI" panose="020B0604030504040204" pitchFamily="50" charset="-128"/>
                        </a:rPr>
                        <a:t>切断</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サーバー</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切るよ</a:t>
                      </a:r>
                      <a:r>
                        <a:rPr lang="en-US" altLang="ja-JP" sz="2300" b="0" noProof="0" dirty="0">
                          <a:latin typeface="Meiryo UI" panose="020B0604030504040204" pitchFamily="50" charset="-128"/>
                          <a:ea typeface="Meiryo UI" panose="020B0604030504040204" pitchFamily="50" charset="-128"/>
                        </a:rPr>
                        <a:t>(fin)</a:t>
                      </a: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いいよ</a:t>
                      </a:r>
                      <a:r>
                        <a:rPr lang="en-US" altLang="ja-JP" sz="2300" b="0" noProof="0" dirty="0">
                          <a:latin typeface="Meiryo UI" panose="020B0604030504040204" pitchFamily="50" charset="-128"/>
                          <a:ea typeface="Meiryo UI" panose="020B0604030504040204" pitchFamily="50" charset="-128"/>
                        </a:rPr>
                        <a:t>(ack)</a:t>
                      </a: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切るよ</a:t>
                      </a:r>
                      <a:r>
                        <a:rPr lang="en-US" altLang="ja-JP" sz="2300" b="0" noProof="0" dirty="0">
                          <a:latin typeface="Meiryo UI" panose="020B0604030504040204" pitchFamily="50" charset="-128"/>
                          <a:ea typeface="Meiryo UI" panose="020B0604030504040204" pitchFamily="50" charset="-128"/>
                        </a:rPr>
                        <a:t>(fin)</a:t>
                      </a: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いいよ</a:t>
                      </a:r>
                      <a:r>
                        <a:rPr lang="en-US" altLang="ja-JP" sz="2300" b="0" noProof="0" dirty="0">
                          <a:latin typeface="Meiryo UI" panose="020B0604030504040204" pitchFamily="50" charset="-128"/>
                          <a:ea typeface="Meiryo UI" panose="020B0604030504040204" pitchFamily="50" charset="-128"/>
                        </a:rPr>
                        <a:t>(ack)</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79072547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0BA9C-569F-9C86-DB7F-20FAFF26C3F5}"/>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D26CE230-2D23-AC7C-21AC-FFAED6107B7B}"/>
              </a:ext>
            </a:extLst>
          </p:cNvPr>
          <p:cNvGraphicFramePr>
            <a:graphicFrameLocks noGrp="1"/>
          </p:cNvGraphicFramePr>
          <p:nvPr>
            <p:ph sz="quarter" idx="13"/>
            <p:extLst>
              <p:ext uri="{D42A27DB-BD31-4B8C-83A1-F6EECF244321}">
                <p14:modId xmlns:p14="http://schemas.microsoft.com/office/powerpoint/2010/main" val="1725660000"/>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ARP</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から</a:t>
                      </a:r>
                      <a:r>
                        <a:rPr lang="en-US" altLang="ja-JP" sz="2300" b="0" noProof="0" dirty="0">
                          <a:latin typeface="Meiryo UI" panose="020B0604030504040204" pitchFamily="50" charset="-128"/>
                          <a:ea typeface="Meiryo UI" panose="020B0604030504040204" pitchFamily="50" charset="-128"/>
                        </a:rPr>
                        <a:t>MAC</a:t>
                      </a:r>
                      <a:r>
                        <a:rPr lang="ja-JP" altLang="en-US" sz="2300" b="0" noProof="0" dirty="0">
                          <a:latin typeface="Meiryo UI" panose="020B0604030504040204" pitchFamily="50" charset="-128"/>
                          <a:ea typeface="Meiryo UI" panose="020B0604030504040204" pitchFamily="50" charset="-128"/>
                        </a:rPr>
                        <a:t>を得る</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RARP</a:t>
                      </a:r>
                      <a:r>
                        <a:rPr lang="ja-JP" altLang="en-US" sz="2300" b="0" noProof="0" dirty="0">
                          <a:latin typeface="Meiryo UI" panose="020B0604030504040204" pitchFamily="50" charset="-128"/>
                          <a:ea typeface="Meiryo UI" panose="020B0604030504040204" pitchFamily="50" charset="-128"/>
                        </a:rPr>
                        <a:t>は逆</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GARP</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自身の</a:t>
                      </a:r>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に</a:t>
                      </a:r>
                      <a:r>
                        <a:rPr lang="en-US" altLang="ja-JP" sz="2300" b="0" noProof="0" dirty="0">
                          <a:latin typeface="Meiryo UI" panose="020B0604030504040204" pitchFamily="50" charset="-128"/>
                          <a:ea typeface="Meiryo UI" panose="020B0604030504040204" pitchFamily="50" charset="-128"/>
                        </a:rPr>
                        <a:t>ping</a:t>
                      </a:r>
                      <a:r>
                        <a:rPr lang="ja-JP" altLang="en-US" sz="2300" b="0" noProof="0" dirty="0">
                          <a:latin typeface="Meiryo UI" panose="020B0604030504040204" pitchFamily="50" charset="-128"/>
                          <a:ea typeface="Meiryo UI" panose="020B0604030504040204" pitchFamily="50" charset="-128"/>
                        </a:rPr>
                        <a:t>を送る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被りの確認、</a:t>
                      </a:r>
                      <a:r>
                        <a:rPr lang="en-US" altLang="ja-JP" sz="2300" b="0" noProof="0" dirty="0">
                          <a:latin typeface="Meiryo UI" panose="020B0604030504040204" pitchFamily="50" charset="-128"/>
                          <a:ea typeface="Meiryo UI" panose="020B0604030504040204" pitchFamily="50" charset="-128"/>
                        </a:rPr>
                        <a:t>ARP</a:t>
                      </a:r>
                      <a:r>
                        <a:rPr lang="ja-JP" altLang="en-US" sz="2300" b="0" noProof="0" dirty="0">
                          <a:latin typeface="Meiryo UI" panose="020B0604030504040204" pitchFamily="50" charset="-128"/>
                          <a:ea typeface="Meiryo UI" panose="020B0604030504040204" pitchFamily="50" charset="-128"/>
                        </a:rPr>
                        <a:t>テーブルの更新</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VRRP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DFG</a:t>
                      </a:r>
                      <a:r>
                        <a:rPr lang="ja-JP" altLang="en-US" sz="2300" b="0" noProof="0" dirty="0">
                          <a:latin typeface="Meiryo UI" panose="020B0604030504040204" pitchFamily="50" charset="-128"/>
                          <a:ea typeface="Meiryo UI" panose="020B0604030504040204" pitchFamily="50" charset="-128"/>
                        </a:rPr>
                        <a:t>の冗長化</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グループを作って仮想</a:t>
                      </a:r>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を割り当てる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HSRP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DFG</a:t>
                      </a:r>
                      <a:r>
                        <a:rPr lang="ja-JP" altLang="en-US" sz="2300" b="0" noProof="0" dirty="0">
                          <a:latin typeface="Meiryo UI" panose="020B0604030504040204" pitchFamily="50" charset="-128"/>
                          <a:ea typeface="Meiryo UI" panose="020B0604030504040204" pitchFamily="50" charset="-128"/>
                        </a:rPr>
                        <a:t>の冗長化</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cisco</a:t>
                      </a:r>
                      <a:r>
                        <a:rPr lang="ja-JP" altLang="en-US" sz="2300" b="0" noProof="0" dirty="0">
                          <a:latin typeface="Meiryo UI" panose="020B0604030504040204" pitchFamily="50" charset="-128"/>
                          <a:ea typeface="Meiryo UI" panose="020B0604030504040204" pitchFamily="50" charset="-128"/>
                        </a:rPr>
                        <a:t>独自プロトコル</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1516790447"/>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1D516-10AC-9096-56A1-CBF642F287D0}"/>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940B8C1D-DAA5-4B93-165F-EF78E46C3C54}"/>
              </a:ext>
            </a:extLst>
          </p:cNvPr>
          <p:cNvGraphicFramePr>
            <a:graphicFrameLocks noGrp="1"/>
          </p:cNvGraphicFramePr>
          <p:nvPr>
            <p:ph sz="quarter" idx="13"/>
            <p:extLst>
              <p:ext uri="{D42A27DB-BD31-4B8C-83A1-F6EECF244321}">
                <p14:modId xmlns:p14="http://schemas.microsoft.com/office/powerpoint/2010/main" val="4231099004"/>
              </p:ext>
            </p:extLst>
          </p:nvPr>
        </p:nvGraphicFramePr>
        <p:xfrm>
          <a:off x="869568" y="1102608"/>
          <a:ext cx="10397146" cy="5167566"/>
        </p:xfrm>
        <a:graphic>
          <a:graphicData uri="http://schemas.openxmlformats.org/drawingml/2006/table">
            <a:tbl>
              <a:tblPr firstRow="1" bandRow="1">
                <a:tableStyleId>{8A107856-5554-42FB-B03E-39F5DBC370BA}</a:tableStyleId>
              </a:tblPr>
              <a:tblGrid>
                <a:gridCol w="3847203">
                  <a:extLst>
                    <a:ext uri="{9D8B030D-6E8A-4147-A177-3AD203B41FA5}">
                      <a16:colId xmlns:a16="http://schemas.microsoft.com/office/drawing/2014/main" val="127040821"/>
                    </a:ext>
                  </a:extLst>
                </a:gridCol>
                <a:gridCol w="6549943">
                  <a:extLst>
                    <a:ext uri="{9D8B030D-6E8A-4147-A177-3AD203B41FA5}">
                      <a16:colId xmlns:a16="http://schemas.microsoft.com/office/drawing/2014/main" val="3472639139"/>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Host: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バーチャルホスト識別に使用</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User-Agent:</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クライアントの使用ブラウザを示す</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Accept:</a:t>
                      </a:r>
                      <a:br>
                        <a:rPr lang="en-US" altLang="ja-JP" sz="2300" b="0" noProof="0" dirty="0">
                          <a:latin typeface="Meiryo UI" panose="020B0604030504040204" pitchFamily="50" charset="-128"/>
                          <a:ea typeface="Meiryo UI" panose="020B0604030504040204" pitchFamily="50" charset="-128"/>
                        </a:rPr>
                      </a:br>
                      <a:r>
                        <a:rPr lang="en-US" altLang="ja-JP" sz="2300" b="0" noProof="0" dirty="0">
                          <a:latin typeface="Meiryo UI" panose="020B0604030504040204" pitchFamily="50" charset="-128"/>
                          <a:ea typeface="Meiryo UI" panose="020B0604030504040204" pitchFamily="50" charset="-128"/>
                        </a:rPr>
                        <a:t>-Language:-Encoding:</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受信可能な形式</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Authorization: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認証情報</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Cookie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クッキーの情報</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en-US" altLang="ja-JP" sz="2300" b="0" noProof="0" dirty="0">
                          <a:solidFill>
                            <a:schemeClr val="bg1"/>
                          </a:solidFill>
                          <a:latin typeface="Meiryo UI" panose="020B0604030504040204" pitchFamily="50" charset="-128"/>
                          <a:ea typeface="Meiryo UI" panose="020B0604030504040204" pitchFamily="50" charset="-128"/>
                        </a:rPr>
                        <a:t>X-Forwarded-For</a:t>
                      </a:r>
                      <a:endParaRPr lang="ja-JP" altLang="en-US"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プロキシを介しても接続元の</a:t>
                      </a:r>
                      <a:r>
                        <a:rPr lang="en-US" altLang="ja-JP" sz="2300" b="0" noProof="0" dirty="0">
                          <a:solidFill>
                            <a:schemeClr val="bg1"/>
                          </a:solidFill>
                          <a:latin typeface="Meiryo UI" panose="020B0604030504040204" pitchFamily="50" charset="-128"/>
                          <a:ea typeface="Meiryo UI" panose="020B0604030504040204" pitchFamily="50" charset="-128"/>
                        </a:rPr>
                        <a:t>IP</a:t>
                      </a:r>
                      <a:r>
                        <a:rPr lang="ja-JP" altLang="en-US" sz="2300" b="0" noProof="0" dirty="0">
                          <a:solidFill>
                            <a:schemeClr val="bg1"/>
                          </a:solidFill>
                          <a:latin typeface="Meiryo UI" panose="020B0604030504040204" pitchFamily="50" charset="-128"/>
                          <a:ea typeface="Meiryo UI" panose="020B0604030504040204" pitchFamily="50" charset="-128"/>
                        </a:rPr>
                        <a:t>が分かる</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42818182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30F12-6F61-46EA-E973-BEAE47478D05}"/>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DFF4C120-00D5-725F-6CD9-491CBE5F4510}"/>
              </a:ext>
            </a:extLst>
          </p:cNvPr>
          <p:cNvGraphicFramePr>
            <a:graphicFrameLocks noGrp="1"/>
          </p:cNvGraphicFramePr>
          <p:nvPr>
            <p:ph sz="quarter" idx="13"/>
            <p:extLst>
              <p:ext uri="{D42A27DB-BD31-4B8C-83A1-F6EECF244321}">
                <p14:modId xmlns:p14="http://schemas.microsoft.com/office/powerpoint/2010/main" val="616234719"/>
              </p:ext>
            </p:extLst>
          </p:nvPr>
        </p:nvGraphicFramePr>
        <p:xfrm>
          <a:off x="869568" y="1102608"/>
          <a:ext cx="10397146" cy="5167566"/>
        </p:xfrm>
        <a:graphic>
          <a:graphicData uri="http://schemas.openxmlformats.org/drawingml/2006/table">
            <a:tbl>
              <a:tblPr firstRow="1" bandRow="1">
                <a:tableStyleId>{8A107856-5554-42FB-B03E-39F5DBC370BA}</a:tableStyleId>
              </a:tblPr>
              <a:tblGrid>
                <a:gridCol w="3847203">
                  <a:extLst>
                    <a:ext uri="{9D8B030D-6E8A-4147-A177-3AD203B41FA5}">
                      <a16:colId xmlns:a16="http://schemas.microsoft.com/office/drawing/2014/main" val="127040821"/>
                    </a:ext>
                  </a:extLst>
                </a:gridCol>
                <a:gridCol w="6549943">
                  <a:extLst>
                    <a:ext uri="{9D8B030D-6E8A-4147-A177-3AD203B41FA5}">
                      <a16:colId xmlns:a16="http://schemas.microsoft.com/office/drawing/2014/main" val="3472639139"/>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Status-Line: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ステータスコードがわかる</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Location:</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リダイレクトで使用</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Set-Cookie: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セッション</a:t>
                      </a:r>
                      <a:r>
                        <a:rPr lang="en-US" altLang="ja-JP" sz="2300" b="0" noProof="0" dirty="0">
                          <a:latin typeface="Meiryo UI" panose="020B0604030504040204" pitchFamily="50" charset="-128"/>
                          <a:ea typeface="Meiryo UI" panose="020B0604030504040204" pitchFamily="50" charset="-128"/>
                        </a:rPr>
                        <a:t>ID</a:t>
                      </a:r>
                      <a:r>
                        <a:rPr lang="ja-JP" altLang="en-US" sz="2300" b="0" noProof="0" dirty="0">
                          <a:latin typeface="Meiryo UI" panose="020B0604030504040204" pitchFamily="50" charset="-128"/>
                          <a:ea typeface="Meiryo UI" panose="020B0604030504040204" pitchFamily="50" charset="-128"/>
                        </a:rPr>
                        <a:t>を指定。セキュア属性等</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Content-Type:</a:t>
                      </a:r>
                      <a:br>
                        <a:rPr lang="en-US" altLang="ja-JP" sz="2300" b="0" noProof="0" dirty="0">
                          <a:latin typeface="Meiryo UI" panose="020B0604030504040204" pitchFamily="50" charset="-128"/>
                          <a:ea typeface="Meiryo UI" panose="020B0604030504040204" pitchFamily="50" charset="-128"/>
                        </a:rPr>
                      </a:br>
                      <a:r>
                        <a:rPr lang="en-US" altLang="ja-JP" sz="2300" b="0" noProof="0" dirty="0">
                          <a:latin typeface="Meiryo UI" panose="020B0604030504040204" pitchFamily="50" charset="-128"/>
                          <a:ea typeface="Meiryo UI" panose="020B0604030504040204" pitchFamily="50" charset="-128"/>
                        </a:rPr>
                        <a:t>-Length:-Encoding</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読み込むファイル形式。ボディ長。圧縮方式。</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Cache-Control</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キャッシュ制御</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416040753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8440E-4EA0-86C4-3F82-A7591FA01D6A}"/>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40D0DA8A-69F9-958E-3A64-5BB193CA81B4}"/>
              </a:ext>
            </a:extLst>
          </p:cNvPr>
          <p:cNvGraphicFramePr>
            <a:graphicFrameLocks noGrp="1"/>
          </p:cNvGraphicFramePr>
          <p:nvPr>
            <p:ph sz="quarter" idx="13"/>
            <p:extLst>
              <p:ext uri="{D42A27DB-BD31-4B8C-83A1-F6EECF244321}">
                <p14:modId xmlns:p14="http://schemas.microsoft.com/office/powerpoint/2010/main" val="2443455287"/>
              </p:ext>
            </p:extLst>
          </p:nvPr>
        </p:nvGraphicFramePr>
        <p:xfrm>
          <a:off x="869568" y="1102608"/>
          <a:ext cx="10397146" cy="5167566"/>
        </p:xfrm>
        <a:graphic>
          <a:graphicData uri="http://schemas.openxmlformats.org/drawingml/2006/table">
            <a:tbl>
              <a:tblPr firstRow="1" bandRow="1">
                <a:tableStyleId>{8A107856-5554-42FB-B03E-39F5DBC370BA}</a:tableStyleId>
              </a:tblPr>
              <a:tblGrid>
                <a:gridCol w="3847203">
                  <a:extLst>
                    <a:ext uri="{9D8B030D-6E8A-4147-A177-3AD203B41FA5}">
                      <a16:colId xmlns:a16="http://schemas.microsoft.com/office/drawing/2014/main" val="127040821"/>
                    </a:ext>
                  </a:extLst>
                </a:gridCol>
                <a:gridCol w="6549943">
                  <a:extLst>
                    <a:ext uri="{9D8B030D-6E8A-4147-A177-3AD203B41FA5}">
                      <a16:colId xmlns:a16="http://schemas.microsoft.com/office/drawing/2014/main" val="3472639139"/>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WWW-Authenticate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401</a:t>
                      </a:r>
                      <a:r>
                        <a:rPr lang="ja-JP" altLang="en-US" sz="2300" b="0" noProof="0" dirty="0">
                          <a:latin typeface="Meiryo UI" panose="020B0604030504040204" pitchFamily="50" charset="-128"/>
                          <a:ea typeface="Meiryo UI" panose="020B0604030504040204" pitchFamily="50" charset="-128"/>
                        </a:rPr>
                        <a:t>で応答</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Strict-Transport-Security</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HSTS</a:t>
                      </a:r>
                      <a:r>
                        <a:rPr lang="ja-JP" altLang="en-US" sz="2300" b="0" noProof="0" dirty="0">
                          <a:latin typeface="Meiryo UI" panose="020B0604030504040204" pitchFamily="50" charset="-128"/>
                          <a:ea typeface="Meiryo UI" panose="020B0604030504040204" pitchFamily="50" charset="-128"/>
                        </a:rPr>
                        <a:t>で</a:t>
                      </a:r>
                      <a:r>
                        <a:rPr lang="en-US" altLang="ja-JP" sz="2300" b="0" noProof="0" dirty="0">
                          <a:latin typeface="Meiryo UI" panose="020B0604030504040204" pitchFamily="50" charset="-128"/>
                          <a:ea typeface="Meiryo UI" panose="020B0604030504040204" pitchFamily="50" charset="-128"/>
                        </a:rPr>
                        <a:t>https</a:t>
                      </a:r>
                      <a:r>
                        <a:rPr lang="ja-JP" altLang="en-US" sz="2300" b="0" noProof="0" dirty="0">
                          <a:latin typeface="Meiryo UI" panose="020B0604030504040204" pitchFamily="50" charset="-128"/>
                          <a:ea typeface="Meiryo UI" panose="020B0604030504040204" pitchFamily="50" charset="-128"/>
                        </a:rPr>
                        <a:t>を強制する。有効時間を指定</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X-Frame-Options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クリッキングジャッキング対策</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Content-Security-Policy</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コンテンツの読込元を制限する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95321769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A1BB8-C251-AD8A-6679-7CDCA8A635D2}"/>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510E997C-F8CA-73A2-211A-8DE171763C93}"/>
              </a:ext>
            </a:extLst>
          </p:cNvPr>
          <p:cNvGraphicFramePr>
            <a:graphicFrameLocks noGrp="1"/>
          </p:cNvGraphicFramePr>
          <p:nvPr>
            <p:ph sz="quarter" idx="13"/>
            <p:extLst>
              <p:ext uri="{D42A27DB-BD31-4B8C-83A1-F6EECF244321}">
                <p14:modId xmlns:p14="http://schemas.microsoft.com/office/powerpoint/2010/main" val="2520602252"/>
              </p:ext>
            </p:extLst>
          </p:nvPr>
        </p:nvGraphicFramePr>
        <p:xfrm>
          <a:off x="869568" y="604158"/>
          <a:ext cx="10452864" cy="5812974"/>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645886">
                <a:tc>
                  <a:txBody>
                    <a:bodyPr/>
                    <a:lstStyle/>
                    <a:p>
                      <a:pPr algn="ctr" rtl="0"/>
                      <a:r>
                        <a:rPr lang="en-US" altLang="ja-JP" sz="2300" b="0" noProof="0" dirty="0">
                          <a:latin typeface="Meiryo UI" panose="020B0604030504040204" pitchFamily="50" charset="-128"/>
                          <a:ea typeface="Meiryo UI" panose="020B0604030504040204" pitchFamily="50" charset="-128"/>
                        </a:rPr>
                        <a:t>GET</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データの取得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Web</a:t>
                      </a:r>
                      <a:r>
                        <a:rPr lang="ja-JP" altLang="en-US" sz="2300" b="0" noProof="0" dirty="0">
                          <a:latin typeface="Meiryo UI" panose="020B0604030504040204" pitchFamily="50" charset="-128"/>
                          <a:ea typeface="Meiryo UI" panose="020B0604030504040204" pitchFamily="50" charset="-128"/>
                        </a:rPr>
                        <a:t>ページを見る、検索する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694779215"/>
                  </a:ext>
                </a:extLst>
              </a:tr>
              <a:tr h="645886">
                <a:tc>
                  <a:txBody>
                    <a:bodyPr/>
                    <a:lstStyle/>
                    <a:p>
                      <a:pPr algn="ctr" rtl="0"/>
                      <a:r>
                        <a:rPr lang="en-US" altLang="ja-JP" sz="2300" b="0" noProof="0" dirty="0">
                          <a:latin typeface="Meiryo UI" panose="020B0604030504040204" pitchFamily="50" charset="-128"/>
                          <a:ea typeface="Meiryo UI" panose="020B0604030504040204" pitchFamily="50" charset="-128"/>
                        </a:rPr>
                        <a:t>POST</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データの送信・新規作成</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フォームの送信、ユーザー登録</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2097071036"/>
                  </a:ext>
                </a:extLst>
              </a:tr>
              <a:tr h="64588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PUT</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データの更新</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ユーザー情報を完全に更新</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64588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PATCH</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データの部分更新</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ユーザーのメールアドレスだけ変更</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645886">
                <a:tc>
                  <a:txBody>
                    <a:bodyPr/>
                    <a:lstStyle/>
                    <a:p>
                      <a:pPr algn="ctr" rtl="0"/>
                      <a:r>
                        <a:rPr lang="en-US" altLang="ja-JP" sz="2300" b="0" noProof="0" dirty="0">
                          <a:latin typeface="Meiryo UI" panose="020B0604030504040204" pitchFamily="50" charset="-128"/>
                          <a:ea typeface="Meiryo UI" panose="020B0604030504040204" pitchFamily="50" charset="-128"/>
                        </a:rPr>
                        <a:t>DELETE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データの削除</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投稿を削除する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645886">
                <a:tc>
                  <a:txBody>
                    <a:bodyPr/>
                    <a:lstStyle/>
                    <a:p>
                      <a:pPr algn="ctr" rtl="0"/>
                      <a:r>
                        <a:rPr lang="en-US" altLang="ja-JP" sz="2300" b="0" noProof="0" dirty="0">
                          <a:latin typeface="Meiryo UI" panose="020B0604030504040204" pitchFamily="50" charset="-128"/>
                          <a:ea typeface="Meiryo UI" panose="020B0604030504040204" pitchFamily="50" charset="-128"/>
                        </a:rPr>
                        <a:t>HEAD</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ヘッダーだけ取得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ファイルの存在確認、サイズ確認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521484455"/>
                  </a:ext>
                </a:extLst>
              </a:tr>
              <a:tr h="64588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OPTIONS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使えるメソッドの確認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CORS</a:t>
                      </a:r>
                      <a:r>
                        <a:rPr lang="ja-JP" altLang="en-US" sz="2300" b="0" noProof="0" dirty="0">
                          <a:latin typeface="Meiryo UI" panose="020B0604030504040204" pitchFamily="50" charset="-128"/>
                          <a:ea typeface="Meiryo UI" panose="020B0604030504040204" pitchFamily="50" charset="-128"/>
                        </a:rPr>
                        <a:t>の事前リクエスト</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645886">
                <a:tc>
                  <a:txBody>
                    <a:bodyPr/>
                    <a:lstStyle/>
                    <a:p>
                      <a:pPr algn="ctr" rtl="0"/>
                      <a:r>
                        <a:rPr lang="en-US" altLang="ja-JP" sz="2300" b="0" noProof="0" dirty="0">
                          <a:latin typeface="Meiryo UI" panose="020B0604030504040204" pitchFamily="50" charset="-128"/>
                          <a:ea typeface="Meiryo UI" panose="020B0604030504040204" pitchFamily="50" charset="-128"/>
                        </a:rPr>
                        <a:t>TRACE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リクエストの経路確認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セキュリティ上、無効化される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r h="645886">
                <a:tc>
                  <a:txBody>
                    <a:bodyPr/>
                    <a:lstStyle/>
                    <a:p>
                      <a:pPr algn="ctr" rtl="0"/>
                      <a:r>
                        <a:rPr lang="en-US" altLang="ja-JP" sz="2300" b="0" noProof="0" dirty="0">
                          <a:latin typeface="Meiryo UI" panose="020B0604030504040204" pitchFamily="50" charset="-128"/>
                          <a:ea typeface="Meiryo UI" panose="020B0604030504040204" pitchFamily="50" charset="-128"/>
                        </a:rPr>
                        <a:t>CONNECT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トンネル接続</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プロキシ経由の通信</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169737736"/>
                  </a:ext>
                </a:extLst>
              </a:tr>
            </a:tbl>
          </a:graphicData>
        </a:graphic>
      </p:graphicFrame>
    </p:spTree>
    <p:extLst>
      <p:ext uri="{BB962C8B-B14F-4D97-AF65-F5344CB8AC3E}">
        <p14:creationId xmlns:p14="http://schemas.microsoft.com/office/powerpoint/2010/main" val="290809450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8AF5E-9E17-AC72-18A4-6A07FDDD90BE}"/>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481D12CC-F127-01B9-2DA5-45231F92D988}"/>
              </a:ext>
            </a:extLst>
          </p:cNvPr>
          <p:cNvGraphicFramePr>
            <a:graphicFrameLocks noGrp="1"/>
          </p:cNvGraphicFramePr>
          <p:nvPr>
            <p:ph sz="quarter" idx="13"/>
            <p:extLst>
              <p:ext uri="{D42A27DB-BD31-4B8C-83A1-F6EECF244321}">
                <p14:modId xmlns:p14="http://schemas.microsoft.com/office/powerpoint/2010/main" val="404773780"/>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673732">
                  <a:extLst>
                    <a:ext uri="{9D8B030D-6E8A-4147-A177-3AD203B41FA5}">
                      <a16:colId xmlns:a16="http://schemas.microsoft.com/office/drawing/2014/main" val="127040821"/>
                    </a:ext>
                  </a:extLst>
                </a:gridCol>
                <a:gridCol w="3837214">
                  <a:extLst>
                    <a:ext uri="{9D8B030D-6E8A-4147-A177-3AD203B41FA5}">
                      <a16:colId xmlns:a16="http://schemas.microsoft.com/office/drawing/2014/main" val="3472639139"/>
                    </a:ext>
                  </a:extLst>
                </a:gridCol>
                <a:gridCol w="3941918">
                  <a:extLst>
                    <a:ext uri="{9D8B030D-6E8A-4147-A177-3AD203B41FA5}">
                      <a16:colId xmlns:a16="http://schemas.microsoft.com/office/drawing/2014/main" val="738368328"/>
                    </a:ext>
                  </a:extLst>
                </a:gridCol>
              </a:tblGrid>
              <a:tr h="861261">
                <a:tc>
                  <a:txBody>
                    <a:bodyPr/>
                    <a:lstStyle/>
                    <a:p>
                      <a:pPr algn="ctr" rtl="0"/>
                      <a:r>
                        <a:rPr lang="ja-JP" altLang="en-US" sz="2300" b="0" noProof="0" dirty="0">
                          <a:latin typeface="Meiryo UI" panose="020B0604030504040204" pitchFamily="50" charset="-128"/>
                          <a:ea typeface="Meiryo UI" panose="020B0604030504040204" pitchFamily="50" charset="-128"/>
                        </a:rPr>
                        <a:t>水平</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垂直パリティ</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1</a:t>
                      </a:r>
                      <a:r>
                        <a:rPr lang="ja-JP" altLang="en-US" sz="2300" b="0" noProof="0" dirty="0">
                          <a:latin typeface="Meiryo UI" panose="020B0604030504040204" pitchFamily="50" charset="-128"/>
                          <a:ea typeface="Meiryo UI" panose="020B0604030504040204" pitchFamily="50" charset="-128"/>
                        </a:rPr>
                        <a:t>ビットまでの誤り検知</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行列ごとにパリティビットをつける</a:t>
                      </a:r>
                    </a:p>
                  </a:txBody>
                  <a:tcPr marL="117478" marR="117478" marT="58740" marB="58740" anchor="ctr"/>
                </a:tc>
                <a:extLst>
                  <a:ext uri="{0D108BD9-81ED-4DB2-BD59-A6C34878D82A}">
                    <a16:rowId xmlns:a16="http://schemas.microsoft.com/office/drawing/2014/main" val="219453814"/>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2</a:t>
                      </a:r>
                      <a:r>
                        <a:rPr lang="ja-JP" altLang="en-US" sz="2300" b="0" noProof="0" dirty="0">
                          <a:latin typeface="Meiryo UI" panose="020B0604030504040204" pitchFamily="50" charset="-128"/>
                          <a:ea typeface="Meiryo UI" panose="020B0604030504040204" pitchFamily="50" charset="-128"/>
                        </a:rPr>
                        <a:t>次元パリティ</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1or2</a:t>
                      </a:r>
                      <a:r>
                        <a:rPr lang="ja-JP" altLang="en-US" sz="2300" b="0" noProof="0" dirty="0">
                          <a:latin typeface="Meiryo UI" panose="020B0604030504040204" pitchFamily="50" charset="-128"/>
                          <a:ea typeface="Meiryo UI" panose="020B0604030504040204" pitchFamily="50" charset="-128"/>
                        </a:rPr>
                        <a:t>ビットまでの誤り検知</a:t>
                      </a:r>
                      <a:br>
                        <a:rPr lang="en-US" altLang="ja-JP" sz="2300" b="0" noProof="0" dirty="0">
                          <a:latin typeface="Meiryo UI" panose="020B0604030504040204" pitchFamily="50" charset="-128"/>
                          <a:ea typeface="Meiryo UI" panose="020B0604030504040204" pitchFamily="50" charset="-128"/>
                        </a:rPr>
                      </a:br>
                      <a:r>
                        <a:rPr lang="en-US" altLang="ja-JP" sz="2300" b="0" noProof="0" dirty="0">
                          <a:latin typeface="Meiryo UI" panose="020B0604030504040204" pitchFamily="50" charset="-128"/>
                          <a:ea typeface="Meiryo UI" panose="020B0604030504040204" pitchFamily="50" charset="-128"/>
                        </a:rPr>
                        <a:t>+1</a:t>
                      </a:r>
                      <a:r>
                        <a:rPr lang="ja-JP" altLang="en-US" sz="2300" b="0" noProof="0" dirty="0">
                          <a:latin typeface="Meiryo UI" panose="020B0604030504040204" pitchFamily="50" charset="-128"/>
                          <a:ea typeface="Meiryo UI" panose="020B0604030504040204" pitchFamily="50" charset="-128"/>
                        </a:rPr>
                        <a:t>ビットの訂正</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水平</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垂直パリティ両方使う</a:t>
                      </a:r>
                    </a:p>
                  </a:txBody>
                  <a:tcPr marL="117478" marR="117478" marT="58740" marB="58740" anchor="ctr"/>
                </a:tc>
                <a:extLst>
                  <a:ext uri="{0D108BD9-81ED-4DB2-BD59-A6C34878D82A}">
                    <a16:rowId xmlns:a16="http://schemas.microsoft.com/office/drawing/2014/main" val="1671295272"/>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偶数</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奇数パリティ</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1</a:t>
                      </a:r>
                      <a:r>
                        <a:rPr lang="ja-JP" altLang="en-US" sz="2300" b="0" noProof="0" dirty="0">
                          <a:latin typeface="Meiryo UI" panose="020B0604030504040204" pitchFamily="50" charset="-128"/>
                          <a:ea typeface="Meiryo UI" panose="020B0604030504040204" pitchFamily="50" charset="-128"/>
                        </a:rPr>
                        <a:t>ビットまでの誤り検知</a:t>
                      </a: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チェックサム</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1</a:t>
                      </a:r>
                      <a:r>
                        <a:rPr lang="ja-JP" altLang="en-US" sz="2300" b="0" noProof="0" dirty="0">
                          <a:latin typeface="Meiryo UI" panose="020B0604030504040204" pitchFamily="50" charset="-128"/>
                          <a:ea typeface="Meiryo UI" panose="020B0604030504040204" pitchFamily="50" charset="-128"/>
                        </a:rPr>
                        <a:t>ビット以上の誤り検知</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ハミング符号</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チェックサム</a:t>
                      </a:r>
                      <a:r>
                        <a:rPr lang="en-US" altLang="ja-JP" sz="2300" b="0" noProof="0" dirty="0">
                          <a:latin typeface="Meiryo UI" panose="020B0604030504040204" pitchFamily="50" charset="-128"/>
                          <a:ea typeface="Meiryo UI" panose="020B0604030504040204" pitchFamily="50" charset="-128"/>
                        </a:rPr>
                        <a:t>+1</a:t>
                      </a:r>
                      <a:r>
                        <a:rPr lang="ja-JP" altLang="en-US" sz="2300" b="0" noProof="0" dirty="0">
                          <a:latin typeface="Meiryo UI" panose="020B0604030504040204" pitchFamily="50" charset="-128"/>
                          <a:ea typeface="Meiryo UI" panose="020B0604030504040204" pitchFamily="50" charset="-128"/>
                        </a:rPr>
                        <a:t>ビットの訂正</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300" b="0" noProof="0" dirty="0">
                          <a:latin typeface="Meiryo UI" panose="020B0604030504040204" pitchFamily="50" charset="-128"/>
                          <a:ea typeface="Meiryo UI" panose="020B0604030504040204" pitchFamily="50" charset="-128"/>
                        </a:rPr>
                        <a:t>CRC</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チェックサムの上位互換</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171480941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D932E-1B20-4780-CBD8-0A18970F7772}"/>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D87B1BA6-74E0-048A-EAAD-B3A2FBF2BA64}"/>
              </a:ext>
            </a:extLst>
          </p:cNvPr>
          <p:cNvGraphicFramePr>
            <a:graphicFrameLocks noGrp="1"/>
          </p:cNvGraphicFramePr>
          <p:nvPr>
            <p:ph sz="quarter" idx="13"/>
            <p:extLst>
              <p:ext uri="{D42A27DB-BD31-4B8C-83A1-F6EECF244321}">
                <p14:modId xmlns:p14="http://schemas.microsoft.com/office/powerpoint/2010/main" val="2877946432"/>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ミラーポート</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モニターしたいポートと同じデータを流して監視する</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LAN</a:t>
                      </a:r>
                      <a:r>
                        <a:rPr lang="ja-JP" altLang="en-US" sz="2300" b="0" noProof="0" dirty="0">
                          <a:latin typeface="Meiryo UI" panose="020B0604030504040204" pitchFamily="50" charset="-128"/>
                          <a:ea typeface="Meiryo UI" panose="020B0604030504040204" pitchFamily="50" charset="-128"/>
                        </a:rPr>
                        <a:t>アナライザ</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BPDU</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STP</a:t>
                      </a:r>
                      <a:r>
                        <a:rPr lang="ja-JP" altLang="en-US" sz="2300" b="0" noProof="0" dirty="0">
                          <a:latin typeface="Meiryo UI" panose="020B0604030504040204" pitchFamily="50" charset="-128"/>
                          <a:ea typeface="Meiryo UI" panose="020B0604030504040204" pitchFamily="50" charset="-128"/>
                        </a:rPr>
                        <a:t>の通信制御に使う</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L2</a:t>
                      </a:r>
                      <a:r>
                        <a:rPr lang="ja-JP" altLang="en-US" sz="2300" b="0" noProof="0" dirty="0">
                          <a:latin typeface="Meiryo UI" panose="020B0604030504040204" pitchFamily="50" charset="-128"/>
                          <a:ea typeface="Meiryo UI" panose="020B0604030504040204" pitchFamily="50" charset="-128"/>
                        </a:rPr>
                        <a:t>でブロードキャストでやり取りされる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Auto MDI-x</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相手の信号からストレートとクロスを認識して切り替える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MDI-</a:t>
                      </a:r>
                      <a:r>
                        <a:rPr lang="ja-JP" altLang="en-US" sz="2300" b="0" noProof="0" dirty="0">
                          <a:latin typeface="Meiryo UI" panose="020B0604030504040204" pitchFamily="50" charset="-128"/>
                          <a:ea typeface="Meiryo UI" panose="020B0604030504040204" pitchFamily="50" charset="-128"/>
                        </a:rPr>
                        <a:t>ストレート</a:t>
                      </a:r>
                      <a:r>
                        <a:rPr lang="en-US" altLang="ja-JP" sz="2300" b="0" noProof="0" dirty="0">
                          <a:latin typeface="Meiryo UI" panose="020B0604030504040204" pitchFamily="50" charset="-128"/>
                          <a:ea typeface="Meiryo UI" panose="020B0604030504040204" pitchFamily="50" charset="-128"/>
                        </a:rPr>
                        <a:t>-MDI-x</a:t>
                      </a:r>
                    </a:p>
                    <a:p>
                      <a:pPr algn="ctr" rtl="0"/>
                      <a:r>
                        <a:rPr lang="en-US" altLang="ja-JP" sz="2300" b="0" noProof="0" dirty="0">
                          <a:latin typeface="Meiryo UI" panose="020B0604030504040204" pitchFamily="50" charset="-128"/>
                          <a:ea typeface="Meiryo UI" panose="020B0604030504040204" pitchFamily="50" charset="-128"/>
                        </a:rPr>
                        <a:t>MDI-</a:t>
                      </a:r>
                      <a:r>
                        <a:rPr lang="ja-JP" altLang="en-US" sz="2300" b="0" noProof="0" dirty="0">
                          <a:latin typeface="Meiryo UI" panose="020B0604030504040204" pitchFamily="50" charset="-128"/>
                          <a:ea typeface="Meiryo UI" panose="020B0604030504040204" pitchFamily="50" charset="-128"/>
                        </a:rPr>
                        <a:t>クロス</a:t>
                      </a:r>
                      <a:r>
                        <a:rPr lang="en-US" altLang="ja-JP" sz="2300" b="0" noProof="0" dirty="0">
                          <a:latin typeface="Meiryo UI" panose="020B0604030504040204" pitchFamily="50" charset="-128"/>
                          <a:ea typeface="Meiryo UI" panose="020B0604030504040204" pitchFamily="50" charset="-128"/>
                        </a:rPr>
                        <a:t>-MDI</a:t>
                      </a: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en-US" altLang="ja-JP" sz="2400" dirty="0"/>
                        <a:t>Catalyst</a:t>
                      </a:r>
                      <a:r>
                        <a:rPr lang="ja-JP" altLang="en-US" sz="2400" dirty="0"/>
                        <a:t>スイッチ</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L2</a:t>
                      </a:r>
                      <a:r>
                        <a:rPr lang="ja-JP" altLang="en-US" sz="2300" b="0" noProof="0" dirty="0">
                          <a:latin typeface="Meiryo UI" panose="020B0604030504040204" pitchFamily="50" charset="-128"/>
                          <a:ea typeface="Meiryo UI" panose="020B0604030504040204" pitchFamily="50" charset="-128"/>
                        </a:rPr>
                        <a:t>スイッチ</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L3</a:t>
                      </a:r>
                      <a:r>
                        <a:rPr lang="ja-JP" altLang="en-US" sz="2300" b="0" noProof="0" dirty="0">
                          <a:latin typeface="Meiryo UI" panose="020B0604030504040204" pitchFamily="50" charset="-128"/>
                          <a:ea typeface="Meiryo UI" panose="020B0604030504040204" pitchFamily="50" charset="-128"/>
                        </a:rPr>
                        <a:t>機能がある商品もある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PoE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400" dirty="0"/>
                        <a:t>IEEE802.3a</a:t>
                      </a:r>
                      <a:r>
                        <a:rPr lang="en-US" altLang="ja-JP" sz="2400" dirty="0">
                          <a:solidFill>
                            <a:srgbClr val="FF0000"/>
                          </a:solidFill>
                        </a:rPr>
                        <a:t>f</a:t>
                      </a:r>
                      <a:br>
                        <a:rPr lang="en-US" altLang="ja-JP" sz="2400" dirty="0"/>
                      </a:br>
                      <a:r>
                        <a:rPr lang="en-US" altLang="ja-JP" sz="2400" dirty="0"/>
                        <a:t>IEEE802.3a</a:t>
                      </a:r>
                      <a:r>
                        <a:rPr lang="en-US" altLang="ja-JP" sz="2400" dirty="0">
                          <a:solidFill>
                            <a:srgbClr val="FF0000"/>
                          </a:solidFill>
                        </a:rPr>
                        <a:t>t</a:t>
                      </a:r>
                      <a:endParaRPr lang="en-US" altLang="ja-JP" sz="2300" b="0" noProof="0" dirty="0">
                        <a:solidFill>
                          <a:srgbClr val="FF0000"/>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基本</a:t>
                      </a:r>
                      <a:r>
                        <a:rPr lang="en-US" altLang="ja-JP" sz="2300" b="0" noProof="0" dirty="0">
                          <a:latin typeface="Meiryo UI" panose="020B0604030504040204" pitchFamily="50" charset="-128"/>
                          <a:ea typeface="Meiryo UI" panose="020B0604030504040204" pitchFamily="50" charset="-128"/>
                        </a:rPr>
                        <a:t>2</a:t>
                      </a:r>
                      <a:r>
                        <a:rPr lang="ja-JP" altLang="en-US" sz="2300" b="0" noProof="0" dirty="0">
                          <a:latin typeface="Meiryo UI" panose="020B0604030504040204" pitchFamily="50" charset="-128"/>
                          <a:ea typeface="Meiryo UI" panose="020B0604030504040204" pitchFamily="50" charset="-128"/>
                        </a:rPr>
                        <a:t>対だけど高機能な</a:t>
                      </a:r>
                      <a:r>
                        <a:rPr lang="en-US" altLang="ja-JP" sz="2300" b="0" noProof="0" dirty="0">
                          <a:latin typeface="Meiryo UI" panose="020B0604030504040204" pitchFamily="50" charset="-128"/>
                          <a:ea typeface="Meiryo UI" panose="020B0604030504040204" pitchFamily="50" charset="-128"/>
                        </a:rPr>
                        <a:t>t</a:t>
                      </a:r>
                      <a:r>
                        <a:rPr lang="ja-JP" altLang="en-US" sz="2300" b="0" noProof="0" dirty="0">
                          <a:latin typeface="Meiryo UI" panose="020B0604030504040204" pitchFamily="50" charset="-128"/>
                          <a:ea typeface="Meiryo UI" panose="020B0604030504040204" pitchFamily="50" charset="-128"/>
                        </a:rPr>
                        <a:t>だと</a:t>
                      </a:r>
                      <a:r>
                        <a:rPr lang="en-US" altLang="ja-JP" sz="2300" b="0" noProof="0" dirty="0">
                          <a:latin typeface="Meiryo UI" panose="020B0604030504040204" pitchFamily="50" charset="-128"/>
                          <a:ea typeface="Meiryo UI" panose="020B0604030504040204" pitchFamily="50" charset="-128"/>
                        </a:rPr>
                        <a:t>4</a:t>
                      </a:r>
                      <a:r>
                        <a:rPr lang="ja-JP" altLang="en-US" sz="2300" b="0" noProof="0" dirty="0">
                          <a:latin typeface="Meiryo UI" panose="020B0604030504040204" pitchFamily="50" charset="-128"/>
                          <a:ea typeface="Meiryo UI" panose="020B0604030504040204" pitchFamily="50" charset="-128"/>
                        </a:rPr>
                        <a:t>対使う場合もある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78221344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9E86E-DF1F-2C85-04F0-5D63CFA5698A}"/>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59149C6D-B43D-993A-FE6A-49920CFAAEC4}"/>
              </a:ext>
            </a:extLst>
          </p:cNvPr>
          <p:cNvGraphicFramePr>
            <a:graphicFrameLocks noGrp="1"/>
          </p:cNvGraphicFramePr>
          <p:nvPr>
            <p:ph sz="quarter" idx="13"/>
            <p:extLst>
              <p:ext uri="{D42A27DB-BD31-4B8C-83A1-F6EECF244321}">
                <p14:modId xmlns:p14="http://schemas.microsoft.com/office/powerpoint/2010/main" val="2303481699"/>
              </p:ext>
            </p:extLst>
          </p:nvPr>
        </p:nvGraphicFramePr>
        <p:xfrm>
          <a:off x="555171" y="734785"/>
          <a:ext cx="10767263" cy="5584368"/>
        </p:xfrm>
        <a:graphic>
          <a:graphicData uri="http://schemas.openxmlformats.org/drawingml/2006/table">
            <a:tbl>
              <a:tblPr firstRow="1" bandRow="1">
                <a:tableStyleId>{8A107856-5554-42FB-B03E-39F5DBC370BA}</a:tableStyleId>
              </a:tblPr>
              <a:tblGrid>
                <a:gridCol w="1257300">
                  <a:extLst>
                    <a:ext uri="{9D8B030D-6E8A-4147-A177-3AD203B41FA5}">
                      <a16:colId xmlns:a16="http://schemas.microsoft.com/office/drawing/2014/main" val="127040821"/>
                    </a:ext>
                  </a:extLst>
                </a:gridCol>
                <a:gridCol w="1665515">
                  <a:extLst>
                    <a:ext uri="{9D8B030D-6E8A-4147-A177-3AD203B41FA5}">
                      <a16:colId xmlns:a16="http://schemas.microsoft.com/office/drawing/2014/main" val="3472639139"/>
                    </a:ext>
                  </a:extLst>
                </a:gridCol>
                <a:gridCol w="1355271">
                  <a:extLst>
                    <a:ext uri="{9D8B030D-6E8A-4147-A177-3AD203B41FA5}">
                      <a16:colId xmlns:a16="http://schemas.microsoft.com/office/drawing/2014/main" val="1972536841"/>
                    </a:ext>
                  </a:extLst>
                </a:gridCol>
                <a:gridCol w="2645229">
                  <a:extLst>
                    <a:ext uri="{9D8B030D-6E8A-4147-A177-3AD203B41FA5}">
                      <a16:colId xmlns:a16="http://schemas.microsoft.com/office/drawing/2014/main" val="738368328"/>
                    </a:ext>
                  </a:extLst>
                </a:gridCol>
                <a:gridCol w="1368692">
                  <a:extLst>
                    <a:ext uri="{9D8B030D-6E8A-4147-A177-3AD203B41FA5}">
                      <a16:colId xmlns:a16="http://schemas.microsoft.com/office/drawing/2014/main" val="1858848337"/>
                    </a:ext>
                  </a:extLst>
                </a:gridCol>
                <a:gridCol w="2475256">
                  <a:extLst>
                    <a:ext uri="{9D8B030D-6E8A-4147-A177-3AD203B41FA5}">
                      <a16:colId xmlns:a16="http://schemas.microsoft.com/office/drawing/2014/main" val="1555317643"/>
                    </a:ext>
                  </a:extLst>
                </a:gridCol>
              </a:tblGrid>
              <a:tr h="69804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21</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FTP,FTPS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143</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IMAP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993</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IMAPS</a:t>
                      </a:r>
                    </a:p>
                  </a:txBody>
                  <a:tcPr marL="117478" marR="117478" marT="58740" marB="58740" anchor="ctr"/>
                </a:tc>
                <a:extLst>
                  <a:ext uri="{0D108BD9-81ED-4DB2-BD59-A6C34878D82A}">
                    <a16:rowId xmlns:a16="http://schemas.microsoft.com/office/drawing/2014/main" val="3298013591"/>
                  </a:ext>
                </a:extLst>
              </a:tr>
              <a:tr h="698046">
                <a:tc>
                  <a:txBody>
                    <a:bodyPr/>
                    <a:lstStyle/>
                    <a:p>
                      <a:pPr algn="ctr" rtl="0"/>
                      <a:r>
                        <a:rPr lang="en-US" altLang="ja-JP" sz="2300" b="0" noProof="0" dirty="0">
                          <a:latin typeface="Meiryo UI" panose="020B0604030504040204" pitchFamily="50" charset="-128"/>
                          <a:ea typeface="Meiryo UI" panose="020B0604030504040204" pitchFamily="50" charset="-128"/>
                        </a:rPr>
                        <a:t>22</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SSH,SFTP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161</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SNMP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995</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POP3S</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1050096664"/>
                  </a:ext>
                </a:extLst>
              </a:tr>
              <a:tr h="698046">
                <a:tc>
                  <a:txBody>
                    <a:bodyPr/>
                    <a:lstStyle/>
                    <a:p>
                      <a:pPr algn="ctr" rtl="0"/>
                      <a:r>
                        <a:rPr lang="en-US" altLang="ja-JP" sz="2300" b="0" noProof="0" dirty="0">
                          <a:latin typeface="Meiryo UI" panose="020B0604030504040204" pitchFamily="50" charset="-128"/>
                          <a:ea typeface="Meiryo UI" panose="020B0604030504040204" pitchFamily="50" charset="-128"/>
                        </a:rPr>
                        <a:t>23</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Telnet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162</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SNMP(</a:t>
                      </a:r>
                      <a:r>
                        <a:rPr lang="ja-JP" altLang="en-US" sz="2300" b="0" noProof="0" dirty="0">
                          <a:latin typeface="Meiryo UI" panose="020B0604030504040204" pitchFamily="50" charset="-128"/>
                          <a:ea typeface="Meiryo UI" panose="020B0604030504040204" pitchFamily="50" charset="-128"/>
                        </a:rPr>
                        <a:t>トラップ</a:t>
                      </a:r>
                      <a:r>
                        <a:rPr lang="en-US" altLang="ja-JP" sz="2300" b="0" noProof="0" dirty="0">
                          <a:latin typeface="Meiryo UI" panose="020B0604030504040204" pitchFamily="50" charset="-128"/>
                          <a:ea typeface="Meiryo UI" panose="020B0604030504040204" pitchFamily="50" charset="-128"/>
                        </a:rPr>
                        <a: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3306</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MySQL</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1145232320"/>
                  </a:ext>
                </a:extLst>
              </a:tr>
              <a:tr h="69804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25</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SMTP</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389</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LDAP</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3389</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RDP</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69804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53</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DNS</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443</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HTTPS</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5432</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PostgreSQL</a:t>
                      </a:r>
                    </a:p>
                  </a:txBody>
                  <a:tcPr marL="117478" marR="117478" marT="58740" marB="58740" anchor="ctr"/>
                </a:tc>
                <a:extLst>
                  <a:ext uri="{0D108BD9-81ED-4DB2-BD59-A6C34878D82A}">
                    <a16:rowId xmlns:a16="http://schemas.microsoft.com/office/drawing/2014/main" val="85209771"/>
                  </a:ext>
                </a:extLst>
              </a:tr>
              <a:tr h="698046">
                <a:tc>
                  <a:txBody>
                    <a:bodyPr/>
                    <a:lstStyle/>
                    <a:p>
                      <a:pPr algn="ctr" rtl="0"/>
                      <a:r>
                        <a:rPr lang="en-US" altLang="ja-JP" sz="2300" b="0" noProof="0" dirty="0">
                          <a:latin typeface="Meiryo UI" panose="020B0604030504040204" pitchFamily="50" charset="-128"/>
                          <a:ea typeface="Meiryo UI" panose="020B0604030504040204" pitchFamily="50" charset="-128"/>
                        </a:rPr>
                        <a:t>80</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300" b="0" noProof="0" dirty="0">
                          <a:latin typeface="Meiryo UI" panose="020B0604030504040204" pitchFamily="50" charset="-128"/>
                          <a:ea typeface="Meiryo UI" panose="020B0604030504040204" pitchFamily="50" charset="-128"/>
                        </a:rPr>
                        <a:t>HTTP</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445</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SMB</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5900</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VNC</a:t>
                      </a:r>
                    </a:p>
                  </a:txBody>
                  <a:tcPr marL="117478" marR="117478" marT="58740" marB="58740" anchor="ctr"/>
                </a:tc>
                <a:extLst>
                  <a:ext uri="{0D108BD9-81ED-4DB2-BD59-A6C34878D82A}">
                    <a16:rowId xmlns:a16="http://schemas.microsoft.com/office/drawing/2014/main" val="3067657688"/>
                  </a:ext>
                </a:extLst>
              </a:tr>
              <a:tr h="698046">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110</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POP3</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465</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SMTPS</a:t>
                      </a: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1479266251"/>
                  </a:ext>
                </a:extLst>
              </a:tr>
              <a:tr h="698046">
                <a:tc>
                  <a:txBody>
                    <a:bodyPr/>
                    <a:lstStyle/>
                    <a:p>
                      <a:pPr algn="ctr" rtl="0"/>
                      <a:r>
                        <a:rPr lang="en-US" altLang="ja-JP" sz="2300" b="0" noProof="0" dirty="0">
                          <a:latin typeface="Meiryo UI" panose="020B0604030504040204" pitchFamily="50" charset="-128"/>
                          <a:ea typeface="Meiryo UI" panose="020B0604030504040204" pitchFamily="50" charset="-128"/>
                        </a:rPr>
                        <a:t>123</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NTP</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636</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LDAPS</a:t>
                      </a: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bl>
          </a:graphicData>
        </a:graphic>
      </p:graphicFrame>
    </p:spTree>
    <p:extLst>
      <p:ext uri="{BB962C8B-B14F-4D97-AF65-F5344CB8AC3E}">
        <p14:creationId xmlns:p14="http://schemas.microsoft.com/office/powerpoint/2010/main" val="78853890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6E2D3-68E6-5D78-EDFF-39B86A0C3A1E}"/>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D975D530-E089-3238-6BA3-C2A967E07F6E}"/>
              </a:ext>
            </a:extLst>
          </p:cNvPr>
          <p:cNvGraphicFramePr>
            <a:graphicFrameLocks noGrp="1"/>
          </p:cNvGraphicFramePr>
          <p:nvPr>
            <p:ph sz="quarter" idx="13"/>
            <p:extLst>
              <p:ext uri="{D42A27DB-BD31-4B8C-83A1-F6EECF244321}">
                <p14:modId xmlns:p14="http://schemas.microsoft.com/office/powerpoint/2010/main" val="2536885480"/>
              </p:ext>
            </p:extLst>
          </p:nvPr>
        </p:nvGraphicFramePr>
        <p:xfrm>
          <a:off x="869568" y="1102609"/>
          <a:ext cx="10452865" cy="5175273"/>
        </p:xfrm>
        <a:graphic>
          <a:graphicData uri="http://schemas.openxmlformats.org/drawingml/2006/table">
            <a:tbl>
              <a:tblPr firstRow="1" bandRow="1">
                <a:tableStyleId>{8A107856-5554-42FB-B03E-39F5DBC370BA}</a:tableStyleId>
              </a:tblPr>
              <a:tblGrid>
                <a:gridCol w="1397105">
                  <a:extLst>
                    <a:ext uri="{9D8B030D-6E8A-4147-A177-3AD203B41FA5}">
                      <a16:colId xmlns:a16="http://schemas.microsoft.com/office/drawing/2014/main" val="127040821"/>
                    </a:ext>
                  </a:extLst>
                </a:gridCol>
                <a:gridCol w="2378600">
                  <a:extLst>
                    <a:ext uri="{9D8B030D-6E8A-4147-A177-3AD203B41FA5}">
                      <a16:colId xmlns:a16="http://schemas.microsoft.com/office/drawing/2014/main" val="3472639139"/>
                    </a:ext>
                  </a:extLst>
                </a:gridCol>
                <a:gridCol w="1837170">
                  <a:extLst>
                    <a:ext uri="{9D8B030D-6E8A-4147-A177-3AD203B41FA5}">
                      <a16:colId xmlns:a16="http://schemas.microsoft.com/office/drawing/2014/main" val="738368328"/>
                    </a:ext>
                  </a:extLst>
                </a:gridCol>
                <a:gridCol w="4839990">
                  <a:extLst>
                    <a:ext uri="{9D8B030D-6E8A-4147-A177-3AD203B41FA5}">
                      <a16:colId xmlns:a16="http://schemas.microsoft.com/office/drawing/2014/main" val="3823636129"/>
                    </a:ext>
                  </a:extLst>
                </a:gridCol>
              </a:tblGrid>
              <a:tr h="78973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A</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IPv4</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MX</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メールを受け取るサーバーを指定</a:t>
                      </a:r>
                    </a:p>
                  </a:txBody>
                  <a:tcPr marL="117478" marR="117478" marT="58740" marB="58740" anchor="ctr"/>
                </a:tc>
                <a:extLst>
                  <a:ext uri="{0D108BD9-81ED-4DB2-BD59-A6C34878D82A}">
                    <a16:rowId xmlns:a16="http://schemas.microsoft.com/office/drawing/2014/main" val="3298013591"/>
                  </a:ext>
                </a:extLst>
              </a:tr>
              <a:tr h="78973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AAAA</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IPv6</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SPF</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TXT</a:t>
                      </a:r>
                      <a:r>
                        <a:rPr lang="ja-JP" altLang="en-US" sz="2300" b="0" noProof="0" dirty="0">
                          <a:latin typeface="Meiryo UI" panose="020B0604030504040204" pitchFamily="50" charset="-128"/>
                          <a:ea typeface="Meiryo UI" panose="020B0604030504040204" pitchFamily="50" charset="-128"/>
                        </a:rPr>
                        <a:t>レコードで設定</a:t>
                      </a:r>
                      <a:endParaRPr lang="en-US" altLang="ja-JP" sz="2300" b="0" noProof="0" dirty="0">
                        <a:latin typeface="Meiryo UI" panose="020B0604030504040204" pitchFamily="50" charset="-128"/>
                        <a:ea typeface="Meiryo UI" panose="020B0604030504040204" pitchFamily="50" charset="-128"/>
                      </a:endParaRPr>
                    </a:p>
                    <a:p>
                      <a:pPr algn="ctr" rtl="0"/>
                      <a:r>
                        <a:rPr lang="ja-JP" altLang="en-US" sz="2300" b="0" noProof="0" dirty="0">
                          <a:latin typeface="Meiryo UI" panose="020B0604030504040204" pitchFamily="50" charset="-128"/>
                          <a:ea typeface="Meiryo UI" panose="020B0604030504040204" pitchFamily="50" charset="-128"/>
                        </a:rPr>
                        <a:t>なりすまし防止</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78973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CNAME</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別名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DKIM</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TXT</a:t>
                      </a:r>
                      <a:r>
                        <a:rPr lang="ja-JP" altLang="en-US" sz="2300" b="0" noProof="0" dirty="0">
                          <a:latin typeface="Meiryo UI" panose="020B0604030504040204" pitchFamily="50" charset="-128"/>
                          <a:ea typeface="Meiryo UI" panose="020B0604030504040204" pitchFamily="50" charset="-128"/>
                        </a:rPr>
                        <a:t>レコードで設定</a:t>
                      </a:r>
                      <a:br>
                        <a:rPr lang="en-US" altLang="ja-JP" sz="2300" b="0" noProof="0" dirty="0">
                          <a:latin typeface="Meiryo UI" panose="020B0604030504040204" pitchFamily="50" charset="-128"/>
                          <a:ea typeface="Meiryo UI" panose="020B0604030504040204" pitchFamily="50" charset="-128"/>
                        </a:rPr>
                      </a:br>
                      <a:r>
                        <a:rPr lang="ja-JP" altLang="en-US" sz="2300" b="0" noProof="0" dirty="0">
                          <a:latin typeface="Meiryo UI" panose="020B0604030504040204" pitchFamily="50" charset="-128"/>
                          <a:ea typeface="Meiryo UI" panose="020B0604030504040204" pitchFamily="50" charset="-128"/>
                        </a:rPr>
                        <a:t>メールに署名</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96543">
                <a:tc>
                  <a:txBody>
                    <a:bodyPr/>
                    <a:lstStyle/>
                    <a:p>
                      <a:pPr algn="ctr" rtl="0"/>
                      <a:r>
                        <a:rPr lang="en-US" altLang="ja-JP" sz="2300" b="0" noProof="0" dirty="0">
                          <a:latin typeface="Meiryo UI" panose="020B0604030504040204" pitchFamily="50" charset="-128"/>
                          <a:ea typeface="Meiryo UI" panose="020B0604030504040204" pitchFamily="50" charset="-128"/>
                        </a:rPr>
                        <a:t>SRV</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特定サービス</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DMARC</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TXT</a:t>
                      </a:r>
                      <a:r>
                        <a:rPr lang="ja-JP" altLang="en-US" sz="2300" b="0" noProof="0" dirty="0">
                          <a:latin typeface="Meiryo UI" panose="020B0604030504040204" pitchFamily="50" charset="-128"/>
                          <a:ea typeface="Meiryo UI" panose="020B0604030504040204" pitchFamily="50" charset="-128"/>
                        </a:rPr>
                        <a:t>レコードで設定</a:t>
                      </a:r>
                      <a:br>
                        <a:rPr lang="en-US" altLang="ja-JP" sz="2300" b="0" noProof="0" dirty="0">
                          <a:latin typeface="Meiryo UI" panose="020B0604030504040204" pitchFamily="50" charset="-128"/>
                          <a:ea typeface="Meiryo UI" panose="020B0604030504040204" pitchFamily="50" charset="-128"/>
                        </a:rPr>
                      </a:br>
                      <a:r>
                        <a:rPr lang="en-US" altLang="ja-JP" sz="2300" b="0" noProof="0" dirty="0">
                          <a:latin typeface="Meiryo UI" panose="020B0604030504040204" pitchFamily="50" charset="-128"/>
                          <a:ea typeface="Meiryo UI" panose="020B0604030504040204" pitchFamily="50" charset="-128"/>
                        </a:rPr>
                        <a:t>SPF</a:t>
                      </a:r>
                      <a:r>
                        <a:rPr lang="ja-JP" altLang="en-US" sz="2300" b="0" noProof="0" dirty="0">
                          <a:latin typeface="Meiryo UI" panose="020B0604030504040204" pitchFamily="50" charset="-128"/>
                          <a:ea typeface="Meiryo UI" panose="020B0604030504040204" pitchFamily="50" charset="-128"/>
                        </a:rPr>
                        <a:t>と</a:t>
                      </a:r>
                      <a:r>
                        <a:rPr lang="en-US" altLang="ja-JP" sz="2300" b="0" noProof="0" dirty="0">
                          <a:latin typeface="Meiryo UI" panose="020B0604030504040204" pitchFamily="50" charset="-128"/>
                          <a:ea typeface="Meiryo UI" panose="020B0604030504040204" pitchFamily="50" charset="-128"/>
                        </a:rPr>
                        <a:t>DKIM</a:t>
                      </a:r>
                      <a:r>
                        <a:rPr lang="ja-JP" altLang="en-US" sz="2300" b="0" noProof="0" dirty="0">
                          <a:latin typeface="Meiryo UI" panose="020B0604030504040204" pitchFamily="50" charset="-128"/>
                          <a:ea typeface="Meiryo UI" panose="020B0604030504040204" pitchFamily="50" charset="-128"/>
                        </a:rPr>
                        <a:t>のチェック結果を基に処理ルールを設定</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78973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PTR</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逆引き</a:t>
                      </a:r>
                      <a:r>
                        <a:rPr lang="en-US" altLang="ja-JP" sz="2300" b="0" noProof="0" dirty="0">
                          <a:latin typeface="Meiryo UI" panose="020B0604030504040204" pitchFamily="50" charset="-128"/>
                          <a:ea typeface="Meiryo UI" panose="020B0604030504040204" pitchFamily="50" charset="-128"/>
                        </a:rPr>
                        <a:t>DNS</a:t>
                      </a: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NS</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ゾーン情報を管理する</a:t>
                      </a:r>
                      <a:r>
                        <a:rPr lang="en-US" altLang="ja-JP" sz="2300" b="0" noProof="0" dirty="0">
                          <a:latin typeface="Meiryo UI" panose="020B0604030504040204" pitchFamily="50" charset="-128"/>
                          <a:ea typeface="Meiryo UI" panose="020B0604030504040204" pitchFamily="50" charset="-128"/>
                        </a:rPr>
                        <a:t>DNS</a:t>
                      </a:r>
                      <a:r>
                        <a:rPr lang="ja-JP" altLang="en-US" sz="2300" b="0" noProof="0">
                          <a:latin typeface="Meiryo UI" panose="020B0604030504040204" pitchFamily="50" charset="-128"/>
                          <a:ea typeface="Meiryo UI" panose="020B0604030504040204" pitchFamily="50" charset="-128"/>
                        </a:rPr>
                        <a:t>サーバー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789731">
                <a:tc>
                  <a:txBody>
                    <a:bodyPr/>
                    <a:lstStyle/>
                    <a:p>
                      <a:pPr algn="ctr" rtl="0"/>
                      <a:r>
                        <a:rPr lang="en-US" altLang="ja-JP" sz="2300" b="0" noProof="0" dirty="0">
                          <a:latin typeface="Meiryo UI" panose="020B0604030504040204" pitchFamily="50" charset="-128"/>
                          <a:ea typeface="Meiryo UI" panose="020B0604030504040204" pitchFamily="50" charset="-128"/>
                        </a:rPr>
                        <a:t>TXT</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自由</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85496532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D0638-78F1-7B67-D811-66BE889F4FC9}"/>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AD48001F-99AC-9D7D-230C-E583915D69D4}"/>
              </a:ext>
            </a:extLst>
          </p:cNvPr>
          <p:cNvGraphicFramePr>
            <a:graphicFrameLocks noGrp="1"/>
          </p:cNvGraphicFramePr>
          <p:nvPr>
            <p:ph sz="quarter" idx="13"/>
            <p:extLst>
              <p:ext uri="{D42A27DB-BD31-4B8C-83A1-F6EECF244321}">
                <p14:modId xmlns:p14="http://schemas.microsoft.com/office/powerpoint/2010/main" val="2678955714"/>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52736">
                  <a:extLst>
                    <a:ext uri="{9D8B030D-6E8A-4147-A177-3AD203B41FA5}">
                      <a16:colId xmlns:a16="http://schemas.microsoft.com/office/drawing/2014/main" val="127040821"/>
                    </a:ext>
                  </a:extLst>
                </a:gridCol>
                <a:gridCol w="3494825">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DKIM</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証明書で認証</a:t>
                      </a: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SPF</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a:t>
                      </a:r>
                      <a:r>
                        <a:rPr lang="ja-JP" altLang="en-US" sz="2300" b="0" noProof="0" dirty="0">
                          <a:latin typeface="Meiryo UI" panose="020B0604030504040204" pitchFamily="50" charset="-128"/>
                          <a:ea typeface="Meiryo UI" panose="020B0604030504040204" pitchFamily="50" charset="-128"/>
                        </a:rPr>
                        <a:t>で認証</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358405322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EA53B-9142-9F1C-256E-EB6FAA8249BE}"/>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8FF0CE0A-E9FA-2F24-20AF-165AFD07EDDB}"/>
              </a:ext>
            </a:extLst>
          </p:cNvPr>
          <p:cNvGraphicFramePr>
            <a:graphicFrameLocks noGrp="1"/>
          </p:cNvGraphicFramePr>
          <p:nvPr>
            <p:ph sz="quarter" idx="13"/>
            <p:extLst>
              <p:ext uri="{D42A27DB-BD31-4B8C-83A1-F6EECF244321}">
                <p14:modId xmlns:p14="http://schemas.microsoft.com/office/powerpoint/2010/main" val="262405434"/>
              </p:ext>
            </p:extLst>
          </p:nvPr>
        </p:nvGraphicFramePr>
        <p:xfrm>
          <a:off x="869568" y="1053622"/>
          <a:ext cx="10452864" cy="5167566"/>
        </p:xfrm>
        <a:graphic>
          <a:graphicData uri="http://schemas.openxmlformats.org/drawingml/2006/table">
            <a:tbl>
              <a:tblPr firstRow="1" bandRow="1">
                <a:tableStyleId>{8A107856-5554-42FB-B03E-39F5DBC370BA}</a:tableStyleId>
              </a:tblPr>
              <a:tblGrid>
                <a:gridCol w="2788032">
                  <a:extLst>
                    <a:ext uri="{9D8B030D-6E8A-4147-A177-3AD203B41FA5}">
                      <a16:colId xmlns:a16="http://schemas.microsoft.com/office/drawing/2014/main" val="127040821"/>
                    </a:ext>
                  </a:extLst>
                </a:gridCol>
                <a:gridCol w="3461657">
                  <a:extLst>
                    <a:ext uri="{9D8B030D-6E8A-4147-A177-3AD203B41FA5}">
                      <a16:colId xmlns:a16="http://schemas.microsoft.com/office/drawing/2014/main" val="3472639139"/>
                    </a:ext>
                  </a:extLst>
                </a:gridCol>
                <a:gridCol w="4203175">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1" noProof="0" dirty="0">
                          <a:solidFill>
                            <a:schemeClr val="bg1"/>
                          </a:solidFill>
                          <a:latin typeface="Meiryo UI" panose="020B0604030504040204" pitchFamily="50" charset="-128"/>
                          <a:ea typeface="Meiryo UI" panose="020B0604030504040204" pitchFamily="50" charset="-128"/>
                        </a:rPr>
                        <a:t>負荷分散</a:t>
                      </a:r>
                    </a:p>
                  </a:txBody>
                  <a:tcPr marL="117478" marR="117478" marT="58740" marB="58740" anchor="ctr"/>
                </a:tc>
                <a:tc>
                  <a:txBody>
                    <a:bodyPr/>
                    <a:lstStyle>
                      <a:defPPr>
                        <a:defRPr lang="ja-JP"/>
                      </a:defPPr>
                    </a:lstStyle>
                    <a:p>
                      <a:pPr algn="ctr" rtl="0"/>
                      <a:r>
                        <a:rPr lang="ja-JP" altLang="en-US" sz="2300" b="1" noProof="0" dirty="0">
                          <a:solidFill>
                            <a:schemeClr val="bg1"/>
                          </a:solidFill>
                          <a:latin typeface="Meiryo UI" panose="020B0604030504040204" pitchFamily="50" charset="-128"/>
                          <a:ea typeface="Meiryo UI" panose="020B0604030504040204" pitchFamily="50" charset="-128"/>
                        </a:rPr>
                        <a:t>セッション維持</a:t>
                      </a:r>
                      <a:endParaRPr lang="en-US" altLang="ja-JP" sz="2300" b="1"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1" noProof="0" dirty="0">
                          <a:solidFill>
                            <a:schemeClr val="bg1"/>
                          </a:solidFill>
                          <a:latin typeface="Meiryo UI" panose="020B0604030504040204" pitchFamily="50" charset="-128"/>
                          <a:ea typeface="Meiryo UI" panose="020B0604030504040204" pitchFamily="50" charset="-128"/>
                        </a:rPr>
                        <a:t>監視</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ラウンドロビン</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en-US" altLang="ja-JP" sz="2300" b="0" noProof="0" dirty="0">
                          <a:solidFill>
                            <a:schemeClr val="bg1"/>
                          </a:solidFill>
                          <a:latin typeface="Meiryo UI" panose="020B0604030504040204" pitchFamily="50" charset="-128"/>
                          <a:ea typeface="Meiryo UI" panose="020B0604030504040204" pitchFamily="50" charset="-128"/>
                        </a:rPr>
                        <a:t>cookie</a:t>
                      </a:r>
                      <a:r>
                        <a:rPr lang="ja-JP" altLang="en-US" sz="2300" b="0" noProof="0" dirty="0">
                          <a:solidFill>
                            <a:schemeClr val="bg1"/>
                          </a:solidFill>
                          <a:latin typeface="Meiryo UI" panose="020B0604030504040204" pitchFamily="50" charset="-128"/>
                          <a:ea typeface="Meiryo UI" panose="020B0604030504040204" pitchFamily="50" charset="-128"/>
                        </a:rPr>
                        <a:t>ベース</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ヘルスチェック</a:t>
                      </a:r>
                      <a:r>
                        <a:rPr lang="en-US" altLang="ja-JP" sz="2300" b="0" noProof="0" dirty="0">
                          <a:solidFill>
                            <a:schemeClr val="bg1"/>
                          </a:solidFill>
                          <a:latin typeface="Meiryo UI" panose="020B0604030504040204" pitchFamily="50" charset="-128"/>
                          <a:ea typeface="Meiryo UI" panose="020B0604030504040204" pitchFamily="50" charset="-128"/>
                        </a:rPr>
                        <a:t>(</a:t>
                      </a:r>
                      <a:r>
                        <a:rPr lang="ja-JP" altLang="en-US" sz="2300" b="0" noProof="0" dirty="0">
                          <a:solidFill>
                            <a:schemeClr val="bg1"/>
                          </a:solidFill>
                          <a:latin typeface="Meiryo UI" panose="020B0604030504040204" pitchFamily="50" charset="-128"/>
                          <a:ea typeface="Meiryo UI" panose="020B0604030504040204" pitchFamily="50" charset="-128"/>
                        </a:rPr>
                        <a:t>死活監視</a:t>
                      </a:r>
                      <a:r>
                        <a:rPr lang="en-US" altLang="ja-JP" sz="2300" b="0" noProof="0" dirty="0">
                          <a:solidFill>
                            <a:schemeClr val="bg1"/>
                          </a:solidFill>
                          <a:latin typeface="Meiryo UI" panose="020B0604030504040204" pitchFamily="50" charset="-128"/>
                          <a:ea typeface="Meiryo UI" panose="020B0604030504040204" pitchFamily="50" charset="-128"/>
                        </a:rPr>
                        <a:t>)</a:t>
                      </a: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重み付きラウンドロビン</a:t>
                      </a:r>
                    </a:p>
                  </a:txBody>
                  <a:tcPr marL="117478" marR="117478" marT="58740" marB="58740" anchor="ctr"/>
                </a:tc>
                <a:tc>
                  <a:txBody>
                    <a:bodyPr/>
                    <a:lstStyle>
                      <a:defPPr>
                        <a:defRPr lang="ja-JP"/>
                      </a:defP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送信元</a:t>
                      </a:r>
                      <a:r>
                        <a:rPr lang="en-US" altLang="ja-JP" sz="2300" b="0" noProof="0" dirty="0">
                          <a:solidFill>
                            <a:schemeClr val="bg1"/>
                          </a:solidFill>
                          <a:latin typeface="Meiryo UI" panose="020B0604030504040204" pitchFamily="50" charset="-128"/>
                          <a:ea typeface="Meiryo UI" panose="020B0604030504040204" pitchFamily="50" charset="-128"/>
                        </a:rPr>
                        <a:t>IP</a:t>
                      </a:r>
                      <a:r>
                        <a:rPr lang="ja-JP" altLang="en-US" sz="2300" b="0" noProof="0" dirty="0">
                          <a:solidFill>
                            <a:schemeClr val="bg1"/>
                          </a:solidFill>
                          <a:latin typeface="Meiryo UI" panose="020B0604030504040204" pitchFamily="50" charset="-128"/>
                          <a:ea typeface="Meiryo UI" panose="020B0604030504040204" pitchFamily="50" charset="-128"/>
                        </a:rPr>
                        <a:t>ベース</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メトリクス監視</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最小接続数</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solidFill>
                            <a:schemeClr val="bg1"/>
                          </a:solidFill>
                          <a:latin typeface="Meiryo UI" panose="020B0604030504040204" pitchFamily="50" charset="-128"/>
                          <a:ea typeface="Meiryo UI" panose="020B0604030504040204" pitchFamily="50" charset="-128"/>
                        </a:rPr>
                        <a:t>アプリケーション制御</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ログ監視</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最小応答数</a:t>
                      </a:r>
                    </a:p>
                  </a:txBody>
                  <a:tcPr marL="117478" marR="117478" marT="58740" marB="58740" anchor="ctr"/>
                </a:tc>
                <a:tc>
                  <a:txBody>
                    <a:bodyPr/>
                    <a:lstStyle>
                      <a:defPPr>
                        <a:defRPr lang="ja-JP"/>
                      </a:defP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アラート機能</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ハツシュベース</a:t>
                      </a: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solidFill>
                            <a:schemeClr val="bg1"/>
                          </a:solidFill>
                          <a:latin typeface="Meiryo UI" panose="020B0604030504040204" pitchFamily="50" charset="-128"/>
                          <a:ea typeface="Meiryo UI" panose="020B0604030504040204" pitchFamily="50" charset="-128"/>
                        </a:rPr>
                        <a:t>冗長性・自己監視</a:t>
                      </a:r>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153830891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E80F-2A67-F974-9709-10FCB3BFD0D8}"/>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6F914480-2C6E-EE9F-2D6C-74D7931B0173}"/>
              </a:ext>
            </a:extLst>
          </p:cNvPr>
          <p:cNvGraphicFramePr>
            <a:graphicFrameLocks noGrp="1"/>
          </p:cNvGraphicFramePr>
          <p:nvPr>
            <p:ph sz="quarter" idx="13"/>
            <p:extLst>
              <p:ext uri="{D42A27DB-BD31-4B8C-83A1-F6EECF244321}">
                <p14:modId xmlns:p14="http://schemas.microsoft.com/office/powerpoint/2010/main" val="3932979965"/>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378457">
                  <a:extLst>
                    <a:ext uri="{9D8B030D-6E8A-4147-A177-3AD203B41FA5}">
                      <a16:colId xmlns:a16="http://schemas.microsoft.com/office/drawing/2014/main" val="127040821"/>
                    </a:ext>
                  </a:extLst>
                </a:gridCol>
                <a:gridCol w="3169104">
                  <a:extLst>
                    <a:ext uri="{9D8B030D-6E8A-4147-A177-3AD203B41FA5}">
                      <a16:colId xmlns:a16="http://schemas.microsoft.com/office/drawing/2014/main" val="3472639139"/>
                    </a:ext>
                  </a:extLst>
                </a:gridCol>
                <a:gridCol w="4905303">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帯域保障型</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ギャランティ型</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帯域・性能が常に保障される</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最低保証型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コミット型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最低が保証される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優先制御型</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QoS</a:t>
                      </a:r>
                      <a:r>
                        <a:rPr lang="ja-JP" altLang="en-US" sz="2300" b="0" noProof="0" dirty="0">
                          <a:latin typeface="Meiryo UI" panose="020B0604030504040204" pitchFamily="50" charset="-128"/>
                          <a:ea typeface="Meiryo UI" panose="020B0604030504040204" pitchFamily="50" charset="-128"/>
                        </a:rPr>
                        <a:t>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種類毎に優先順位をつける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専有型</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専用型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他ユーザーと共有しない</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バースト型</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オンデマンド型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必要な時だけ一時的に性能アップ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ベストエフォート型</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安価</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保証されない</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308197543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6D2E8-9F58-9AF2-3832-38D429844EB9}"/>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0E9A1CB8-BC34-A658-D2A1-9B118AA7D57A}"/>
              </a:ext>
            </a:extLst>
          </p:cNvPr>
          <p:cNvGraphicFramePr>
            <a:graphicFrameLocks noGrp="1"/>
          </p:cNvGraphicFramePr>
          <p:nvPr>
            <p:ph sz="quarter" idx="13"/>
            <p:extLst>
              <p:ext uri="{D42A27DB-BD31-4B8C-83A1-F6EECF244321}">
                <p14:modId xmlns:p14="http://schemas.microsoft.com/office/powerpoint/2010/main" val="85197992"/>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2064132">
                  <a:extLst>
                    <a:ext uri="{9D8B030D-6E8A-4147-A177-3AD203B41FA5}">
                      <a16:colId xmlns:a16="http://schemas.microsoft.com/office/drawing/2014/main" val="127040821"/>
                    </a:ext>
                  </a:extLst>
                </a:gridCol>
                <a:gridCol w="2905125">
                  <a:extLst>
                    <a:ext uri="{9D8B030D-6E8A-4147-A177-3AD203B41FA5}">
                      <a16:colId xmlns:a16="http://schemas.microsoft.com/office/drawing/2014/main" val="3472639139"/>
                    </a:ext>
                  </a:extLst>
                </a:gridCol>
                <a:gridCol w="5483607">
                  <a:extLst>
                    <a:ext uri="{9D8B030D-6E8A-4147-A177-3AD203B41FA5}">
                      <a16:colId xmlns:a16="http://schemas.microsoft.com/office/drawing/2014/main" val="738368328"/>
                    </a:ext>
                  </a:extLst>
                </a:gridCol>
              </a:tblGrid>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対話型</a:t>
                      </a:r>
                    </a:p>
                  </a:txBody>
                  <a:tcPr marL="117478" marR="117478" marT="58740" marB="58740" anchor="ctr"/>
                </a:tc>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CL</a:t>
                      </a:r>
                      <a:r>
                        <a:rPr lang="ja-JP" altLang="en-US" sz="2300" b="0" noProof="0" dirty="0">
                          <a:latin typeface="Meiryo UI" panose="020B0604030504040204" pitchFamily="50" charset="-128"/>
                          <a:ea typeface="Meiryo UI" panose="020B0604030504040204" pitchFamily="50" charset="-128"/>
                        </a:rPr>
                        <a:t>側の操作に応じて少量のデータをやりとり</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データ小</a:t>
                      </a:r>
                      <a:r>
                        <a:rPr lang="en-US" altLang="ja-JP" sz="2300" b="0" noProof="0" dirty="0">
                          <a:latin typeface="Meiryo UI" panose="020B0604030504040204" pitchFamily="50" charset="-128"/>
                          <a:ea typeface="Meiryo UI" panose="020B0604030504040204" pitchFamily="50" charset="-128"/>
                        </a:rPr>
                        <a:t>,res</a:t>
                      </a:r>
                      <a:r>
                        <a:rPr lang="ja-JP" altLang="en-US" sz="2300" b="0" noProof="0" dirty="0">
                          <a:latin typeface="Meiryo UI" panose="020B0604030504040204" pitchFamily="50" charset="-128"/>
                          <a:ea typeface="Meiryo UI" panose="020B0604030504040204" pitchFamily="50" charset="-128"/>
                        </a:rPr>
                        <a:t>早</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往復多</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ユーザー操作</a:t>
                      </a:r>
                      <a:endParaRPr lang="en-US" altLang="ja-JP" sz="2300" b="0" noProof="0" dirty="0">
                        <a:latin typeface="Meiryo UI" panose="020B0604030504040204" pitchFamily="50" charset="-128"/>
                        <a:ea typeface="Meiryo UI" panose="020B0604030504040204" pitchFamily="50" charset="-128"/>
                      </a:endParaRPr>
                    </a:p>
                    <a:p>
                      <a:pPr algn="ctr" rtl="0"/>
                      <a:r>
                        <a:rPr lang="ja-JP" altLang="en-US" sz="2300" b="0" noProof="0" dirty="0">
                          <a:latin typeface="Meiryo UI" panose="020B0604030504040204" pitchFamily="50" charset="-128"/>
                          <a:ea typeface="Meiryo UI" panose="020B0604030504040204" pitchFamily="50" charset="-128"/>
                        </a:rPr>
                        <a:t>ページを開く</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フォーム送信や</a:t>
                      </a:r>
                      <a:r>
                        <a:rPr lang="en-US" altLang="ja-JP" sz="2300" b="0" noProof="0" dirty="0">
                          <a:latin typeface="Meiryo UI" panose="020B0604030504040204" pitchFamily="50" charset="-128"/>
                          <a:ea typeface="Meiryo UI" panose="020B0604030504040204" pitchFamily="50" charset="-128"/>
                        </a:rPr>
                        <a:t>query,</a:t>
                      </a:r>
                      <a:r>
                        <a:rPr lang="ja-JP" altLang="en-US" sz="2300" b="0" noProof="0" dirty="0">
                          <a:latin typeface="Meiryo UI" panose="020B0604030504040204" pitchFamily="50" charset="-128"/>
                          <a:ea typeface="Meiryo UI" panose="020B0604030504040204" pitchFamily="50" charset="-128"/>
                        </a:rPr>
                        <a:t>部分読込</a:t>
                      </a: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バルク型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大量のデータをまとめて送受信する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データ大</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転送効率</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往復少</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プログラム側</a:t>
                      </a:r>
                      <a:endParaRPr lang="en-US" altLang="ja-JP" sz="2300" b="0" noProof="0" dirty="0">
                        <a:latin typeface="Meiryo UI" panose="020B0604030504040204" pitchFamily="50" charset="-128"/>
                        <a:ea typeface="Meiryo UI" panose="020B0604030504040204" pitchFamily="50" charset="-128"/>
                      </a:endParaRPr>
                    </a:p>
                    <a:p>
                      <a:pPr algn="ctr" rtl="0"/>
                      <a:r>
                        <a:rPr lang="en-US" altLang="ja-JP" sz="2300" b="0" noProof="0" dirty="0">
                          <a:latin typeface="Meiryo UI" panose="020B0604030504040204" pitchFamily="50" charset="-128"/>
                          <a:ea typeface="Meiryo UI" panose="020B0604030504040204" pitchFamily="50" charset="-128"/>
                        </a:rPr>
                        <a:t>DL/UL,</a:t>
                      </a:r>
                      <a:r>
                        <a:rPr lang="ja-JP" altLang="en-US" sz="2300" b="0" noProof="0" dirty="0">
                          <a:latin typeface="Meiryo UI" panose="020B0604030504040204" pitchFamily="50" charset="-128"/>
                          <a:ea typeface="Meiryo UI" panose="020B0604030504040204" pitchFamily="50" charset="-128"/>
                        </a:rPr>
                        <a:t>ログや</a:t>
                      </a:r>
                      <a:r>
                        <a:rPr lang="en-US" altLang="ja-JP" sz="2300" b="0" noProof="0" dirty="0">
                          <a:latin typeface="Meiryo UI" panose="020B0604030504040204" pitchFamily="50" charset="-128"/>
                          <a:ea typeface="Meiryo UI" panose="020B0604030504040204" pitchFamily="50" charset="-128"/>
                        </a:rPr>
                        <a:t>BU</a:t>
                      </a:r>
                      <a:r>
                        <a:rPr lang="ja-JP" altLang="en-US" sz="2300" b="0" noProof="0" dirty="0">
                          <a:latin typeface="Meiryo UI" panose="020B0604030504040204" pitchFamily="50" charset="-128"/>
                          <a:ea typeface="Meiryo UI" panose="020B0604030504040204" pitchFamily="50" charset="-128"/>
                        </a:rPr>
                        <a:t>送信</a:t>
                      </a:r>
                      <a:r>
                        <a:rPr lang="en-US" altLang="ja-JP" sz="2300" b="0" noProof="0" dirty="0">
                          <a:latin typeface="Meiryo UI" panose="020B0604030504040204" pitchFamily="50" charset="-128"/>
                          <a:ea typeface="Meiryo UI" panose="020B0604030504040204" pitchFamily="50" charset="-128"/>
                        </a:rPr>
                        <a:t>,</a:t>
                      </a:r>
                      <a:r>
                        <a:rPr lang="ja-JP" altLang="en-US" sz="2300" b="0" noProof="0" dirty="0">
                          <a:latin typeface="Meiryo UI" panose="020B0604030504040204" pitchFamily="50" charset="-128"/>
                          <a:ea typeface="Meiryo UI" panose="020B0604030504040204" pitchFamily="50" charset="-128"/>
                        </a:rPr>
                        <a:t>部分読込</a:t>
                      </a: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ストリーミング型</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時間軸に沿って連続的にデータを送るタイプ</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動画・音声</a:t>
                      </a:r>
                      <a:r>
                        <a:rPr lang="en-US" altLang="ja-JP" sz="2300" b="0" noProof="0" dirty="0">
                          <a:latin typeface="Meiryo UI" panose="020B0604030504040204" pitchFamily="50" charset="-128"/>
                          <a:ea typeface="Meiryo UI" panose="020B0604030504040204" pitchFamily="50" charset="-128"/>
                        </a:rPr>
                        <a:t>,WebSocket</a:t>
                      </a:r>
                    </a:p>
                  </a:txBody>
                  <a:tcPr marL="117478" marR="117478" marT="58740" marB="58740" anchor="ctr"/>
                </a:tc>
                <a:extLst>
                  <a:ext uri="{0D108BD9-81ED-4DB2-BD59-A6C34878D82A}">
                    <a16:rowId xmlns:a16="http://schemas.microsoft.com/office/drawing/2014/main" val="85209771"/>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メッセージング型</a:t>
                      </a: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300" b="0" noProof="0" dirty="0">
                          <a:latin typeface="Meiryo UI" panose="020B0604030504040204" pitchFamily="50" charset="-128"/>
                          <a:ea typeface="Meiryo UI" panose="020B0604030504040204" pitchFamily="50" charset="-128"/>
                        </a:rPr>
                        <a:t>独立したメッセージ単位で確実に届ける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err="1">
                          <a:latin typeface="Meiryo UI" panose="020B0604030504040204" pitchFamily="50" charset="-128"/>
                          <a:ea typeface="Meiryo UI" panose="020B0604030504040204" pitchFamily="50" charset="-128"/>
                        </a:rPr>
                        <a:t>MQ,pub</a:t>
                      </a:r>
                      <a:r>
                        <a:rPr lang="en-US" altLang="ja-JP" sz="2300" b="0" noProof="0" dirty="0">
                          <a:latin typeface="Meiryo UI" panose="020B0604030504040204" pitchFamily="50" charset="-128"/>
                          <a:ea typeface="Meiryo UI" panose="020B0604030504040204" pitchFamily="50" charset="-128"/>
                        </a:rPr>
                        <a:t>/sub,</a:t>
                      </a:r>
                      <a:r>
                        <a:rPr lang="ja-JP" altLang="en-US" sz="2300" b="0" noProof="0" dirty="0">
                          <a:latin typeface="Meiryo UI" panose="020B0604030504040204" pitchFamily="50" charset="-128"/>
                          <a:ea typeface="Meiryo UI" panose="020B0604030504040204" pitchFamily="50" charset="-128"/>
                        </a:rPr>
                        <a:t>イベント通知</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同期</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制御モデル</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レスポンスを待つ</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r>
                        <a:rPr lang="ja-JP" altLang="en-US" sz="2300" b="0" noProof="0" dirty="0">
                          <a:latin typeface="Meiryo UI" panose="020B0604030504040204" pitchFamily="50" charset="-128"/>
                          <a:ea typeface="Meiryo UI" panose="020B0604030504040204" pitchFamily="50" charset="-128"/>
                        </a:rPr>
                        <a:t>非同期</a:t>
                      </a: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制御モデル</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即</a:t>
                      </a:r>
                      <a:r>
                        <a:rPr lang="en-US" altLang="ja-JP" sz="2300" b="0" noProof="0" dirty="0">
                          <a:latin typeface="Meiryo UI" panose="020B0604030504040204" pitchFamily="50" charset="-128"/>
                          <a:ea typeface="Meiryo UI" panose="020B0604030504040204" pitchFamily="50" charset="-128"/>
                        </a:rPr>
                        <a:t>ACK</a:t>
                      </a: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16816836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297A9-3F7A-9D5C-05C0-32A010B95A89}"/>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636447DF-7013-AB1C-F674-5F881E67510E}"/>
              </a:ext>
            </a:extLst>
          </p:cNvPr>
          <p:cNvGraphicFramePr>
            <a:graphicFrameLocks noGrp="1"/>
          </p:cNvGraphicFramePr>
          <p:nvPr>
            <p:ph sz="quarter" idx="13"/>
            <p:extLst>
              <p:ext uri="{D42A27DB-BD31-4B8C-83A1-F6EECF244321}">
                <p14:modId xmlns:p14="http://schemas.microsoft.com/office/powerpoint/2010/main" val="4014020287"/>
              </p:ext>
            </p:extLst>
          </p:nvPr>
        </p:nvGraphicFramePr>
        <p:xfrm>
          <a:off x="869568" y="1102608"/>
          <a:ext cx="10452864" cy="5167566"/>
        </p:xfrm>
        <a:graphic>
          <a:graphicData uri="http://schemas.openxmlformats.org/drawingml/2006/table">
            <a:tbl>
              <a:tblPr firstRow="1" bandRow="1">
                <a:tableStyleId>{8A107856-5554-42FB-B03E-39F5DBC370BA}</a:tableStyleId>
              </a:tblPr>
              <a:tblGrid>
                <a:gridCol w="1857303">
                  <a:extLst>
                    <a:ext uri="{9D8B030D-6E8A-4147-A177-3AD203B41FA5}">
                      <a16:colId xmlns:a16="http://schemas.microsoft.com/office/drawing/2014/main" val="127040821"/>
                    </a:ext>
                  </a:extLst>
                </a:gridCol>
                <a:gridCol w="2351315">
                  <a:extLst>
                    <a:ext uri="{9D8B030D-6E8A-4147-A177-3AD203B41FA5}">
                      <a16:colId xmlns:a16="http://schemas.microsoft.com/office/drawing/2014/main" val="3472639139"/>
                    </a:ext>
                  </a:extLst>
                </a:gridCol>
                <a:gridCol w="6244246">
                  <a:extLst>
                    <a:ext uri="{9D8B030D-6E8A-4147-A177-3AD203B41FA5}">
                      <a16:colId xmlns:a16="http://schemas.microsoft.com/office/drawing/2014/main" val="738368328"/>
                    </a:ext>
                  </a:extLst>
                </a:gridCol>
              </a:tblGrid>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SAN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FC-SAN</a:t>
                      </a: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高価・高速</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ja-JP" altLang="en-US" sz="2300" b="0" noProof="0" dirty="0">
                          <a:latin typeface="Meiryo UI" panose="020B0604030504040204" pitchFamily="50" charset="-128"/>
                          <a:ea typeface="Meiryo UI" panose="020B0604030504040204" pitchFamily="50" charset="-128"/>
                        </a:rPr>
                        <a:t>信頼性が高く・データ転送が高速</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r>
                        <a:rPr lang="en-US" altLang="ja-JP" sz="2300" b="0" noProof="0" dirty="0">
                          <a:latin typeface="Meiryo UI" panose="020B0604030504040204" pitchFamily="50" charset="-128"/>
                          <a:ea typeface="Meiryo UI" panose="020B0604030504040204" pitchFamily="50" charset="-128"/>
                        </a:rPr>
                        <a:t>IP-SAN</a:t>
                      </a:r>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r>
                        <a:rPr lang="ja-JP" altLang="en-US" sz="2300" b="0" noProof="0" dirty="0">
                          <a:latin typeface="Meiryo UI" panose="020B0604030504040204" pitchFamily="50" charset="-128"/>
                          <a:ea typeface="Meiryo UI" panose="020B0604030504040204" pitchFamily="50" charset="-128"/>
                        </a:rPr>
                        <a:t>安価・汎用</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r>
                        <a:rPr lang="en-US" altLang="ja-JP" sz="2300" b="0" noProof="0" dirty="0">
                          <a:latin typeface="Meiryo UI" panose="020B0604030504040204" pitchFamily="50" charset="-128"/>
                          <a:ea typeface="Meiryo UI" panose="020B0604030504040204" pitchFamily="50" charset="-128"/>
                        </a:rPr>
                        <a:t>iSCSI</a:t>
                      </a:r>
                      <a:r>
                        <a:rPr lang="ja-JP" altLang="en-US" sz="2300" b="0" noProof="0">
                          <a:latin typeface="Meiryo UI" panose="020B0604030504040204" pitchFamily="50" charset="-128"/>
                          <a:ea typeface="Meiryo UI" panose="020B0604030504040204" pitchFamily="50" charset="-128"/>
                        </a:rPr>
                        <a:t>・</a:t>
                      </a:r>
                      <a:r>
                        <a:rPr lang="en-US" altLang="ja-JP" sz="2300" b="0" noProof="0">
                          <a:latin typeface="Meiryo UI" panose="020B0604030504040204" pitchFamily="50" charset="-128"/>
                          <a:ea typeface="Meiryo UI" panose="020B0604030504040204" pitchFamily="50" charset="-128"/>
                        </a:rPr>
                        <a:t>LAN</a:t>
                      </a:r>
                      <a:r>
                        <a:rPr lang="ja-JP" altLang="en-US" sz="2300" b="0" noProof="0" dirty="0">
                          <a:latin typeface="Meiryo UI" panose="020B0604030504040204" pitchFamily="50" charset="-128"/>
                          <a:ea typeface="Meiryo UI" panose="020B0604030504040204" pitchFamily="50" charset="-128"/>
                        </a:rPr>
                        <a:t>スイッチを流用できる</a:t>
                      </a: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5882280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62B24-A592-8739-74E0-15C525AA38A1}"/>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6C2E901F-0E9C-B872-4E2E-98CF0EA382F5}"/>
              </a:ext>
            </a:extLst>
          </p:cNvPr>
          <p:cNvGraphicFramePr>
            <a:graphicFrameLocks noGrp="1"/>
          </p:cNvGraphicFramePr>
          <p:nvPr>
            <p:ph sz="quarter" idx="13"/>
            <p:extLst>
              <p:ext uri="{D42A27DB-BD31-4B8C-83A1-F6EECF244321}">
                <p14:modId xmlns:p14="http://schemas.microsoft.com/office/powerpoint/2010/main" val="3247094351"/>
              </p:ext>
            </p:extLst>
          </p:nvPr>
        </p:nvGraphicFramePr>
        <p:xfrm>
          <a:off x="869568" y="1102608"/>
          <a:ext cx="10452865" cy="5167566"/>
        </p:xfrm>
        <a:graphic>
          <a:graphicData uri="http://schemas.openxmlformats.org/drawingml/2006/table">
            <a:tbl>
              <a:tblPr firstRow="1" bandRow="1">
                <a:tableStyleId>{8A107856-5554-42FB-B03E-39F5DBC370BA}</a:tableStyleId>
              </a:tblPr>
              <a:tblGrid>
                <a:gridCol w="1775661">
                  <a:extLst>
                    <a:ext uri="{9D8B030D-6E8A-4147-A177-3AD203B41FA5}">
                      <a16:colId xmlns:a16="http://schemas.microsoft.com/office/drawing/2014/main" val="127040821"/>
                    </a:ext>
                  </a:extLst>
                </a:gridCol>
                <a:gridCol w="2106385">
                  <a:extLst>
                    <a:ext uri="{9D8B030D-6E8A-4147-A177-3AD203B41FA5}">
                      <a16:colId xmlns:a16="http://schemas.microsoft.com/office/drawing/2014/main" val="3472639139"/>
                    </a:ext>
                  </a:extLst>
                </a:gridCol>
                <a:gridCol w="1028700">
                  <a:extLst>
                    <a:ext uri="{9D8B030D-6E8A-4147-A177-3AD203B41FA5}">
                      <a16:colId xmlns:a16="http://schemas.microsoft.com/office/drawing/2014/main" val="738368328"/>
                    </a:ext>
                  </a:extLst>
                </a:gridCol>
                <a:gridCol w="5542119">
                  <a:extLst>
                    <a:ext uri="{9D8B030D-6E8A-4147-A177-3AD203B41FA5}">
                      <a16:colId xmlns:a16="http://schemas.microsoft.com/office/drawing/2014/main" val="2796128724"/>
                    </a:ext>
                  </a:extLst>
                </a:gridCol>
              </a:tblGrid>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263943985"/>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F2DAB-6E4D-93FD-125A-5C92B995491C}"/>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63C42ADA-0532-0522-2A89-250B8907E2EE}"/>
              </a:ext>
            </a:extLst>
          </p:cNvPr>
          <p:cNvGraphicFramePr>
            <a:graphicFrameLocks noGrp="1"/>
          </p:cNvGraphicFramePr>
          <p:nvPr>
            <p:ph sz="quarter" idx="13"/>
            <p:extLst>
              <p:ext uri="{D42A27DB-BD31-4B8C-83A1-F6EECF244321}">
                <p14:modId xmlns:p14="http://schemas.microsoft.com/office/powerpoint/2010/main" val="163958297"/>
              </p:ext>
            </p:extLst>
          </p:nvPr>
        </p:nvGraphicFramePr>
        <p:xfrm>
          <a:off x="869568" y="1102608"/>
          <a:ext cx="10452865" cy="5167566"/>
        </p:xfrm>
        <a:graphic>
          <a:graphicData uri="http://schemas.openxmlformats.org/drawingml/2006/table">
            <a:tbl>
              <a:tblPr firstRow="1" bandRow="1">
                <a:tableStyleId>{8A107856-5554-42FB-B03E-39F5DBC370BA}</a:tableStyleId>
              </a:tblPr>
              <a:tblGrid>
                <a:gridCol w="1269475">
                  <a:extLst>
                    <a:ext uri="{9D8B030D-6E8A-4147-A177-3AD203B41FA5}">
                      <a16:colId xmlns:a16="http://schemas.microsoft.com/office/drawing/2014/main" val="127040821"/>
                    </a:ext>
                  </a:extLst>
                </a:gridCol>
                <a:gridCol w="2481943">
                  <a:extLst>
                    <a:ext uri="{9D8B030D-6E8A-4147-A177-3AD203B41FA5}">
                      <a16:colId xmlns:a16="http://schemas.microsoft.com/office/drawing/2014/main" val="3472639139"/>
                    </a:ext>
                  </a:extLst>
                </a:gridCol>
                <a:gridCol w="1404257">
                  <a:extLst>
                    <a:ext uri="{9D8B030D-6E8A-4147-A177-3AD203B41FA5}">
                      <a16:colId xmlns:a16="http://schemas.microsoft.com/office/drawing/2014/main" val="738368328"/>
                    </a:ext>
                  </a:extLst>
                </a:gridCol>
                <a:gridCol w="5297190">
                  <a:extLst>
                    <a:ext uri="{9D8B030D-6E8A-4147-A177-3AD203B41FA5}">
                      <a16:colId xmlns:a16="http://schemas.microsoft.com/office/drawing/2014/main" val="2796128724"/>
                    </a:ext>
                  </a:extLst>
                </a:gridCol>
              </a:tblGrid>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88804734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E5264-2026-BC8E-E34D-3A62795CC84F}"/>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6E017FC4-C47D-44EA-6D2B-8B6FAFCF928B}"/>
              </a:ext>
            </a:extLst>
          </p:cNvPr>
          <p:cNvGraphicFramePr>
            <a:graphicFrameLocks noGrp="1"/>
          </p:cNvGraphicFramePr>
          <p:nvPr>
            <p:ph sz="quarter" idx="13"/>
            <p:extLst>
              <p:ext uri="{D42A27DB-BD31-4B8C-83A1-F6EECF244321}">
                <p14:modId xmlns:p14="http://schemas.microsoft.com/office/powerpoint/2010/main" val="2961470729"/>
              </p:ext>
            </p:extLst>
          </p:nvPr>
        </p:nvGraphicFramePr>
        <p:xfrm>
          <a:off x="869568" y="1102608"/>
          <a:ext cx="10452862" cy="5167566"/>
        </p:xfrm>
        <a:graphic>
          <a:graphicData uri="http://schemas.openxmlformats.org/drawingml/2006/table">
            <a:tbl>
              <a:tblPr firstRow="1" bandRow="1">
                <a:tableStyleId>{8A107856-5554-42FB-B03E-39F5DBC370BA}</a:tableStyleId>
              </a:tblPr>
              <a:tblGrid>
                <a:gridCol w="852523">
                  <a:extLst>
                    <a:ext uri="{9D8B030D-6E8A-4147-A177-3AD203B41FA5}">
                      <a16:colId xmlns:a16="http://schemas.microsoft.com/office/drawing/2014/main" val="127040821"/>
                    </a:ext>
                  </a:extLst>
                </a:gridCol>
                <a:gridCol w="1451439">
                  <a:extLst>
                    <a:ext uri="{9D8B030D-6E8A-4147-A177-3AD203B41FA5}">
                      <a16:colId xmlns:a16="http://schemas.microsoft.com/office/drawing/2014/main" val="3472639139"/>
                    </a:ext>
                  </a:extLst>
                </a:gridCol>
                <a:gridCol w="2037225">
                  <a:extLst>
                    <a:ext uri="{9D8B030D-6E8A-4147-A177-3AD203B41FA5}">
                      <a16:colId xmlns:a16="http://schemas.microsoft.com/office/drawing/2014/main" val="738368328"/>
                    </a:ext>
                  </a:extLst>
                </a:gridCol>
                <a:gridCol w="2037225">
                  <a:extLst>
                    <a:ext uri="{9D8B030D-6E8A-4147-A177-3AD203B41FA5}">
                      <a16:colId xmlns:a16="http://schemas.microsoft.com/office/drawing/2014/main" val="309606917"/>
                    </a:ext>
                  </a:extLst>
                </a:gridCol>
                <a:gridCol w="2037225">
                  <a:extLst>
                    <a:ext uri="{9D8B030D-6E8A-4147-A177-3AD203B41FA5}">
                      <a16:colId xmlns:a16="http://schemas.microsoft.com/office/drawing/2014/main" val="708545438"/>
                    </a:ext>
                  </a:extLst>
                </a:gridCol>
                <a:gridCol w="2037225">
                  <a:extLst>
                    <a:ext uri="{9D8B030D-6E8A-4147-A177-3AD203B41FA5}">
                      <a16:colId xmlns:a16="http://schemas.microsoft.com/office/drawing/2014/main" val="175715092"/>
                    </a:ext>
                  </a:extLst>
                </a:gridCol>
              </a:tblGrid>
              <a:tr h="861261">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4003817282"/>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A2529-A811-C0DE-15BF-8F0E8CECF294}"/>
            </a:ext>
          </a:extLst>
        </p:cNvPr>
        <p:cNvGrpSpPr/>
        <p:nvPr/>
      </p:nvGrpSpPr>
      <p:grpSpPr>
        <a:xfrm>
          <a:off x="0" y="0"/>
          <a:ext cx="0" cy="0"/>
          <a:chOff x="0" y="0"/>
          <a:chExt cx="0" cy="0"/>
        </a:xfrm>
      </p:grpSpPr>
      <p:graphicFrame>
        <p:nvGraphicFramePr>
          <p:cNvPr id="8" name="表プレースホルダー 2">
            <a:extLst>
              <a:ext uri="{FF2B5EF4-FFF2-40B4-BE49-F238E27FC236}">
                <a16:creationId xmlns:a16="http://schemas.microsoft.com/office/drawing/2014/main" id="{BAB041B4-37B0-EC45-793F-5DC42E30B204}"/>
              </a:ext>
            </a:extLst>
          </p:cNvPr>
          <p:cNvGraphicFramePr>
            <a:graphicFrameLocks noGrp="1"/>
          </p:cNvGraphicFramePr>
          <p:nvPr>
            <p:ph sz="quarter" idx="13"/>
          </p:nvPr>
        </p:nvGraphicFramePr>
        <p:xfrm>
          <a:off x="869568" y="1102608"/>
          <a:ext cx="10452862" cy="5167566"/>
        </p:xfrm>
        <a:graphic>
          <a:graphicData uri="http://schemas.openxmlformats.org/drawingml/2006/table">
            <a:tbl>
              <a:tblPr firstRow="1" bandRow="1">
                <a:tableStyleId>{8A107856-5554-42FB-B03E-39F5DBC370BA}</a:tableStyleId>
              </a:tblPr>
              <a:tblGrid>
                <a:gridCol w="852523">
                  <a:extLst>
                    <a:ext uri="{9D8B030D-6E8A-4147-A177-3AD203B41FA5}">
                      <a16:colId xmlns:a16="http://schemas.microsoft.com/office/drawing/2014/main" val="127040821"/>
                    </a:ext>
                  </a:extLst>
                </a:gridCol>
                <a:gridCol w="1451439">
                  <a:extLst>
                    <a:ext uri="{9D8B030D-6E8A-4147-A177-3AD203B41FA5}">
                      <a16:colId xmlns:a16="http://schemas.microsoft.com/office/drawing/2014/main" val="3472639139"/>
                    </a:ext>
                  </a:extLst>
                </a:gridCol>
                <a:gridCol w="2037225">
                  <a:extLst>
                    <a:ext uri="{9D8B030D-6E8A-4147-A177-3AD203B41FA5}">
                      <a16:colId xmlns:a16="http://schemas.microsoft.com/office/drawing/2014/main" val="738368328"/>
                    </a:ext>
                  </a:extLst>
                </a:gridCol>
                <a:gridCol w="2037225">
                  <a:extLst>
                    <a:ext uri="{9D8B030D-6E8A-4147-A177-3AD203B41FA5}">
                      <a16:colId xmlns:a16="http://schemas.microsoft.com/office/drawing/2014/main" val="309606917"/>
                    </a:ext>
                  </a:extLst>
                </a:gridCol>
                <a:gridCol w="2037225">
                  <a:extLst>
                    <a:ext uri="{9D8B030D-6E8A-4147-A177-3AD203B41FA5}">
                      <a16:colId xmlns:a16="http://schemas.microsoft.com/office/drawing/2014/main" val="708545438"/>
                    </a:ext>
                  </a:extLst>
                </a:gridCol>
                <a:gridCol w="2037225">
                  <a:extLst>
                    <a:ext uri="{9D8B030D-6E8A-4147-A177-3AD203B41FA5}">
                      <a16:colId xmlns:a16="http://schemas.microsoft.com/office/drawing/2014/main" val="175715092"/>
                    </a:ext>
                  </a:extLst>
                </a:gridCol>
              </a:tblGrid>
              <a:tr h="861261">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298013591"/>
                  </a:ext>
                </a:extLst>
              </a:tr>
              <a:tr h="861261">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873867931"/>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85209771"/>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067657688"/>
                  </a:ext>
                </a:extLst>
              </a:tr>
              <a:tr h="861261">
                <a:tc>
                  <a:txBody>
                    <a:bodyPr/>
                    <a:lstStyle>
                      <a:defPPr>
                        <a:defRPr lang="ja-JP"/>
                      </a:defP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defPPr>
                        <a:defRPr lang="ja-JP"/>
                      </a:defP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4061031278"/>
                  </a:ext>
                </a:extLst>
              </a:tr>
              <a:tr h="861261">
                <a:tc>
                  <a:txBody>
                    <a:bodyPr/>
                    <a:lstStyle/>
                    <a:p>
                      <a:pPr algn="ctr" rtl="0"/>
                      <a:endParaRPr lang="ja-JP" altLang="en-US"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tc>
                  <a:txBody>
                    <a:bodyPr/>
                    <a:lstStyle/>
                    <a:p>
                      <a:pPr algn="ctr" rtl="0"/>
                      <a:endParaRPr lang="en-US" altLang="ja-JP" sz="2300" b="0" noProof="0" dirty="0">
                        <a:solidFill>
                          <a:schemeClr val="bg1"/>
                        </a:solidFill>
                        <a:latin typeface="Meiryo UI" panose="020B0604030504040204" pitchFamily="50" charset="-128"/>
                        <a:ea typeface="Meiryo UI" panose="020B0604030504040204" pitchFamily="50" charset="-128"/>
                      </a:endParaRPr>
                    </a:p>
                  </a:txBody>
                  <a:tcPr marL="117478" marR="117478" marT="58740" marB="58740" anchor="ctr"/>
                </a:tc>
                <a:extLst>
                  <a:ext uri="{0D108BD9-81ED-4DB2-BD59-A6C34878D82A}">
                    <a16:rowId xmlns:a16="http://schemas.microsoft.com/office/drawing/2014/main" val="317408438"/>
                  </a:ext>
                </a:extLst>
              </a:tr>
            </a:tbl>
          </a:graphicData>
        </a:graphic>
      </p:graphicFrame>
    </p:spTree>
    <p:extLst>
      <p:ext uri="{BB962C8B-B14F-4D97-AF65-F5344CB8AC3E}">
        <p14:creationId xmlns:p14="http://schemas.microsoft.com/office/powerpoint/2010/main" val="8726309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96264B-5E0F-4C44-2E54-F2299D45EF5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A303CE9-D76F-BBBF-9EC1-C0887AA460F7}"/>
              </a:ext>
            </a:extLst>
          </p:cNvPr>
          <p:cNvSpPr>
            <a:spLocks noGrp="1"/>
          </p:cNvSpPr>
          <p:nvPr>
            <p:ph type="title"/>
          </p:nvPr>
        </p:nvSpPr>
        <p:spPr>
          <a:xfrm>
            <a:off x="1206817" y="1643466"/>
            <a:ext cx="9778365" cy="3893038"/>
          </a:xfrm>
        </p:spPr>
        <p:txBody>
          <a:bodyPr rtlCol="0" anchor="b">
            <a:noAutofit/>
          </a:bodyPr>
          <a:lstStyle>
            <a:defPPr>
              <a:defRPr lang="ja-JP"/>
            </a:defPPr>
          </a:lstStyle>
          <a:p>
            <a:pPr rtl="0"/>
            <a:r>
              <a:rPr lang="ja-JP" altLang="en-US" sz="15000" dirty="0"/>
              <a:t>これ以降は無視</a:t>
            </a:r>
            <a:endParaRPr lang="ja-JP" sz="15000" dirty="0"/>
          </a:p>
        </p:txBody>
      </p:sp>
    </p:spTree>
    <p:extLst>
      <p:ext uri="{BB962C8B-B14F-4D97-AF65-F5344CB8AC3E}">
        <p14:creationId xmlns:p14="http://schemas.microsoft.com/office/powerpoint/2010/main" val="354826437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1A357-E169-E9D3-5671-090C81DCF103}"/>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431E83AB-4D37-FEED-C965-2F5751F4A0D1}"/>
              </a:ext>
            </a:extLst>
          </p:cNvPr>
          <p:cNvSpPr>
            <a:spLocks noGrp="1"/>
          </p:cNvSpPr>
          <p:nvPr>
            <p:ph type="title"/>
          </p:nvPr>
        </p:nvSpPr>
        <p:spPr>
          <a:xfrm>
            <a:off x="594360" y="202400"/>
            <a:ext cx="10972800" cy="1570325"/>
          </a:xfrm>
        </p:spPr>
        <p:txBody>
          <a:bodyPr rtlCol="0" anchor="b">
            <a:normAutofit/>
          </a:bodyPr>
          <a:lstStyle>
            <a:defPPr>
              <a:defRPr lang="ja-JP"/>
            </a:defPPr>
          </a:lstStyle>
          <a:p>
            <a:pPr rtl="0"/>
            <a:r>
              <a:rPr lang="ja-JP" altLang="en-US" dirty="0"/>
              <a:t>ポートとは</a:t>
            </a:r>
            <a:endParaRPr lang="ja-JP" dirty="0"/>
          </a:p>
        </p:txBody>
      </p:sp>
      <p:graphicFrame>
        <p:nvGraphicFramePr>
          <p:cNvPr id="9" name="コンテンツ プレースホルダー 3">
            <a:extLst>
              <a:ext uri="{FF2B5EF4-FFF2-40B4-BE49-F238E27FC236}">
                <a16:creationId xmlns:a16="http://schemas.microsoft.com/office/drawing/2014/main" id="{F2D2BB6D-4694-73DE-F4D5-759688009E34}"/>
              </a:ext>
            </a:extLst>
          </p:cNvPr>
          <p:cNvGraphicFramePr>
            <a:graphicFrameLocks noGrp="1"/>
          </p:cNvGraphicFramePr>
          <p:nvPr>
            <p:ph type="tbl" sz="quarter" idx="10"/>
            <p:extLst>
              <p:ext uri="{D42A27DB-BD31-4B8C-83A1-F6EECF244321}">
                <p14:modId xmlns:p14="http://schemas.microsoft.com/office/powerpoint/2010/main" val="1973941862"/>
              </p:ext>
            </p:extLst>
          </p:nvPr>
        </p:nvGraphicFramePr>
        <p:xfrm>
          <a:off x="594360" y="2628629"/>
          <a:ext cx="10972800" cy="36367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018813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35B68-DDF3-DD25-4EC7-2B33CD2F6C70}"/>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3FF48EAB-42A1-E3B7-3D77-AD57A029DF3D}"/>
              </a:ext>
            </a:extLst>
          </p:cNvPr>
          <p:cNvSpPr>
            <a:spLocks noGrp="1"/>
          </p:cNvSpPr>
          <p:nvPr>
            <p:ph type="title"/>
          </p:nvPr>
        </p:nvSpPr>
        <p:spPr>
          <a:xfrm>
            <a:off x="594360" y="202400"/>
            <a:ext cx="10972800" cy="1570325"/>
          </a:xfrm>
        </p:spPr>
        <p:txBody>
          <a:bodyPr rtlCol="0" anchor="b">
            <a:normAutofit/>
          </a:bodyPr>
          <a:lstStyle>
            <a:defPPr>
              <a:defRPr lang="ja-JP"/>
            </a:defPPr>
          </a:lstStyle>
          <a:p>
            <a:pPr rtl="0"/>
            <a:r>
              <a:rPr lang="ja-JP" altLang="en-US" dirty="0"/>
              <a:t>ポートとは</a:t>
            </a:r>
            <a:endParaRPr lang="ja-JP" dirty="0"/>
          </a:p>
        </p:txBody>
      </p:sp>
      <p:graphicFrame>
        <p:nvGraphicFramePr>
          <p:cNvPr id="8" name="コンテンツ プレースホルダー 3">
            <a:extLst>
              <a:ext uri="{FF2B5EF4-FFF2-40B4-BE49-F238E27FC236}">
                <a16:creationId xmlns:a16="http://schemas.microsoft.com/office/drawing/2014/main" id="{0914C75A-4365-B5AA-B56B-9F6C4F6919F8}"/>
              </a:ext>
            </a:extLst>
          </p:cNvPr>
          <p:cNvGraphicFramePr>
            <a:graphicFrameLocks noGrp="1"/>
          </p:cNvGraphicFramePr>
          <p:nvPr>
            <p:ph type="tbl" sz="quarter" idx="10"/>
          </p:nvPr>
        </p:nvGraphicFramePr>
        <p:xfrm>
          <a:off x="594360" y="2628629"/>
          <a:ext cx="10972800" cy="36367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657002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0BD29B5-1B58-809F-FEA7-B82105E94664}"/>
              </a:ext>
            </a:extLst>
          </p:cNvPr>
          <p:cNvSpPr>
            <a:spLocks noGrp="1"/>
          </p:cNvSpPr>
          <p:nvPr>
            <p:ph type="title"/>
          </p:nvPr>
        </p:nvSpPr>
        <p:spPr>
          <a:xfrm>
            <a:off x="6318885" y="3499667"/>
            <a:ext cx="4626206" cy="2542810"/>
          </a:xfrm>
        </p:spPr>
        <p:txBody>
          <a:bodyPr rtlCol="0"/>
          <a:lstStyle>
            <a:defPPr>
              <a:defRPr lang="ja-JP"/>
            </a:defPPr>
          </a:lstStyle>
          <a:p>
            <a:pPr rtl="0">
              <a:lnSpc>
                <a:spcPct val="100000"/>
              </a:lnSpc>
            </a:pPr>
            <a:r>
              <a:rPr lang="ja-JP" dirty="0"/>
              <a:t>Q&amp;A セッションのナビゲート</a:t>
            </a:r>
          </a:p>
        </p:txBody>
      </p:sp>
      <p:sp>
        <p:nvSpPr>
          <p:cNvPr id="4" name="コンテンツ プレースホルダー 3">
            <a:extLst>
              <a:ext uri="{FF2B5EF4-FFF2-40B4-BE49-F238E27FC236}">
                <a16:creationId xmlns:a16="http://schemas.microsoft.com/office/drawing/2014/main" id="{07C3632C-2D2E-7026-33B8-EE42DA4BDB5C}"/>
              </a:ext>
            </a:extLst>
          </p:cNvPr>
          <p:cNvSpPr>
            <a:spLocks noGrp="1"/>
          </p:cNvSpPr>
          <p:nvPr>
            <p:ph sz="quarter" idx="14"/>
          </p:nvPr>
        </p:nvSpPr>
        <p:spPr>
          <a:xfrm>
            <a:off x="603885" y="457201"/>
            <a:ext cx="5198269" cy="2305050"/>
          </a:xfrm>
        </p:spPr>
        <p:txBody>
          <a:bodyPr rtlCol="0"/>
          <a:lstStyle>
            <a:defPPr>
              <a:defRPr lang="ja-JP"/>
            </a:defPPr>
          </a:lstStyle>
          <a:p>
            <a:pPr rtl="0"/>
            <a:r>
              <a:rPr lang="ja-JP"/>
              <a:t>事前に資料を把握する</a:t>
            </a:r>
          </a:p>
          <a:p>
            <a:pPr rtl="0"/>
            <a:r>
              <a:rPr lang="ja-JP"/>
              <a:t>よくある質問を想定しておく</a:t>
            </a:r>
          </a:p>
          <a:p>
            <a:pPr rtl="0"/>
            <a:r>
              <a:rPr lang="ja-JP"/>
              <a:t>返答の練習をする</a:t>
            </a:r>
          </a:p>
        </p:txBody>
      </p:sp>
      <p:sp>
        <p:nvSpPr>
          <p:cNvPr id="3" name="コンテンツ プレースホルダー 2">
            <a:extLst>
              <a:ext uri="{FF2B5EF4-FFF2-40B4-BE49-F238E27FC236}">
                <a16:creationId xmlns:a16="http://schemas.microsoft.com/office/drawing/2014/main" id="{8B599B60-BF79-A832-6AD4-6C6FC6CE4317}"/>
              </a:ext>
            </a:extLst>
          </p:cNvPr>
          <p:cNvSpPr>
            <a:spLocks noGrp="1"/>
          </p:cNvSpPr>
          <p:nvPr>
            <p:ph sz="quarter" idx="15"/>
          </p:nvPr>
        </p:nvSpPr>
        <p:spPr>
          <a:xfrm>
            <a:off x="594360" y="2810595"/>
            <a:ext cx="5198269" cy="3319513"/>
          </a:xfrm>
        </p:spPr>
        <p:txBody>
          <a:bodyPr rtlCol="0">
            <a:normAutofit/>
          </a:bodyPr>
          <a:lstStyle>
            <a:defPPr>
              <a:defRPr lang="ja-JP"/>
            </a:defPPr>
          </a:lstStyle>
          <a:p>
            <a:pPr rtl="0"/>
            <a:r>
              <a:rPr lang="ja-JP"/>
              <a:t>Q&amp;A セッションで落ち着きを保つことは、確信と威厳を醸し出すのに不可欠です。落ち着きを保つためのヒントは以下のとおりです。</a:t>
            </a:r>
          </a:p>
          <a:p>
            <a:pPr lvl="1" rtl="0"/>
            <a:r>
              <a:rPr lang="ja-JP"/>
              <a:t>冷静になる</a:t>
            </a:r>
          </a:p>
          <a:p>
            <a:pPr lvl="1" rtl="0"/>
            <a:r>
              <a:rPr lang="ja-JP"/>
              <a:t>アクティブ リスニングをする</a:t>
            </a:r>
          </a:p>
          <a:p>
            <a:pPr lvl="1" rtl="0"/>
            <a:r>
              <a:rPr lang="ja-JP"/>
              <a:t>少し時間をとって振り返る</a:t>
            </a:r>
          </a:p>
          <a:p>
            <a:pPr lvl="1" rtl="0"/>
            <a:r>
              <a:rPr lang="ja-JP"/>
              <a:t>アイコンタクトを保つ</a:t>
            </a:r>
          </a:p>
        </p:txBody>
      </p:sp>
    </p:spTree>
    <p:extLst>
      <p:ext uri="{BB962C8B-B14F-4D97-AF65-F5344CB8AC3E}">
        <p14:creationId xmlns:p14="http://schemas.microsoft.com/office/powerpoint/2010/main" val="308822533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CE01A-7DF4-86F3-FCBF-6B0AD2158E8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5FC2DA4-D0C4-89CF-1954-F033B54D86BA}"/>
              </a:ext>
            </a:extLst>
          </p:cNvPr>
          <p:cNvSpPr>
            <a:spLocks noGrp="1"/>
          </p:cNvSpPr>
          <p:nvPr>
            <p:ph type="title"/>
          </p:nvPr>
        </p:nvSpPr>
        <p:spPr>
          <a:xfrm>
            <a:off x="594360" y="202400"/>
            <a:ext cx="10972800" cy="1570325"/>
          </a:xfrm>
        </p:spPr>
        <p:txBody>
          <a:bodyPr rtlCol="0" anchor="b">
            <a:normAutofit/>
          </a:bodyPr>
          <a:lstStyle>
            <a:defPPr>
              <a:defRPr lang="ja-JP"/>
            </a:defPPr>
          </a:lstStyle>
          <a:p>
            <a:pPr rtl="0"/>
            <a:r>
              <a:rPr lang="ja-JP" altLang="en-US" dirty="0"/>
              <a:t>動的グローバル</a:t>
            </a:r>
            <a:r>
              <a:rPr lang="en-US" altLang="ja-JP" dirty="0"/>
              <a:t>IP</a:t>
            </a:r>
            <a:r>
              <a:rPr lang="ja-JP" altLang="en-US" dirty="0"/>
              <a:t>アドレスへのアクセス</a:t>
            </a:r>
            <a:endParaRPr lang="ja-JP" altLang="ja-JP" dirty="0"/>
          </a:p>
        </p:txBody>
      </p:sp>
      <p:graphicFrame>
        <p:nvGraphicFramePr>
          <p:cNvPr id="6" name="テキスト プレースホルダー 2">
            <a:extLst>
              <a:ext uri="{FF2B5EF4-FFF2-40B4-BE49-F238E27FC236}">
                <a16:creationId xmlns:a16="http://schemas.microsoft.com/office/drawing/2014/main" id="{2CBAC8E5-22CD-E76B-1AF6-EA9663737BF7}"/>
              </a:ext>
            </a:extLst>
          </p:cNvPr>
          <p:cNvGraphicFramePr>
            <a:graphicFrameLocks noGrp="1"/>
          </p:cNvGraphicFramePr>
          <p:nvPr>
            <p:ph type="tbl" sz="quarter" idx="10"/>
          </p:nvPr>
        </p:nvGraphicFramePr>
        <p:xfrm>
          <a:off x="594360" y="2628629"/>
          <a:ext cx="10972800" cy="36367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63846063"/>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76A9A9A7-F1D2-237D-AC72-E21A286F0A6F}"/>
              </a:ext>
            </a:extLst>
          </p:cNvPr>
          <p:cNvSpPr>
            <a:spLocks noGrp="1"/>
          </p:cNvSpPr>
          <p:nvPr>
            <p:ph type="title"/>
          </p:nvPr>
        </p:nvSpPr>
        <p:spPr>
          <a:xfrm>
            <a:off x="3661409" y="4661717"/>
            <a:ext cx="7616191" cy="1380760"/>
          </a:xfrm>
        </p:spPr>
        <p:txBody>
          <a:bodyPr rtlCol="0"/>
          <a:lstStyle>
            <a:defPPr>
              <a:defRPr lang="ja-JP"/>
            </a:defPPr>
          </a:lstStyle>
          <a:p>
            <a:pPr rtl="0">
              <a:lnSpc>
                <a:spcPct val="90000"/>
              </a:lnSpc>
            </a:pPr>
            <a:r>
              <a:rPr lang="ja-JP" dirty="0"/>
              <a:t>ダイナミックなプレゼンテーションの提供</a:t>
            </a:r>
          </a:p>
        </p:txBody>
      </p:sp>
      <p:sp>
        <p:nvSpPr>
          <p:cNvPr id="4" name="コンテンツ プレースホルダー 3">
            <a:extLst>
              <a:ext uri="{FF2B5EF4-FFF2-40B4-BE49-F238E27FC236}">
                <a16:creationId xmlns:a16="http://schemas.microsoft.com/office/drawing/2014/main" id="{CDB14AAA-1F04-769D-E7F0-4F68C8EB9283}"/>
              </a:ext>
            </a:extLst>
          </p:cNvPr>
          <p:cNvSpPr>
            <a:spLocks noGrp="1"/>
          </p:cNvSpPr>
          <p:nvPr>
            <p:ph sz="quarter" idx="14"/>
          </p:nvPr>
        </p:nvSpPr>
        <p:spPr>
          <a:xfrm>
            <a:off x="603885" y="584005"/>
            <a:ext cx="2825115" cy="3999060"/>
          </a:xfrm>
        </p:spPr>
        <p:txBody>
          <a:bodyPr rtlCol="0"/>
          <a:lstStyle>
            <a:defPPr>
              <a:defRPr lang="ja-JP"/>
            </a:defPPr>
          </a:lstStyle>
          <a:p>
            <a:pPr rtl="0"/>
            <a:r>
              <a:rPr lang="ja-JP" dirty="0"/>
              <a:t>プレゼンテーションの提供にエネルギーを注ぎ込み、長く印象を残す方法について学びます。</a:t>
            </a:r>
          </a:p>
          <a:p>
            <a:pPr rtl="0"/>
            <a:r>
              <a:rPr lang="ja-JP" dirty="0"/>
              <a:t>効果的なコミュニケーションの目標の 1 つは、聞き手に意欲を起こさせることです。</a:t>
            </a:r>
          </a:p>
        </p:txBody>
      </p:sp>
      <p:graphicFrame>
        <p:nvGraphicFramePr>
          <p:cNvPr id="8" name="表プレースホルダー 2">
            <a:extLst>
              <a:ext uri="{FF2B5EF4-FFF2-40B4-BE49-F238E27FC236}">
                <a16:creationId xmlns:a16="http://schemas.microsoft.com/office/drawing/2014/main" id="{C60AA2D2-28D7-69D7-F6C5-B31DAD3332C1}"/>
              </a:ext>
            </a:extLst>
          </p:cNvPr>
          <p:cNvGraphicFramePr>
            <a:graphicFrameLocks noGrp="1"/>
          </p:cNvGraphicFramePr>
          <p:nvPr>
            <p:ph sz="quarter" idx="13"/>
            <p:extLst>
              <p:ext uri="{D42A27DB-BD31-4B8C-83A1-F6EECF244321}">
                <p14:modId xmlns:p14="http://schemas.microsoft.com/office/powerpoint/2010/main" val="3271790360"/>
              </p:ext>
            </p:extLst>
          </p:nvPr>
        </p:nvGraphicFramePr>
        <p:xfrm>
          <a:off x="3670300" y="584200"/>
          <a:ext cx="7930340" cy="3964681"/>
        </p:xfrm>
        <a:graphic>
          <a:graphicData uri="http://schemas.openxmlformats.org/drawingml/2006/table">
            <a:tbl>
              <a:tblPr firstRow="1" bandRow="1">
                <a:tableStyleId>{8A107856-5554-42FB-B03E-39F5DBC370BA}</a:tableStyleId>
              </a:tblPr>
              <a:tblGrid>
                <a:gridCol w="2453409">
                  <a:extLst>
                    <a:ext uri="{9D8B030D-6E8A-4147-A177-3AD203B41FA5}">
                      <a16:colId xmlns:a16="http://schemas.microsoft.com/office/drawing/2014/main" val="127040821"/>
                    </a:ext>
                  </a:extLst>
                </a:gridCol>
                <a:gridCol w="2022764">
                  <a:extLst>
                    <a:ext uri="{9D8B030D-6E8A-4147-A177-3AD203B41FA5}">
                      <a16:colId xmlns:a16="http://schemas.microsoft.com/office/drawing/2014/main" val="149845700"/>
                    </a:ext>
                  </a:extLst>
                </a:gridCol>
                <a:gridCol w="1616363">
                  <a:extLst>
                    <a:ext uri="{9D8B030D-6E8A-4147-A177-3AD203B41FA5}">
                      <a16:colId xmlns:a16="http://schemas.microsoft.com/office/drawing/2014/main" val="3119692462"/>
                    </a:ext>
                  </a:extLst>
                </a:gridCol>
                <a:gridCol w="1837804">
                  <a:extLst>
                    <a:ext uri="{9D8B030D-6E8A-4147-A177-3AD203B41FA5}">
                      <a16:colId xmlns:a16="http://schemas.microsoft.com/office/drawing/2014/main" val="3472639139"/>
                    </a:ext>
                  </a:extLst>
                </a:gridCol>
              </a:tblGrid>
              <a:tr h="511373">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指標</a:t>
                      </a:r>
                    </a:p>
                  </a:txBody>
                  <a:tcPr anchor="ctr"/>
                </a:tc>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測定</a:t>
                      </a:r>
                    </a:p>
                  </a:txBody>
                  <a:tcPr anchor="ctr"/>
                </a:tc>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目標</a:t>
                      </a:r>
                    </a:p>
                  </a:txBody>
                  <a:tcPr anchor="ctr"/>
                </a:tc>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実績</a:t>
                      </a:r>
                    </a:p>
                  </a:txBody>
                  <a:tcPr anchor="ctr"/>
                </a:tc>
                <a:extLst>
                  <a:ext uri="{0D108BD9-81ED-4DB2-BD59-A6C34878D82A}">
                    <a16:rowId xmlns:a16="http://schemas.microsoft.com/office/drawing/2014/main" val="3298013591"/>
                  </a:ext>
                </a:extLst>
              </a:tr>
              <a:tr h="708914">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聴衆者数</a:t>
                      </a:r>
                    </a:p>
                  </a:txBody>
                  <a:tcPr anchor="ctr"/>
                </a:tc>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出席者数</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150</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120</a:t>
                      </a:r>
                    </a:p>
                  </a:txBody>
                  <a:tcPr anchor="ctr"/>
                </a:tc>
                <a:extLst>
                  <a:ext uri="{0D108BD9-81ED-4DB2-BD59-A6C34878D82A}">
                    <a16:rowId xmlns:a16="http://schemas.microsoft.com/office/drawing/2014/main" val="3873867931"/>
                  </a:ext>
                </a:extLst>
              </a:tr>
              <a:tr h="708914">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エンゲージメント時間</a:t>
                      </a:r>
                    </a:p>
                  </a:txBody>
                  <a:tcPr anchor="ctr"/>
                </a:tc>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分</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60</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75</a:t>
                      </a:r>
                    </a:p>
                  </a:txBody>
                  <a:tcPr anchor="ctr"/>
                </a:tc>
                <a:extLst>
                  <a:ext uri="{0D108BD9-81ED-4DB2-BD59-A6C34878D82A}">
                    <a16:rowId xmlns:a16="http://schemas.microsoft.com/office/drawing/2014/main" val="85209771"/>
                  </a:ext>
                </a:extLst>
              </a:tr>
              <a:tr h="511373">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Q&amp;A </a:t>
                      </a:r>
                      <a:r>
                        <a:rPr lang="ja-JP" altLang="en-US" b="0" noProof="0" dirty="0">
                          <a:latin typeface="Meiryo UI" panose="020B0604030504040204" pitchFamily="50" charset="-128"/>
                          <a:ea typeface="Meiryo UI" panose="020B0604030504040204" pitchFamily="50" charset="-128"/>
                        </a:rPr>
                        <a:t>のやり取り</a:t>
                      </a:r>
                    </a:p>
                  </a:txBody>
                  <a:tcPr anchor="ctr"/>
                </a:tc>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質問数</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10</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15</a:t>
                      </a:r>
                    </a:p>
                  </a:txBody>
                  <a:tcPr anchor="ctr"/>
                </a:tc>
                <a:extLst>
                  <a:ext uri="{0D108BD9-81ED-4DB2-BD59-A6C34878D82A}">
                    <a16:rowId xmlns:a16="http://schemas.microsoft.com/office/drawing/2014/main" val="4061031278"/>
                  </a:ext>
                </a:extLst>
              </a:tr>
              <a:tr h="511373">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ポジティブなフィードバック</a:t>
                      </a:r>
                    </a:p>
                  </a:txBody>
                  <a:tcPr anchor="ctr"/>
                </a:tc>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パーセンテージ </a:t>
                      </a:r>
                      <a:r>
                        <a:rPr lang="en-US" altLang="ja-JP" b="0" noProof="0" dirty="0">
                          <a:latin typeface="Meiryo UI" panose="020B0604030504040204" pitchFamily="50" charset="-128"/>
                          <a:ea typeface="Meiryo UI" panose="020B0604030504040204" pitchFamily="50" charset="-128"/>
                        </a:rPr>
                        <a:t>(%)</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90</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95</a:t>
                      </a:r>
                    </a:p>
                  </a:txBody>
                  <a:tcPr anchor="ctr"/>
                </a:tc>
                <a:extLst>
                  <a:ext uri="{0D108BD9-81ED-4DB2-BD59-A6C34878D82A}">
                    <a16:rowId xmlns:a16="http://schemas.microsoft.com/office/drawing/2014/main" val="3591840781"/>
                  </a:ext>
                </a:extLst>
              </a:tr>
              <a:tr h="1012734">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情報保持率</a:t>
                      </a:r>
                    </a:p>
                  </a:txBody>
                  <a:tcPr anchor="ctr"/>
                </a:tc>
                <a:tc>
                  <a:txBody>
                    <a:bodyPr/>
                    <a:lstStyle>
                      <a:defPPr>
                        <a:defRPr lang="ja-JP"/>
                      </a:defPPr>
                    </a:lstStyle>
                    <a:p>
                      <a:pPr algn="ctr" rtl="0"/>
                      <a:r>
                        <a:rPr lang="ja-JP" altLang="en-US" b="0" noProof="0" dirty="0">
                          <a:latin typeface="Meiryo UI" panose="020B0604030504040204" pitchFamily="50" charset="-128"/>
                          <a:ea typeface="Meiryo UI" panose="020B0604030504040204" pitchFamily="50" charset="-128"/>
                        </a:rPr>
                        <a:t>パーセンテージ </a:t>
                      </a:r>
                      <a:r>
                        <a:rPr lang="en-US" altLang="ja-JP" b="0" noProof="0" dirty="0">
                          <a:latin typeface="Meiryo UI" panose="020B0604030504040204" pitchFamily="50" charset="-128"/>
                          <a:ea typeface="Meiryo UI" panose="020B0604030504040204" pitchFamily="50" charset="-128"/>
                        </a:rPr>
                        <a:t>(%)</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80</a:t>
                      </a:r>
                    </a:p>
                  </a:txBody>
                  <a:tcPr anchor="ctr"/>
                </a:tc>
                <a:tc>
                  <a:txBody>
                    <a:bodyPr/>
                    <a:lstStyle>
                      <a:defPPr>
                        <a:defRPr lang="ja-JP"/>
                      </a:defPPr>
                    </a:lstStyle>
                    <a:p>
                      <a:pPr algn="ctr" rtl="0"/>
                      <a:r>
                        <a:rPr lang="en-US" altLang="ja-JP" b="0" noProof="0" dirty="0">
                          <a:latin typeface="Meiryo UI" panose="020B0604030504040204" pitchFamily="50" charset="-128"/>
                          <a:ea typeface="Meiryo UI" panose="020B0604030504040204" pitchFamily="50" charset="-128"/>
                        </a:rPr>
                        <a:t>85</a:t>
                      </a:r>
                    </a:p>
                  </a:txBody>
                  <a:tcPr anchor="ctr"/>
                </a:tc>
                <a:extLst>
                  <a:ext uri="{0D108BD9-81ED-4DB2-BD59-A6C34878D82A}">
                    <a16:rowId xmlns:a16="http://schemas.microsoft.com/office/drawing/2014/main" val="335389741"/>
                  </a:ext>
                </a:extLst>
              </a:tr>
            </a:tbl>
          </a:graphicData>
        </a:graphic>
      </p:graphicFrame>
    </p:spTree>
    <p:extLst>
      <p:ext uri="{BB962C8B-B14F-4D97-AF65-F5344CB8AC3E}">
        <p14:creationId xmlns:p14="http://schemas.microsoft.com/office/powerpoint/2010/main" val="412769514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220C4-4FA1-E784-BAC7-E6093F236A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F73880D-E58E-E2B5-9ABD-87AC1321295E}"/>
              </a:ext>
            </a:extLst>
          </p:cNvPr>
          <p:cNvSpPr>
            <a:spLocks noGrp="1"/>
          </p:cNvSpPr>
          <p:nvPr>
            <p:ph type="title"/>
          </p:nvPr>
        </p:nvSpPr>
        <p:spPr>
          <a:xfrm>
            <a:off x="3661409" y="4661717"/>
            <a:ext cx="7936230" cy="1380760"/>
          </a:xfrm>
        </p:spPr>
        <p:txBody>
          <a:bodyPr rtlCol="0" anchor="b">
            <a:normAutofit/>
          </a:bodyPr>
          <a:lstStyle>
            <a:defPPr>
              <a:defRPr lang="ja-JP"/>
            </a:defPPr>
          </a:lstStyle>
          <a:p>
            <a:pPr rtl="0"/>
            <a:r>
              <a:rPr lang="ja-JP" altLang="en-US" dirty="0"/>
              <a:t>動的グローバル</a:t>
            </a:r>
            <a:r>
              <a:rPr lang="en-US" altLang="ja-JP" dirty="0"/>
              <a:t>IP</a:t>
            </a:r>
            <a:r>
              <a:rPr lang="ja-JP" altLang="en-US" dirty="0"/>
              <a:t>アドレスへのアクセス</a:t>
            </a:r>
            <a:endParaRPr lang="ja-JP" altLang="ja-JP" dirty="0"/>
          </a:p>
        </p:txBody>
      </p:sp>
      <p:sp>
        <p:nvSpPr>
          <p:cNvPr id="11" name="Content Placeholder 3">
            <a:extLst>
              <a:ext uri="{FF2B5EF4-FFF2-40B4-BE49-F238E27FC236}">
                <a16:creationId xmlns:a16="http://schemas.microsoft.com/office/drawing/2014/main" id="{E8BE26D6-E42C-68E6-1369-7EBBD1C68740}"/>
              </a:ext>
            </a:extLst>
          </p:cNvPr>
          <p:cNvSpPr>
            <a:spLocks noGrp="1"/>
          </p:cNvSpPr>
          <p:nvPr>
            <p:ph sz="quarter" idx="13"/>
          </p:nvPr>
        </p:nvSpPr>
        <p:spPr>
          <a:xfrm>
            <a:off x="3670934" y="584005"/>
            <a:ext cx="7926705" cy="3999060"/>
          </a:xfrm>
        </p:spPr>
        <p:txBody>
          <a:bodyPr/>
          <a:lstStyle/>
          <a:p>
            <a:endParaRPr lang="en-US"/>
          </a:p>
        </p:txBody>
      </p:sp>
      <p:graphicFrame>
        <p:nvGraphicFramePr>
          <p:cNvPr id="6" name="テキスト プレースホルダー 2">
            <a:extLst>
              <a:ext uri="{FF2B5EF4-FFF2-40B4-BE49-F238E27FC236}">
                <a16:creationId xmlns:a16="http://schemas.microsoft.com/office/drawing/2014/main" id="{56BBC1CC-33BD-18AE-5012-B9C7FEDAF804}"/>
              </a:ext>
            </a:extLst>
          </p:cNvPr>
          <p:cNvGraphicFramePr>
            <a:graphicFrameLocks noGrp="1"/>
          </p:cNvGraphicFramePr>
          <p:nvPr>
            <p:ph sz="quarter" idx="14"/>
            <p:extLst>
              <p:ext uri="{D42A27DB-BD31-4B8C-83A1-F6EECF244321}">
                <p14:modId xmlns:p14="http://schemas.microsoft.com/office/powerpoint/2010/main" val="1104223671"/>
              </p:ext>
            </p:extLst>
          </p:nvPr>
        </p:nvGraphicFramePr>
        <p:xfrm>
          <a:off x="603885" y="584005"/>
          <a:ext cx="2825115" cy="39990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8990619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1F900-7DFD-F5CF-F274-6508CA8A755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DCBA9BA-B6A3-D609-152E-135ABEEEBA89}"/>
              </a:ext>
            </a:extLst>
          </p:cNvPr>
          <p:cNvSpPr>
            <a:spLocks noGrp="1"/>
          </p:cNvSpPr>
          <p:nvPr>
            <p:ph type="title"/>
          </p:nvPr>
        </p:nvSpPr>
        <p:spPr>
          <a:xfrm>
            <a:off x="594360" y="202400"/>
            <a:ext cx="10972800" cy="1570325"/>
          </a:xfrm>
        </p:spPr>
        <p:txBody>
          <a:bodyPr rtlCol="0" anchor="b">
            <a:normAutofit/>
          </a:bodyPr>
          <a:lstStyle>
            <a:defPPr>
              <a:defRPr lang="ja-JP"/>
            </a:defPPr>
          </a:lstStyle>
          <a:p>
            <a:pPr rtl="0"/>
            <a:r>
              <a:rPr lang="ja-JP" altLang="en-US" dirty="0"/>
              <a:t>動的グローバル</a:t>
            </a:r>
            <a:r>
              <a:rPr lang="en-US" altLang="ja-JP" dirty="0"/>
              <a:t>IP</a:t>
            </a:r>
            <a:r>
              <a:rPr lang="ja-JP" altLang="en-US" dirty="0"/>
              <a:t>アドレスへのアクセス</a:t>
            </a:r>
            <a:endParaRPr lang="ja-JP" altLang="ja-JP" dirty="0"/>
          </a:p>
        </p:txBody>
      </p:sp>
      <p:graphicFrame>
        <p:nvGraphicFramePr>
          <p:cNvPr id="6" name="テキスト プレースホルダー 2">
            <a:extLst>
              <a:ext uri="{FF2B5EF4-FFF2-40B4-BE49-F238E27FC236}">
                <a16:creationId xmlns:a16="http://schemas.microsoft.com/office/drawing/2014/main" id="{91F02B76-5EC0-DD8D-71C4-F61D73D02E21}"/>
              </a:ext>
            </a:extLst>
          </p:cNvPr>
          <p:cNvGraphicFramePr>
            <a:graphicFrameLocks noGrp="1"/>
          </p:cNvGraphicFramePr>
          <p:nvPr>
            <p:ph type="tbl" sz="quarter" idx="10"/>
            <p:extLst>
              <p:ext uri="{D42A27DB-BD31-4B8C-83A1-F6EECF244321}">
                <p14:modId xmlns:p14="http://schemas.microsoft.com/office/powerpoint/2010/main" val="3106875655"/>
              </p:ext>
            </p:extLst>
          </p:nvPr>
        </p:nvGraphicFramePr>
        <p:xfrm>
          <a:off x="594360" y="2628629"/>
          <a:ext cx="10972800" cy="36367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9292203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925B2-A85F-7379-D86A-ADF2929BCD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D96ABFA-2E18-11C5-F65B-579D2CCF427E}"/>
              </a:ext>
            </a:extLst>
          </p:cNvPr>
          <p:cNvSpPr>
            <a:spLocks noGrp="1"/>
          </p:cNvSpPr>
          <p:nvPr>
            <p:ph type="title"/>
          </p:nvPr>
        </p:nvSpPr>
        <p:spPr>
          <a:xfrm>
            <a:off x="594360" y="102875"/>
            <a:ext cx="10873740" cy="1680205"/>
          </a:xfrm>
        </p:spPr>
        <p:txBody>
          <a:bodyPr rtlCol="0" anchor="b">
            <a:normAutofit/>
          </a:bodyPr>
          <a:lstStyle>
            <a:defPPr>
              <a:defRPr lang="ja-JP"/>
            </a:defPPr>
          </a:lstStyle>
          <a:p>
            <a:pPr rtl="0"/>
            <a:r>
              <a:rPr lang="ja-JP" altLang="en-US" dirty="0"/>
              <a:t>動的グローバル</a:t>
            </a:r>
            <a:r>
              <a:rPr lang="en-US" altLang="ja-JP" dirty="0"/>
              <a:t>IP</a:t>
            </a:r>
            <a:r>
              <a:rPr lang="ja-JP" altLang="en-US" dirty="0"/>
              <a:t>アドレスへのアクセス</a:t>
            </a:r>
            <a:endParaRPr lang="ja-JP" altLang="ja-JP" dirty="0"/>
          </a:p>
        </p:txBody>
      </p:sp>
      <p:graphicFrame>
        <p:nvGraphicFramePr>
          <p:cNvPr id="6" name="テキスト プレースホルダー 2">
            <a:extLst>
              <a:ext uri="{FF2B5EF4-FFF2-40B4-BE49-F238E27FC236}">
                <a16:creationId xmlns:a16="http://schemas.microsoft.com/office/drawing/2014/main" id="{41DEB7F6-3C23-696A-F8AF-F14A30129466}"/>
              </a:ext>
            </a:extLst>
          </p:cNvPr>
          <p:cNvGraphicFramePr>
            <a:graphicFrameLocks noGrp="1"/>
          </p:cNvGraphicFramePr>
          <p:nvPr>
            <p:ph sz="quarter" idx="13"/>
          </p:nvPr>
        </p:nvGraphicFramePr>
        <p:xfrm>
          <a:off x="3657600" y="2282008"/>
          <a:ext cx="7810500" cy="36993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921672"/>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0759DC4-8B30-98A0-5BAB-C78BA4A4AD55}"/>
              </a:ext>
            </a:extLst>
          </p:cNvPr>
          <p:cNvSpPr>
            <a:spLocks noGrp="1"/>
          </p:cNvSpPr>
          <p:nvPr>
            <p:ph type="title"/>
          </p:nvPr>
        </p:nvSpPr>
        <p:spPr>
          <a:xfrm>
            <a:off x="594360" y="198408"/>
            <a:ext cx="10972800" cy="1574317"/>
          </a:xfrm>
        </p:spPr>
        <p:txBody>
          <a:bodyPr rtlCol="0"/>
          <a:lstStyle>
            <a:defPPr>
              <a:defRPr lang="ja-JP"/>
            </a:defPPr>
          </a:lstStyle>
          <a:p>
            <a:pPr rtl="0"/>
            <a:r>
              <a:rPr lang="ja-JP"/>
              <a:t>最後のヒントと考慮事項</a:t>
            </a:r>
          </a:p>
        </p:txBody>
      </p:sp>
      <p:sp>
        <p:nvSpPr>
          <p:cNvPr id="3" name="コンテンツ プレースホルダー 2">
            <a:extLst>
              <a:ext uri="{FF2B5EF4-FFF2-40B4-BE49-F238E27FC236}">
                <a16:creationId xmlns:a16="http://schemas.microsoft.com/office/drawing/2014/main" id="{4096FB3A-B62C-3DAB-4FD1-B4EBDD650AEF}"/>
              </a:ext>
            </a:extLst>
          </p:cNvPr>
          <p:cNvSpPr>
            <a:spLocks noGrp="1"/>
          </p:cNvSpPr>
          <p:nvPr>
            <p:ph sz="quarter" idx="13"/>
          </p:nvPr>
        </p:nvSpPr>
        <p:spPr>
          <a:xfrm>
            <a:off x="595523" y="2676525"/>
            <a:ext cx="5746750" cy="3597470"/>
          </a:xfrm>
        </p:spPr>
        <p:txBody>
          <a:bodyPr rtlCol="0"/>
          <a:lstStyle>
            <a:defPPr>
              <a:defRPr lang="ja-JP"/>
            </a:defPPr>
          </a:lstStyle>
          <a:p>
            <a:pPr rtl="0"/>
            <a:r>
              <a:rPr lang="ja-JP"/>
              <a:t>一貫したリハーサル</a:t>
            </a:r>
          </a:p>
          <a:p>
            <a:pPr lvl="1" rtl="0"/>
            <a:r>
              <a:rPr lang="ja-JP"/>
              <a:t>親しみやすさを高める</a:t>
            </a:r>
          </a:p>
          <a:p>
            <a:pPr rtl="0"/>
            <a:r>
              <a:rPr lang="ja-JP"/>
              <a:t>提供のスタイルを洗練する</a:t>
            </a:r>
          </a:p>
          <a:p>
            <a:pPr lvl="1" rtl="0"/>
            <a:r>
              <a:rPr lang="ja-JP"/>
              <a:t>ペース、トーン、強調</a:t>
            </a:r>
          </a:p>
          <a:p>
            <a:pPr rtl="0"/>
            <a:r>
              <a:rPr lang="ja-JP"/>
              <a:t>タイミングと切り替え</a:t>
            </a:r>
          </a:p>
          <a:p>
            <a:pPr lvl="1" rtl="0"/>
            <a:r>
              <a:rPr lang="ja-JP"/>
              <a:t>シームレスでプロフェッショナルな提供を目指す</a:t>
            </a:r>
          </a:p>
          <a:p>
            <a:pPr rtl="0"/>
            <a:r>
              <a:rPr lang="ja-JP"/>
              <a:t>練習用の聞き手</a:t>
            </a:r>
          </a:p>
          <a:p>
            <a:pPr lvl="1" rtl="0"/>
            <a:r>
              <a:rPr lang="ja-JP"/>
              <a:t>同僚に聞いてもらい、感想を言ってもらう</a:t>
            </a:r>
          </a:p>
          <a:p>
            <a:pPr lvl="1" rtl="0"/>
            <a:endParaRPr lang="ja-JP" dirty="0"/>
          </a:p>
        </p:txBody>
      </p:sp>
      <p:sp>
        <p:nvSpPr>
          <p:cNvPr id="4" name="コンテンツ プレースホルダー 3">
            <a:extLst>
              <a:ext uri="{FF2B5EF4-FFF2-40B4-BE49-F238E27FC236}">
                <a16:creationId xmlns:a16="http://schemas.microsoft.com/office/drawing/2014/main" id="{43E198AA-251D-4446-30C4-8F2FA7F6A72C}"/>
              </a:ext>
            </a:extLst>
          </p:cNvPr>
          <p:cNvSpPr>
            <a:spLocks noGrp="1"/>
          </p:cNvSpPr>
          <p:nvPr>
            <p:ph sz="quarter" idx="14"/>
          </p:nvPr>
        </p:nvSpPr>
        <p:spPr>
          <a:xfrm>
            <a:off x="7620000" y="2676525"/>
            <a:ext cx="3947160" cy="3597470"/>
          </a:xfrm>
        </p:spPr>
        <p:txBody>
          <a:bodyPr rtlCol="0"/>
          <a:lstStyle>
            <a:defPPr>
              <a:defRPr lang="ja-JP"/>
            </a:defPPr>
          </a:lstStyle>
          <a:p>
            <a:pPr rtl="0"/>
            <a:r>
              <a:rPr lang="ja-JP"/>
              <a:t>フィードバックを求める</a:t>
            </a:r>
          </a:p>
          <a:p>
            <a:pPr rtl="0"/>
            <a:r>
              <a:rPr lang="ja-JP"/>
              <a:t>パフォーマンスを振り返る</a:t>
            </a:r>
          </a:p>
          <a:p>
            <a:pPr rtl="0"/>
            <a:r>
              <a:rPr lang="ja-JP"/>
              <a:t>新しいテクニックを探索する</a:t>
            </a:r>
          </a:p>
          <a:p>
            <a:pPr rtl="0"/>
            <a:r>
              <a:rPr lang="ja-JP"/>
              <a:t>個人の目標を設定する</a:t>
            </a:r>
          </a:p>
          <a:p>
            <a:pPr rtl="0"/>
            <a:r>
              <a:rPr lang="ja-JP"/>
              <a:t>反復し、適応する</a:t>
            </a:r>
          </a:p>
        </p:txBody>
      </p:sp>
    </p:spTree>
    <p:extLst>
      <p:ext uri="{BB962C8B-B14F-4D97-AF65-F5344CB8AC3E}">
        <p14:creationId xmlns:p14="http://schemas.microsoft.com/office/powerpoint/2010/main" val="185076889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C7AB9C34-2B13-E66F-1053-2BA156F89425}"/>
              </a:ext>
            </a:extLst>
          </p:cNvPr>
          <p:cNvSpPr>
            <a:spLocks noGrp="1"/>
          </p:cNvSpPr>
          <p:nvPr>
            <p:ph type="title"/>
          </p:nvPr>
        </p:nvSpPr>
        <p:spPr>
          <a:xfrm>
            <a:off x="594360" y="584005"/>
            <a:ext cx="10972800" cy="1188720"/>
          </a:xfrm>
        </p:spPr>
        <p:txBody>
          <a:bodyPr rtlCol="0"/>
          <a:lstStyle>
            <a:defPPr>
              <a:defRPr lang="ja-JP"/>
            </a:defPPr>
          </a:lstStyle>
          <a:p>
            <a:pPr rtl="0"/>
            <a:r>
              <a:rPr lang="ja-JP"/>
              <a:t>スピーキング エンゲージメント指標</a:t>
            </a:r>
          </a:p>
        </p:txBody>
      </p:sp>
      <p:graphicFrame>
        <p:nvGraphicFramePr>
          <p:cNvPr id="4" name="表プレースホルダー 3">
            <a:extLst>
              <a:ext uri="{FF2B5EF4-FFF2-40B4-BE49-F238E27FC236}">
                <a16:creationId xmlns:a16="http://schemas.microsoft.com/office/drawing/2014/main" id="{4D1FB21E-CCFB-8E64-064C-DB8195F86847}"/>
              </a:ext>
            </a:extLst>
          </p:cNvPr>
          <p:cNvGraphicFramePr>
            <a:graphicFrameLocks noGrp="1"/>
          </p:cNvGraphicFramePr>
          <p:nvPr>
            <p:ph type="tbl" sz="quarter" idx="10"/>
            <p:extLst>
              <p:ext uri="{D42A27DB-BD31-4B8C-83A1-F6EECF244321}">
                <p14:modId xmlns:p14="http://schemas.microsoft.com/office/powerpoint/2010/main" val="1370870443"/>
              </p:ext>
            </p:extLst>
          </p:nvPr>
        </p:nvGraphicFramePr>
        <p:xfrm>
          <a:off x="593725" y="2628900"/>
          <a:ext cx="10991080" cy="3568134"/>
        </p:xfrm>
        <a:graphic>
          <a:graphicData uri="http://schemas.openxmlformats.org/drawingml/2006/table">
            <a:tbl>
              <a:tblPr firstRow="1" bandRow="1">
                <a:tableStyleId>{69CF1AB2-1976-4502-BF36-3FF5EA218861}</a:tableStyleId>
              </a:tblPr>
              <a:tblGrid>
                <a:gridCol w="3073111">
                  <a:extLst>
                    <a:ext uri="{9D8B030D-6E8A-4147-A177-3AD203B41FA5}">
                      <a16:colId xmlns:a16="http://schemas.microsoft.com/office/drawing/2014/main" val="2382218087"/>
                    </a:ext>
                  </a:extLst>
                </a:gridCol>
                <a:gridCol w="2604655">
                  <a:extLst>
                    <a:ext uri="{9D8B030D-6E8A-4147-A177-3AD203B41FA5}">
                      <a16:colId xmlns:a16="http://schemas.microsoft.com/office/drawing/2014/main" val="3953468724"/>
                    </a:ext>
                  </a:extLst>
                </a:gridCol>
                <a:gridCol w="2687782">
                  <a:extLst>
                    <a:ext uri="{9D8B030D-6E8A-4147-A177-3AD203B41FA5}">
                      <a16:colId xmlns:a16="http://schemas.microsoft.com/office/drawing/2014/main" val="4277526474"/>
                    </a:ext>
                  </a:extLst>
                </a:gridCol>
                <a:gridCol w="2625532">
                  <a:extLst>
                    <a:ext uri="{9D8B030D-6E8A-4147-A177-3AD203B41FA5}">
                      <a16:colId xmlns:a16="http://schemas.microsoft.com/office/drawing/2014/main" val="2438884888"/>
                    </a:ext>
                  </a:extLst>
                </a:gridCol>
              </a:tblGrid>
              <a:tr h="594689">
                <a:tc>
                  <a:txBody>
                    <a:bodyPr/>
                    <a:lstStyle>
                      <a:defPPr>
                        <a:defRPr lang="ja-JP"/>
                      </a:defPPr>
                    </a:lstStyle>
                    <a:p>
                      <a:pPr algn="ctr" rtl="0"/>
                      <a:r>
                        <a:rPr lang="ja-JP" altLang="en-US" noProof="0" dirty="0">
                          <a:solidFill>
                            <a:schemeClr val="bg1"/>
                          </a:solidFill>
                          <a:latin typeface="Meiryo UI" panose="020B0604030504040204" pitchFamily="50" charset="-128"/>
                          <a:ea typeface="Meiryo UI" panose="020B0604030504040204" pitchFamily="50" charset="-128"/>
                        </a:rPr>
                        <a:t>影響要因</a:t>
                      </a:r>
                    </a:p>
                  </a:txBody>
                  <a:tcPr anchor="ctr"/>
                </a:tc>
                <a:tc>
                  <a:txBody>
                    <a:bodyPr/>
                    <a:lstStyle>
                      <a:defPPr>
                        <a:defRPr lang="ja-JP"/>
                      </a:defPPr>
                    </a:lstStyle>
                    <a:p>
                      <a:pPr algn="ctr" rtl="0"/>
                      <a:r>
                        <a:rPr lang="ja-JP" altLang="en-US" noProof="0" dirty="0">
                          <a:solidFill>
                            <a:schemeClr val="bg1"/>
                          </a:solidFill>
                          <a:latin typeface="Meiryo UI" panose="020B0604030504040204" pitchFamily="50" charset="-128"/>
                          <a:ea typeface="Meiryo UI" panose="020B0604030504040204" pitchFamily="50" charset="-128"/>
                        </a:rPr>
                        <a:t>測定</a:t>
                      </a:r>
                    </a:p>
                  </a:txBody>
                  <a:tcPr anchor="ctr"/>
                </a:tc>
                <a:tc>
                  <a:txBody>
                    <a:bodyPr/>
                    <a:lstStyle>
                      <a:defPPr>
                        <a:defRPr lang="ja-JP"/>
                      </a:defPPr>
                    </a:lstStyle>
                    <a:p>
                      <a:pPr algn="ctr" rtl="0"/>
                      <a:r>
                        <a:rPr lang="ja-JP" altLang="en-US" noProof="0" dirty="0">
                          <a:solidFill>
                            <a:schemeClr val="bg1"/>
                          </a:solidFill>
                          <a:latin typeface="Meiryo UI" panose="020B0604030504040204" pitchFamily="50" charset="-128"/>
                          <a:ea typeface="Meiryo UI" panose="020B0604030504040204" pitchFamily="50" charset="-128"/>
                        </a:rPr>
                        <a:t>目標</a:t>
                      </a:r>
                    </a:p>
                  </a:txBody>
                  <a:tcPr anchor="ctr"/>
                </a:tc>
                <a:tc>
                  <a:txBody>
                    <a:bodyPr/>
                    <a:lstStyle>
                      <a:defPPr>
                        <a:defRPr lang="ja-JP"/>
                      </a:defPPr>
                    </a:lstStyle>
                    <a:p>
                      <a:pPr algn="ctr" rtl="0"/>
                      <a:r>
                        <a:rPr lang="ja-JP" altLang="en-US" noProof="0" dirty="0">
                          <a:solidFill>
                            <a:schemeClr val="bg1"/>
                          </a:solidFill>
                          <a:latin typeface="Meiryo UI" panose="020B0604030504040204" pitchFamily="50" charset="-128"/>
                          <a:ea typeface="Meiryo UI" panose="020B0604030504040204" pitchFamily="50" charset="-128"/>
                        </a:rPr>
                        <a:t>達成</a:t>
                      </a:r>
                    </a:p>
                  </a:txBody>
                  <a:tcPr anchor="ctr"/>
                </a:tc>
                <a:extLst>
                  <a:ext uri="{0D108BD9-81ED-4DB2-BD59-A6C34878D82A}">
                    <a16:rowId xmlns:a16="http://schemas.microsoft.com/office/drawing/2014/main" val="2857107962"/>
                  </a:ext>
                </a:extLst>
              </a:tr>
              <a:tr h="594689">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聞き手とのやり取り</a:t>
                      </a:r>
                    </a:p>
                  </a:txBody>
                  <a:tcPr anchor="ctr"/>
                </a:tc>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パーセンテージ </a:t>
                      </a:r>
                      <a:r>
                        <a:rPr lang="en-US" altLang="ja-JP" noProof="0" dirty="0">
                          <a:latin typeface="Meiryo UI" panose="020B0604030504040204" pitchFamily="50" charset="-128"/>
                          <a:ea typeface="Meiryo UI" panose="020B0604030504040204" pitchFamily="50" charset="-128"/>
                        </a:rPr>
                        <a:t>(%)</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85</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88</a:t>
                      </a:r>
                    </a:p>
                  </a:txBody>
                  <a:tcPr anchor="ctr"/>
                </a:tc>
                <a:extLst>
                  <a:ext uri="{0D108BD9-81ED-4DB2-BD59-A6C34878D82A}">
                    <a16:rowId xmlns:a16="http://schemas.microsoft.com/office/drawing/2014/main" val="1671386868"/>
                  </a:ext>
                </a:extLst>
              </a:tr>
              <a:tr h="594689">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知識の定着率</a:t>
                      </a:r>
                    </a:p>
                  </a:txBody>
                  <a:tcPr anchor="ctr"/>
                </a:tc>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パーセンテージ </a:t>
                      </a:r>
                      <a:r>
                        <a:rPr lang="en-US" altLang="ja-JP" noProof="0" dirty="0">
                          <a:latin typeface="Meiryo UI" panose="020B0604030504040204" pitchFamily="50" charset="-128"/>
                          <a:ea typeface="Meiryo UI" panose="020B0604030504040204" pitchFamily="50" charset="-128"/>
                        </a:rPr>
                        <a:t>(%)</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75</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80</a:t>
                      </a:r>
                    </a:p>
                  </a:txBody>
                  <a:tcPr anchor="ctr"/>
                </a:tc>
                <a:extLst>
                  <a:ext uri="{0D108BD9-81ED-4DB2-BD59-A6C34878D82A}">
                    <a16:rowId xmlns:a16="http://schemas.microsoft.com/office/drawing/2014/main" val="380626418"/>
                  </a:ext>
                </a:extLst>
              </a:tr>
              <a:tr h="594689">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プレゼンテーション後のアンケート</a:t>
                      </a:r>
                    </a:p>
                  </a:txBody>
                  <a:tcPr anchor="ctr"/>
                </a:tc>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平均評価</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4.2</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4.5</a:t>
                      </a:r>
                    </a:p>
                  </a:txBody>
                  <a:tcPr anchor="ctr"/>
                </a:tc>
                <a:extLst>
                  <a:ext uri="{0D108BD9-81ED-4DB2-BD59-A6C34878D82A}">
                    <a16:rowId xmlns:a16="http://schemas.microsoft.com/office/drawing/2014/main" val="2132482967"/>
                  </a:ext>
                </a:extLst>
              </a:tr>
              <a:tr h="594689">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紹介率</a:t>
                      </a:r>
                    </a:p>
                  </a:txBody>
                  <a:tcPr anchor="ctr"/>
                </a:tc>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パーセンテージ </a:t>
                      </a:r>
                      <a:r>
                        <a:rPr lang="en-US" altLang="ja-JP" noProof="0" dirty="0">
                          <a:latin typeface="Meiryo UI" panose="020B0604030504040204" pitchFamily="50" charset="-128"/>
                          <a:ea typeface="Meiryo UI" panose="020B0604030504040204" pitchFamily="50" charset="-128"/>
                        </a:rPr>
                        <a:t>(%)</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10</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12</a:t>
                      </a:r>
                    </a:p>
                  </a:txBody>
                  <a:tcPr anchor="ctr"/>
                </a:tc>
                <a:extLst>
                  <a:ext uri="{0D108BD9-81ED-4DB2-BD59-A6C34878D82A}">
                    <a16:rowId xmlns:a16="http://schemas.microsoft.com/office/drawing/2014/main" val="3936251906"/>
                  </a:ext>
                </a:extLst>
              </a:tr>
              <a:tr h="594689">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コラボレーションのチャンス</a:t>
                      </a:r>
                    </a:p>
                  </a:txBody>
                  <a:tcPr anchor="ctr"/>
                </a:tc>
                <a:tc>
                  <a:txBody>
                    <a:bodyPr/>
                    <a:lstStyle>
                      <a:defPPr>
                        <a:defRPr lang="ja-JP"/>
                      </a:defPPr>
                    </a:lstStyle>
                    <a:p>
                      <a:pPr algn="ctr" rtl="0"/>
                      <a:r>
                        <a:rPr lang="ja-JP" altLang="en-US" noProof="0" dirty="0">
                          <a:latin typeface="Meiryo UI" panose="020B0604030504040204" pitchFamily="50" charset="-128"/>
                          <a:ea typeface="Meiryo UI" panose="020B0604030504040204" pitchFamily="50" charset="-128"/>
                        </a:rPr>
                        <a:t>チャンスの数</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8</a:t>
                      </a:r>
                    </a:p>
                  </a:txBody>
                  <a:tcPr anchor="ctr"/>
                </a:tc>
                <a:tc>
                  <a:txBody>
                    <a:bodyPr/>
                    <a:lstStyle>
                      <a:defPPr>
                        <a:defRPr lang="ja-JP"/>
                      </a:defPPr>
                    </a:lstStyle>
                    <a:p>
                      <a:pPr algn="ctr" rtl="0"/>
                      <a:r>
                        <a:rPr lang="en-US" altLang="ja-JP" noProof="0" dirty="0">
                          <a:latin typeface="Meiryo UI" panose="020B0604030504040204" pitchFamily="50" charset="-128"/>
                          <a:ea typeface="Meiryo UI" panose="020B0604030504040204" pitchFamily="50" charset="-128"/>
                        </a:rPr>
                        <a:t>10</a:t>
                      </a:r>
                    </a:p>
                  </a:txBody>
                  <a:tcPr anchor="ctr"/>
                </a:tc>
                <a:extLst>
                  <a:ext uri="{0D108BD9-81ED-4DB2-BD59-A6C34878D82A}">
                    <a16:rowId xmlns:a16="http://schemas.microsoft.com/office/drawing/2014/main" val="568537164"/>
                  </a:ext>
                </a:extLst>
              </a:tr>
            </a:tbl>
          </a:graphicData>
        </a:graphic>
      </p:graphicFrame>
    </p:spTree>
    <p:extLst>
      <p:ext uri="{BB962C8B-B14F-4D97-AF65-F5344CB8AC3E}">
        <p14:creationId xmlns:p14="http://schemas.microsoft.com/office/powerpoint/2010/main" val="752428618"/>
      </p:ext>
    </p:extLst>
  </p:cSld>
  <p:clrMapOvr>
    <a:masterClrMapping/>
  </p:clrMapOvr>
</p:sld>
</file>

<file path=ppt/theme/theme1.xml><?xml version="1.0" encoding="utf-8"?>
<a:theme xmlns:a="http://schemas.openxmlformats.org/drawingml/2006/main" name="ユーザー設定">
  <a:themeElements>
    <a:clrScheme name="Swiss">
      <a:dk1>
        <a:srgbClr val="000000"/>
      </a:dk1>
      <a:lt1>
        <a:srgbClr val="FFFFFF"/>
      </a:lt1>
      <a:dk2>
        <a:srgbClr val="E4E4E4"/>
      </a:dk2>
      <a:lt2>
        <a:srgbClr val="7CA655"/>
      </a:lt2>
      <a:accent1>
        <a:srgbClr val="A9D4DB"/>
      </a:accent1>
      <a:accent2>
        <a:srgbClr val="FBE284"/>
      </a:accent2>
      <a:accent3>
        <a:srgbClr val="4495A2"/>
      </a:accent3>
      <a:accent4>
        <a:srgbClr val="AA5881"/>
      </a:accent4>
      <a:accent5>
        <a:srgbClr val="E06742"/>
      </a:accent5>
      <a:accent6>
        <a:srgbClr val="F9D448"/>
      </a:accent6>
      <a:hlink>
        <a:srgbClr val="4495A2"/>
      </a:hlink>
      <a:folHlink>
        <a:srgbClr val="AA5881"/>
      </a:folHlink>
    </a:clrScheme>
    <a:fontScheme name="Custom 175">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72332795_TF78853419_Win32" id="{58577C8C-4A86-4ADE-B226-05EE0F3D760B}" vid="{D839CB4F-7ADA-4170-AA9C-936648A492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panose="020F0302020204030204"/>
        <a:ea typeface=""/>
        <a:cs typeface=""/>
        <a:font script="Jpan" typeface="Meiryo UI"/>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panose="020F0502020204030204"/>
        <a:ea typeface=""/>
        <a:cs typeface=""/>
        <a:font script="Jpan" typeface="Meiryo UI"/>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panose="020F0302020204030204"/>
        <a:ea typeface=""/>
        <a:cs typeface=""/>
        <a:font script="Jpan" typeface="Meiryo UI"/>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panose="020F0502020204030204"/>
        <a:ea typeface=""/>
        <a:cs typeface=""/>
        <a:font script="Jpan" typeface="Meiryo UI"/>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4B194E-8B30-4377-8C59-ECFB902D2A26}">
  <ds:schemaRefs>
    <ds:schemaRef ds:uri="http://purl.org/dc/dcmitype/"/>
    <ds:schemaRef ds:uri="71af3243-3dd4-4a8d-8c0d-dd76da1f02a5"/>
    <ds:schemaRef ds:uri="http://schemas.microsoft.com/office/2006/documentManagement/types"/>
    <ds:schemaRef ds:uri="http://purl.org/dc/elements/1.1/"/>
    <ds:schemaRef ds:uri="http://schemas.microsoft.com/office/infopath/2007/PartnerControls"/>
    <ds:schemaRef ds:uri="16c05727-aa75-4e4a-9b5f-8a80a1165891"/>
    <ds:schemaRef ds:uri="http://www.w3.org/XML/1998/namespace"/>
    <ds:schemaRef ds:uri="http://schemas.microsoft.com/office/2006/metadata/properties"/>
    <ds:schemaRef ds:uri="230e9df3-be65-4c73-a93b-d1236ebd677e"/>
    <ds:schemaRef ds:uri="http://schemas.openxmlformats.org/package/2006/metadata/core-properties"/>
    <ds:schemaRef ds:uri="http://schemas.microsoft.com/sharepoint/v3"/>
    <ds:schemaRef ds:uri="http://purl.org/dc/terms/"/>
  </ds:schemaRefs>
</ds:datastoreItem>
</file>

<file path=customXml/itemProps2.xml><?xml version="1.0" encoding="utf-8"?>
<ds:datastoreItem xmlns:ds="http://schemas.openxmlformats.org/officeDocument/2006/customXml" ds:itemID="{C21FFAC0-05A2-416A-B06C-C248395482CF}">
  <ds:schemaRefs>
    <ds:schemaRef ds:uri="http://schemas.microsoft.com/sharepoint/v3/contenttype/forms"/>
  </ds:schemaRefs>
</ds:datastoreItem>
</file>

<file path=customXml/itemProps3.xml><?xml version="1.0" encoding="utf-8"?>
<ds:datastoreItem xmlns:ds="http://schemas.openxmlformats.org/officeDocument/2006/customXml" ds:itemID="{92DB9E12-8AC3-4138-BF4D-720A5525AB1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Office 2013 - 2022 Theme</Template>
  <TotalTime>13608</TotalTime>
  <Words>10978</Words>
  <Application>Microsoft Office PowerPoint</Application>
  <PresentationFormat>ワイド画面</PresentationFormat>
  <Paragraphs>1644</Paragraphs>
  <Slides>201</Slides>
  <Notes>190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201</vt:i4>
      </vt:variant>
    </vt:vector>
  </HeadingPairs>
  <TitlesOfParts>
    <vt:vector size="206" baseType="lpstr">
      <vt:lpstr>Meiryo UI</vt:lpstr>
      <vt:lpstr>Noto Sans JP</vt:lpstr>
      <vt:lpstr>Arial</vt:lpstr>
      <vt:lpstr>Consolas</vt:lpstr>
      <vt:lpstr>ユーザー設定</vt:lpstr>
      <vt:lpstr>ネットワーク勉強会 基礎編 </vt:lpstr>
      <vt:lpstr>はじめに</vt:lpstr>
      <vt:lpstr>注意点</vt:lpstr>
      <vt:lpstr>参加にあたって</vt:lpstr>
      <vt:lpstr>第1章</vt:lpstr>
      <vt:lpstr>第1章の目次</vt:lpstr>
      <vt:lpstr>ネットワークとは?</vt:lpstr>
      <vt:lpstr>人・物・情報が網目状につながった仕組み</vt:lpstr>
      <vt:lpstr>身近なネットワーク</vt:lpstr>
      <vt:lpstr> ネットワークの 基礎用語</vt:lpstr>
      <vt:lpstr>基礎用語</vt:lpstr>
      <vt:lpstr>ノードとリンク</vt:lpstr>
      <vt:lpstr>ノードとリンク</vt:lpstr>
      <vt:lpstr>WANとLAN</vt:lpstr>
      <vt:lpstr>WANとLAN</vt:lpstr>
      <vt:lpstr>IPアドレスと MACアドレス</vt:lpstr>
      <vt:lpstr>IPアドレスと MACアドレス</vt:lpstr>
      <vt:lpstr>グローバルIPアドレスと ローカルIPアドレス</vt:lpstr>
      <vt:lpstr>グローバルIPアドレスと ローカルIPアドレス</vt:lpstr>
      <vt:lpstr>DHCPとDNS</vt:lpstr>
      <vt:lpstr>DHCPとDNS</vt:lpstr>
      <vt:lpstr>OSI参照モデルとTCP/IPモデル</vt:lpstr>
      <vt:lpstr> データの流れ</vt:lpstr>
      <vt:lpstr>データは送信側の上位層(7層)から始まり下位層(1層)まで処理されます。 そして相手側へ流れ今度は下位層から登っていき相手が認識できる形で届きます。</vt:lpstr>
      <vt:lpstr>中間ノードがあればそれぞれの役割の機器の階層まで登って降りていきます。</vt:lpstr>
      <vt:lpstr>それぞれの階層毎にそれぞれの役割に応じたヘッダ情報が付与されて都度カプセル化されて送られます。 中間ノードが受け取った場合もヘッダ情報を確認して再度ヘッダ情報を付与して送信という流れです。</vt:lpstr>
      <vt:lpstr> ヘッダー情報と プロトコル</vt:lpstr>
      <vt:lpstr>プロトコル</vt:lpstr>
      <vt:lpstr>各階層のプロトコルの代表例</vt:lpstr>
      <vt:lpstr>ヘッダー情報</vt:lpstr>
      <vt:lpstr>ヘッダーとプロトコルの関係</vt:lpstr>
      <vt:lpstr>というのが下図で行われています。 実際に障害が起きたときは、どこで問題が起きているのか 特定する必要があります。</vt:lpstr>
      <vt:lpstr> OSI参照モデルの 各レイヤーについて</vt:lpstr>
      <vt:lpstr>ここからはOSI参照モデルの各階層についてみていきましょう</vt:lpstr>
      <vt:lpstr>第7層：アプリケーション層</vt:lpstr>
      <vt:lpstr>第6層：プレゼンテーション層</vt:lpstr>
      <vt:lpstr>第5層：セッション層</vt:lpstr>
      <vt:lpstr>第4層：トランスポート層</vt:lpstr>
      <vt:lpstr>第3層：ネットワーク層</vt:lpstr>
      <vt:lpstr>第2層：データリンク層</vt:lpstr>
      <vt:lpstr>第1層：物理層</vt:lpstr>
      <vt:lpstr>各レイヤーの代表機器</vt:lpstr>
      <vt:lpstr>各レイヤーの代表機器</vt:lpstr>
      <vt:lpstr>各レイヤーの代表機器</vt:lpstr>
      <vt:lpstr>障害対応の基本は下位から確認</vt:lpstr>
      <vt:lpstr>第2章</vt:lpstr>
      <vt:lpstr>第2章の目次</vt:lpstr>
      <vt:lpstr> ネットワークの 基礎用語2</vt:lpstr>
      <vt:lpstr>基礎用語2</vt:lpstr>
      <vt:lpstr>PowerPoint プレゼンテーション</vt:lpstr>
      <vt:lpstr>ipconfig</vt:lpstr>
      <vt:lpstr>サブネット</vt:lpstr>
      <vt:lpstr>ダイナミックとスタティック</vt:lpstr>
      <vt:lpstr>ping</vt:lpstr>
      <vt:lpstr>ICMP</vt:lpstr>
      <vt:lpstr>ゲートウェイ</vt:lpstr>
      <vt:lpstr>ルーティング </vt:lpstr>
      <vt:lpstr>ネットワークの流れについて</vt:lpstr>
      <vt:lpstr>ネットワークはどのように流れていると思いますか?</vt:lpstr>
      <vt:lpstr>道を聞いていくイメージ</vt:lpstr>
      <vt:lpstr>PowerPoint プレゼンテーション</vt:lpstr>
      <vt:lpstr>その際に行われるのが上図です。</vt:lpstr>
      <vt:lpstr>到達性の確認方法</vt:lpstr>
      <vt:lpstr>到達性とは?</vt:lpstr>
      <vt:lpstr>トレースルート</vt:lpstr>
      <vt:lpstr>トレースルート</vt:lpstr>
      <vt:lpstr>第3章</vt:lpstr>
      <vt:lpstr>第3章の目次</vt:lpstr>
      <vt:lpstr>他LANへの アクセス</vt:lpstr>
      <vt:lpstr>他LANへのアクセスについて</vt:lpstr>
      <vt:lpstr>グローバルIPアドレスの管理</vt:lpstr>
      <vt:lpstr>他LANへのアクセスについて</vt:lpstr>
      <vt:lpstr>グローバルIPアドレスへのアクセス</vt:lpstr>
      <vt:lpstr>DNSを利用したドメインでのアクセス</vt:lpstr>
      <vt:lpstr>IPアドレスを固定する</vt:lpstr>
      <vt:lpstr>IPv4アドレスの詳細</vt:lpstr>
      <vt:lpstr>IPv4アドレスの詳細</vt:lpstr>
      <vt:lpstr>IPv4アドレスとは?</vt:lpstr>
      <vt:lpstr>サブネットマスク(プレフィックス長)とは?</vt:lpstr>
      <vt:lpstr>ネットワーク部とホスト部</vt:lpstr>
      <vt:lpstr>特別なIPアドレス</vt:lpstr>
      <vt:lpstr>クラスとは?</vt:lpstr>
      <vt:lpstr>サーバーにアクセスしてみましょう</vt:lpstr>
      <vt:lpstr>計算してみましょう</vt:lpstr>
      <vt:lpstr>DHCPについて</vt:lpstr>
      <vt:lpstr>DHCPとは?</vt:lpstr>
      <vt:lpstr>DHCPを使わない場合</vt:lpstr>
      <vt:lpstr>DHCP範囲について</vt:lpstr>
      <vt:lpstr>DNSについて</vt:lpstr>
      <vt:lpstr>DNSとは?</vt:lpstr>
      <vt:lpstr>hostsファイルとは?</vt:lpstr>
      <vt:lpstr>DNSが止まるとどうなる？</vt:lpstr>
      <vt:lpstr>第4章</vt:lpstr>
      <vt:lpstr>第4章の目次</vt:lpstr>
      <vt:lpstr>IPの対応付け</vt:lpstr>
      <vt:lpstr>NAT,NAPT(IPマスカレード)</vt:lpstr>
      <vt:lpstr>ポート番号について</vt:lpstr>
      <vt:lpstr>ポート番号とは</vt:lpstr>
      <vt:lpstr>PowerPoint プレゼンテーション</vt:lpstr>
      <vt:lpstr>NATとNAPT</vt:lpstr>
      <vt:lpstr>IPアドレス変換の流れ</vt:lpstr>
      <vt:lpstr>第5章</vt:lpstr>
      <vt:lpstr>第5章の目次</vt:lpstr>
      <vt:lpstr>基本的な設定</vt:lpstr>
      <vt:lpstr>ルーターの管理画面へのアクセス方法</vt:lpstr>
      <vt:lpstr>サブネットマスクとDNSサーバーを確認しよう</vt:lpstr>
      <vt:lpstr>IPアドレスの固定</vt:lpstr>
      <vt:lpstr>DHCPの設定</vt:lpstr>
      <vt:lpstr>その他</vt:lpstr>
      <vt:lpstr>第6章</vt:lpstr>
      <vt:lpstr>第6章の目次</vt:lpstr>
      <vt:lpstr>障害対応</vt:lpstr>
      <vt:lpstr>第1層：物理層</vt:lpstr>
      <vt:lpstr>第2層：データリンク層</vt:lpstr>
      <vt:lpstr>第3層：ネットワーク層</vt:lpstr>
      <vt:lpstr>第4層：トランスポート層</vt:lpstr>
      <vt:lpstr>L5以上の障害</vt:lpstr>
      <vt:lpstr>実際の対応</vt:lpstr>
      <vt:lpstr>対応の一例</vt:lpstr>
      <vt:lpstr>おわりに</vt:lpstr>
      <vt:lpstr>第7章</vt:lpstr>
      <vt:lpstr>第7章の目次</vt:lpstr>
      <vt:lpstr>ネットワークトポロジーについて</vt:lpstr>
      <vt:lpstr>トポロジーに ついて</vt:lpstr>
      <vt:lpstr>ネットワークトポロジーについて</vt:lpstr>
      <vt:lpstr>機器について</vt:lpstr>
      <vt:lpstr>ルーター</vt:lpstr>
      <vt:lpstr>ハブ</vt:lpstr>
      <vt:lpstr>ONU</vt:lpstr>
      <vt:lpstr>第8章</vt:lpstr>
      <vt:lpstr>第8章の目次</vt:lpstr>
      <vt:lpstr>プロトコルとは</vt:lpstr>
      <vt:lpstr>プロトコルとは</vt:lpstr>
      <vt:lpstr>DHCP</vt:lpstr>
      <vt:lpstr>第1層：物理層</vt:lpstr>
      <vt:lpstr>第2層： データリンク層</vt:lpstr>
      <vt:lpstr>第3層： ネットワーク層</vt:lpstr>
      <vt:lpstr>第4層： トランスポート層</vt:lpstr>
      <vt:lpstr>第5層：セッション層</vt:lpstr>
      <vt:lpstr>第6層： プレゼンテーション層</vt:lpstr>
      <vt:lpstr>第7層： アプリケーション層</vt:lpstr>
      <vt:lpstr>それ以外の押さえておくべき技術</vt:lpstr>
      <vt:lpstr>その他の技術</vt:lpstr>
      <vt:lpstr>PowerPoint プレゼンテーション</vt:lpstr>
      <vt:lpstr>ありがとうございました</vt:lpstr>
      <vt:lpstr>一旦終わり</vt:lpstr>
      <vt:lpstr>雰囲気で用語解説</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これ以降は無視</vt:lpstr>
      <vt:lpstr>ポートとは</vt:lpstr>
      <vt:lpstr>ポートとは</vt:lpstr>
      <vt:lpstr>Q&amp;A セッションのナビゲート</vt:lpstr>
      <vt:lpstr>動的グローバルIPアドレスへのアクセス</vt:lpstr>
      <vt:lpstr>ダイナミックなプレゼンテーションの提供</vt:lpstr>
      <vt:lpstr>動的グローバルIPアドレスへのアクセス</vt:lpstr>
      <vt:lpstr>動的グローバルIPアドレスへのアクセス</vt:lpstr>
      <vt:lpstr>動的グローバルIPアドレスへのアクセス</vt:lpstr>
      <vt:lpstr>最後のヒントと考慮事項</vt:lpstr>
      <vt:lpstr>スピーキング エンゲージメント指標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 26</dc:creator>
  <cp:lastModifiedBy>VA 26</cp:lastModifiedBy>
  <cp:revision>198</cp:revision>
  <dcterms:created xsi:type="dcterms:W3CDTF">2026-01-14T00:21:09Z</dcterms:created>
  <dcterms:modified xsi:type="dcterms:W3CDTF">2026-03-26T06:44:49Z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