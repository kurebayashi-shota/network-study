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presentation.xml" ContentType="application/vnd.openxmlformats-officedocument.presentationml.presentation.main+xml"/>
  <Override PartName="/ppt/diagrams/layout6.xml" ContentType="application/vnd.openxmlformats-officedocument.drawingml.diagramLayout+xml"/>
  <Override PartName="/ppt/diagrams/data4.xml" ContentType="application/vnd.openxmlformats-officedocument.drawingml.diagramData+xml"/>
  <Override PartName="/ppt/diagrams/layout8.xml" ContentType="application/vnd.openxmlformats-officedocument.drawingml.diagramLayout+xml"/>
  <Override PartName="/ppt/diagrams/colors6.xml" ContentType="application/vnd.openxmlformats-officedocument.drawingml.diagramColors+xml"/>
  <Override PartName="/ppt/diagrams/layout5.xml" ContentType="application/vnd.openxmlformats-officedocument.drawingml.diagramLayout+xml"/>
  <Override PartName="/ppt/diagrams/data3.xml" ContentType="application/vnd.openxmlformats-officedocument.drawingml.diagramData+xml"/>
  <Override PartName="/ppt/diagrams/data5.xml" ContentType="application/vnd.openxmlformats-officedocument.drawingml.diagramData+xml"/>
  <Override PartName="/ppt/diagrams/drawing4.xml" ContentType="application/vnd.ms-office.drawingml.diagramDrawing+xml"/>
  <Override PartName="/ppt/diagrams/drawing5.xml" ContentType="application/vnd.ms-office.drawingml.diagramDrawing+xml"/>
  <Override PartName="/ppt/diagrams/quickStyle5.xml" ContentType="application/vnd.openxmlformats-officedocument.drawingml.diagramStyle+xml"/>
  <Override PartName="/ppt/diagrams/drawing3.xml" ContentType="application/vnd.ms-office.drawingml.diagramDrawing+xml"/>
  <Override PartName="/ppt/diagrams/data2.xml" ContentType="application/vnd.openxmlformats-officedocument.drawingml.diagramData+xml"/>
  <Override PartName="/ppt/diagrams/data1.xml" ContentType="application/vnd.openxmlformats-officedocument.drawingml.diagramData+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6.xml" ContentType="application/vnd.openxmlformats-officedocument.drawingml.diagramStyle+xml"/>
  <Override PartName="/ppt/diagrams/colors7.xml" ContentType="application/vnd.openxmlformats-officedocument.drawingml.diagramColors+xml"/>
  <Override PartName="/ppt/diagrams/colors1.xml" ContentType="application/vnd.openxmlformats-officedocument.drawingml.diagramColors+xml"/>
  <Override PartName="/ppt/diagrams/quickStyle4.xml" ContentType="application/vnd.openxmlformats-officedocument.drawingml.diagramStyle+xml"/>
  <Override PartName="/ppt/diagrams/data9.xml" ContentType="application/vnd.openxmlformats-officedocument.drawingml.diagramData+xml"/>
  <Override PartName="/ppt/diagrams/data11.xml" ContentType="application/vnd.openxmlformats-officedocument.drawingml.diagramData+xml"/>
  <Override PartName="/ppt/diagrams/layout4.xml" ContentType="application/vnd.openxmlformats-officedocument.drawingml.diagramLayout+xml"/>
  <Override PartName="/ppt/diagrams/layout2.xml" ContentType="application/vnd.openxmlformats-officedocument.drawingml.diagramLayout+xml"/>
  <Override PartName="/ppt/diagrams/data10.xml" ContentType="application/vnd.openxmlformats-officedocument.drawingml.diagramData+xml"/>
  <Override PartName="/ppt/diagrams/data8.xml" ContentType="application/vnd.openxmlformats-officedocument.drawingml.diagramData+xml"/>
  <Override PartName="/ppt/diagrams/quickStyle10.xml" ContentType="application/vnd.openxmlformats-officedocument.drawingml.diagramStyle+xml"/>
  <Override PartName="/ppt/diagrams/quickStyle9.xml" ContentType="application/vnd.openxmlformats-officedocument.drawingml.diagramStyle+xml"/>
  <Override PartName="/ppt/diagrams/data7.xml" ContentType="application/vnd.openxmlformats-officedocument.drawingml.diagramData+xml"/>
  <Override PartName="/ppt/diagrams/layout11.xml" ContentType="application/vnd.openxmlformats-officedocument.drawingml.diagramLayout+xml"/>
  <Override PartName="/ppt/diagrams/quickStyle7.xml" ContentType="application/vnd.openxmlformats-officedocument.drawingml.diagramStyle+xml"/>
  <Override PartName="/ppt/diagrams/drawing8.xml" ContentType="application/vnd.ms-office.drawingml.diagramDrawing+xml"/>
  <Override PartName="/ppt/diagrams/layout7.xml" ContentType="application/vnd.openxmlformats-officedocument.drawingml.diagramLayout+xml"/>
  <Override PartName="/ppt/diagrams/drawing9.xml" ContentType="application/vnd.ms-office.drawingml.diagramDrawing+xml"/>
  <Override PartName="/ppt/diagrams/layout9.xml" ContentType="application/vnd.openxmlformats-officedocument.drawingml.diagramLayout+xml"/>
  <Override PartName="/ppt/diagrams/layout1.xml" ContentType="application/vnd.openxmlformats-officedocument.drawingml.diagramLayout+xml"/>
  <Override PartName="/ppt/diagrams/colors10.xml" ContentType="application/vnd.openxmlformats-officedocument.drawingml.diagramColors+xml"/>
  <Override PartName="/ppt/diagrams/layout10.xml" ContentType="application/vnd.openxmlformats-officedocument.drawingml.diagramLayout+xml"/>
  <Override PartName="/ppt/diagrams/data6.xml" ContentType="application/vnd.openxmlformats-officedocument.drawingml.diagramData+xml"/>
  <Override PartName="/ppt/diagrams/drawing10.xml" ContentType="application/vnd.ms-office.drawingml.diagramDrawing+xml"/>
  <Override PartName="/ppt/diagrams/drawing7.xml" ContentType="application/vnd.ms-office.drawingml.diagramDrawing+xml"/>
  <Override PartName="/ppt/diagrams/drawing2.xml" ContentType="application/vnd.ms-office.drawingml.diagramDrawing+xml"/>
  <Override PartName="/ppt/diagrams/quickStyle8.xml" ContentType="application/vnd.openxmlformats-officedocument.drawingml.diagramStyle+xml"/>
  <Override PartName="/ppt/diagrams/drawing6.xml" ContentType="application/vnd.ms-office.drawingml.diagramDrawing+xml"/>
  <Override PartName="/ppt/diagrams/colors4.xml" ContentType="application/vnd.openxmlformats-officedocument.drawingml.diagramColors+xml"/>
  <Override PartName="/ppt/diagrams/quickStyle11.xml" ContentType="application/vnd.openxmlformats-officedocument.drawingml.diagramStyle+xml"/>
  <Override PartName="/ppt/diagrams/colors8.xml" ContentType="application/vnd.openxmlformats-officedocument.drawingml.diagramColors+xml"/>
  <Override PartName="/ppt/diagrams/drawing11.xml" ContentType="application/vnd.ms-office.drawingml.diagramDrawing+xml"/>
  <Override PartName="/ppt/diagrams/quickStyle2.xml" ContentType="application/vnd.openxmlformats-officedocument.drawingml.diagramStyle+xml"/>
  <Override PartName="/ppt/diagrams/colors2.xml" ContentType="application/vnd.openxmlformats-officedocument.drawingml.diagramColors+xml"/>
  <Override PartName="/ppt/diagrams/colors11.xml" ContentType="application/vnd.openxmlformats-officedocument.drawingml.diagramColors+xml"/>
  <Override PartName="/ppt/diagrams/colors3.xml" ContentType="application/vnd.openxmlformats-officedocument.drawingml.diagramColors+xml"/>
  <Override PartName="/ppt/diagrams/colors9.xml" ContentType="application/vnd.openxmlformats-officedocument.drawingml.diagramColors+xml"/>
  <Override PartName="/ppt/diagrams/colors5.xml" ContentType="application/vnd.openxmlformats-officedocument.drawingml.diagramColors+xml"/>
  <Override PartName="/ppt/diagrams/quickStyle3.xml" ContentType="application/vnd.openxmlformats-officedocument.drawingml.diagramStyle+xml"/>
  <Override PartName="/ppt/diagrams/drawing1.xml" ContentType="application/vnd.ms-office.drawingml.diagramDrawing+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8.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14.xml" ContentType="application/vnd.openxmlformats-officedocument.theme+xml"/>
  <Override PartName="/ppt/slideLayouts/slideLayout9.xml" ContentType="application/vnd.openxmlformats-officedocument.presentationml.slideLayout+xml"/>
  <Override PartName="/ppt/slideLayouts/slideLayout5.xml" ContentType="application/vnd.openxmlformats-officedocument.presentationml.slideLayout+xml"/>
  <Override PartName="/ppt/slideLayouts/slideLayout13.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3.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OOXDiagramDataRels2_1.svg" ContentType="image/svg"/>
  <Override PartName="/ppt/media/OOXDiagramDrawingRels1_3.svg" ContentType="image/svg"/>
  <Override PartName="/ppt/media/OOXDiagramDrawingRels1_1.svg" ContentType="image/svg"/>
  <Override PartName="/ppt/media/OOXDiagramDataRels1_1.svg" ContentType="image/svg"/>
  <Override PartName="/ppt/media/image53.gif" ContentType="image/gif"/>
  <Override PartName="/ppt/media/OOXDiagramDataRels4_3.svg" ContentType="image/svg"/>
  <Override PartName="/ppt/media/OOXDiagramDrawingRels1_5.svg" ContentType="image/svg"/>
  <Override PartName="/ppt/media/OOXDiagramDataRels1_5.svg" ContentType="image/svg"/>
  <Override PartName="/ppt/media/OOXDiagramDataRels4_5.svg" ContentType="image/svg"/>
  <Override PartName="/ppt/media/OOXDiagramDrawingRels4_1.svg" ContentType="image/svg"/>
  <Override PartName="/ppt/media/image48.svg" ContentType="image/svg"/>
  <Override PartName="/ppt/media/OOXDiagramDataRels2_3.svg" ContentType="image/svg"/>
  <Override PartName="/ppt/media/OOXDiagramDrawingRels4_5.svg" ContentType="image/svg"/>
  <Override PartName="/ppt/media/OOXDiagramDrawingRels2_3.svg" ContentType="image/svg"/>
  <Override PartName="/ppt/media/OOXDiagramDataRels1_3.svg" ContentType="image/svg"/>
  <Override PartName="/ppt/media/OOXDiagramDataRels4_1.svg" ContentType="image/svg"/>
  <Override PartName="/ppt/media/OOXDiagramDrawingRels2_1.svg" ContentType="image/svg"/>
  <Override PartName="/ppt/media/image54.gif" ContentType="image/gif"/>
  <Override PartName="/ppt/media/OOXDiagramDrawingRels4_3.svg" ContentType="image/svg"/>
  <Override PartName="/ppt/slides/slide195.xml" ContentType="application/vnd.openxmlformats-officedocument.presentationml.slide+xml"/>
  <Override PartName="/ppt/slides/slide194.xml" ContentType="application/vnd.openxmlformats-officedocument.presentationml.slide+xml"/>
  <Override PartName="/ppt/slides/slide118.xml" ContentType="application/vnd.openxmlformats-officedocument.presentationml.slide+xml"/>
  <Override PartName="/ppt/slides/slide186.xml" ContentType="application/vnd.openxmlformats-officedocument.presentationml.slide+xml"/>
  <Override PartName="/ppt/slides/slide109.xml" ContentType="application/vnd.openxmlformats-officedocument.presentationml.slide+xml"/>
  <Override PartName="/ppt/slides/slide187.xml" ContentType="application/vnd.openxmlformats-officedocument.presentationml.slide+xml"/>
  <Override PartName="/ppt/slides/slide177.xml" ContentType="application/vnd.openxmlformats-officedocument.presentationml.slide+xml"/>
  <Override PartName="/ppt/slides/slide176.xml" ContentType="application/vnd.openxmlformats-officedocument.presentationml.slide+xml"/>
  <Override PartName="/ppt/slides/slide106.xml" ContentType="application/vnd.openxmlformats-officedocument.presentationml.slide+xml"/>
  <Override PartName="/ppt/slides/slide174.xml" ContentType="application/vnd.openxmlformats-officedocument.presentationml.slide+xml"/>
  <Override PartName="/ppt/slides/slide27.xml" ContentType="application/vnd.openxmlformats-officedocument.presentationml.slide+xml"/>
  <Override PartName="/ppt/slides/slide89.xml" ContentType="application/vnd.openxmlformats-officedocument.presentationml.slide+xml"/>
  <Override PartName="/ppt/slides/slide87.xml" ContentType="application/vnd.openxmlformats-officedocument.presentationml.slide+xml"/>
  <Override PartName="/ppt/slides/slide18.xml" ContentType="application/vnd.openxmlformats-officedocument.presentationml.slide+xml"/>
  <Override PartName="/ppt/slides/slide85.xml" ContentType="application/vnd.openxmlformats-officedocument.presentationml.slide+xml"/>
  <Override PartName="/ppt/slides/slide17.xml" ContentType="application/vnd.openxmlformats-officedocument.presentationml.slide+xml"/>
  <Override PartName="/ppt/slides/slide192.xml" ContentType="application/vnd.openxmlformats-officedocument.presentationml.slide+xml"/>
  <Override PartName="/ppt/slides/slide123.xml" ContentType="application/vnd.openxmlformats-officedocument.presentationml.slide+xml"/>
  <Override PartName="/ppt/slides/slide191.xml" ContentType="application/vnd.openxmlformats-officedocument.presentationml.slide+xml"/>
  <Override PartName="/ppt/slides/slide77.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120.xml" ContentType="application/vnd.openxmlformats-officedocument.presentationml.slide+xml"/>
  <Override PartName="/ppt/slides/slide73.xml" ContentType="application/vnd.openxmlformats-officedocument.presentationml.slide+xml"/>
  <Override PartName="/ppt/slides/slide107.xml" ContentType="application/vnd.openxmlformats-officedocument.presentationml.slide+xml"/>
  <Override PartName="/ppt/slides/slide70.xml" ContentType="application/vnd.openxmlformats-officedocument.presentationml.slide+xml"/>
  <Override PartName="/ppt/slides/slide72.xml" ContentType="application/vnd.openxmlformats-officedocument.presentationml.slide+xml"/>
  <Override PartName="/ppt/slides/slide115.xml" ContentType="application/vnd.openxmlformats-officedocument.presentationml.slide+xml"/>
  <Override PartName="/ppt/slides/slide69.xml" ContentType="application/vnd.openxmlformats-officedocument.presentationml.slide+xml"/>
  <Override PartName="/ppt/slides/slide181.xml" ContentType="application/vnd.openxmlformats-officedocument.presentationml.slide+xml"/>
  <Override PartName="/ppt/slides/slide67.xml" ContentType="application/vnd.openxmlformats-officedocument.presentationml.slide+xml"/>
  <Override PartName="/ppt/slides/slide124.xml" ContentType="application/vnd.openxmlformats-officedocument.presentationml.slide+xml"/>
  <Override PartName="/ppt/slides/slide112.xml" ContentType="application/vnd.openxmlformats-officedocument.presentationml.slide+xml"/>
  <Override PartName="/ppt/slides/slide111.xml" ContentType="application/vnd.openxmlformats-officedocument.presentationml.slide+xml"/>
  <Override PartName="/ppt/slides/slide121.xml" ContentType="application/vnd.openxmlformats-officedocument.presentationml.slide+xml"/>
  <Override PartName="/ppt/slides/slide65.xml" ContentType="application/vnd.openxmlformats-officedocument.presentationml.slide+xml"/>
  <Override PartName="/ppt/slides/slide185.xml" ContentType="application/vnd.openxmlformats-officedocument.presentationml.slide+xml"/>
  <Override PartName="/ppt/slides/slide64.xml" ContentType="application/vnd.openxmlformats-officedocument.presentationml.slide+xml"/>
  <Override PartName="/ppt/slides/slide127.xml" ContentType="application/vnd.openxmlformats-officedocument.presentationml.slide+xml"/>
  <Override PartName="/ppt/slides/slide63.xml" ContentType="application/vnd.openxmlformats-officedocument.presentationml.slide+xml"/>
  <Override PartName="/ppt/slides/slide71.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94.xml" ContentType="application/vnd.openxmlformats-officedocument.presentationml.slide+xml"/>
  <Override PartName="/ppt/slides/slide26.xml" ContentType="application/vnd.openxmlformats-officedocument.presentationml.slide+xml"/>
  <Override PartName="/ppt/slides/slide88.xml" ContentType="application/vnd.openxmlformats-officedocument.presentationml.slide+xml"/>
  <Override PartName="/ppt/slides/slide29.xml" ContentType="application/vnd.openxmlformats-officedocument.presentationml.slide+xml"/>
  <Override PartName="/ppt/slides/slide190.xml" ContentType="application/vnd.openxmlformats-officedocument.presentationml.slide+xml"/>
  <Override PartName="/ppt/slides/slide101.xml" ContentType="application/vnd.openxmlformats-officedocument.presentationml.slide+xml"/>
  <Override PartName="/ppt/slides/slide170.xml" ContentType="application/vnd.openxmlformats-officedocument.presentationml.slide+xml"/>
  <Override PartName="/ppt/slides/slide33.xml" ContentType="application/vnd.openxmlformats-officedocument.presentationml.slide+xml"/>
  <Override PartName="/ppt/slides/slide197.xml" ContentType="application/vnd.openxmlformats-officedocument.presentationml.slide+xml"/>
  <Override PartName="/ppt/slides/slide157.xml" ContentType="application/vnd.openxmlformats-officedocument.presentationml.slide+xml"/>
  <Override PartName="/ppt/slides/slide130.xml" ContentType="application/vnd.openxmlformats-officedocument.presentationml.slide+xml"/>
  <Override PartName="/ppt/slides/slide46.xml" ContentType="application/vnd.openxmlformats-officedocument.presentationml.slide+xml"/>
  <Override PartName="/ppt/slides/slide131.xml" ContentType="application/vnd.openxmlformats-officedocument.presentationml.slide+xml"/>
  <Override PartName="/ppt/slides/slide53.xml" ContentType="application/vnd.openxmlformats-officedocument.presentationml.slide+xml"/>
  <Override PartName="/ppt/slides/slide160.xml" ContentType="application/vnd.openxmlformats-officedocument.presentationml.slide+xml"/>
  <Override PartName="/ppt/slides/slide9.xml" ContentType="application/vnd.openxmlformats-officedocument.presentationml.slide+xml"/>
  <Override PartName="/ppt/slides/slide128.xml" ContentType="application/vnd.openxmlformats-officedocument.presentationml.slide+xml"/>
  <Override PartName="/ppt/slides/slide74.xml" ContentType="application/vnd.openxmlformats-officedocument.presentationml.slide+xml"/>
  <Override PartName="/ppt/slides/slide165.xml" ContentType="application/vnd.openxmlformats-officedocument.presentationml.slide+xml"/>
  <Override PartName="/ppt/slides/slide158.xml" ContentType="application/vnd.openxmlformats-officedocument.presentationml.slide+xml"/>
  <Override PartName="/ppt/slides/slide36.xml" ContentType="application/vnd.openxmlformats-officedocument.presentationml.slide+xml"/>
  <Override PartName="/ppt/slides/slide142.xml" ContentType="application/vnd.openxmlformats-officedocument.presentationml.slide+xml"/>
  <Override PartName="/ppt/slides/slide78.xml" ContentType="application/vnd.openxmlformats-officedocument.presentationml.slide+xml"/>
  <Override PartName="/ppt/slides/slide31.xml" ContentType="application/vnd.openxmlformats-officedocument.presentationml.slide+xml"/>
  <Override PartName="/ppt/slides/slide140.xml" ContentType="application/vnd.openxmlformats-officedocument.presentationml.slide+xml"/>
  <Override PartName="/ppt/slides/slide184.xml" ContentType="application/vnd.openxmlformats-officedocument.presentationml.slide+xml"/>
  <Override PartName="/ppt/slides/slide13.xml" ContentType="application/vnd.openxmlformats-officedocument.presentationml.slide+xml"/>
  <Override PartName="/ppt/slides/slide97.xml" ContentType="application/vnd.openxmlformats-officedocument.presentationml.slide+xml"/>
  <Override PartName="/ppt/slides/slide129.xml" ContentType="application/vnd.openxmlformats-officedocument.presentationml.slide+xml"/>
  <Override PartName="/ppt/slides/slide141.xml" ContentType="application/vnd.openxmlformats-officedocument.presentationml.slide+xml"/>
  <Override PartName="/ppt/slides/slide86.xml" ContentType="application/vnd.openxmlformats-officedocument.presentationml.slide+xml"/>
  <Override PartName="/ppt/slides/slide180.xml" ContentType="application/vnd.openxmlformats-officedocument.presentationml.slide+xml"/>
  <Override PartName="/ppt/slides/slide196.xml" ContentType="application/vnd.openxmlformats-officedocument.presentationml.slide+xml"/>
  <Override PartName="/ppt/slides/slide100.xml" ContentType="application/vnd.openxmlformats-officedocument.presentationml.slide+xml"/>
  <Override PartName="/ppt/slides/slide83.xml" ContentType="application/vnd.openxmlformats-officedocument.presentationml.slide+xml"/>
  <Override PartName="/ppt/slides/slide139.xml" ContentType="application/vnd.openxmlformats-officedocument.presentationml.slide+xml"/>
  <Override PartName="/ppt/slides/slide147.xml" ContentType="application/vnd.openxmlformats-officedocument.presentationml.slide+xml"/>
  <Override PartName="/ppt/slides/slide119.xml" ContentType="application/vnd.openxmlformats-officedocument.presentationml.slide+xml"/>
  <Override PartName="/ppt/slides/slide137.xml" ContentType="application/vnd.openxmlformats-officedocument.presentationml.slide+xml"/>
  <Override PartName="/ppt/slides/slide108.xml" ContentType="application/vnd.openxmlformats-officedocument.presentationml.slide+xml"/>
  <Override PartName="/ppt/slides/slide145.xml" ContentType="application/vnd.openxmlformats-officedocument.presentationml.slide+xml"/>
  <Override PartName="/ppt/slides/slide166.xml" ContentType="application/vnd.openxmlformats-officedocument.presentationml.slide+xml"/>
  <Override PartName="/ppt/slides/slide102.xml" ContentType="application/vnd.openxmlformats-officedocument.presentationml.slide+xml"/>
  <Override PartName="/ppt/slides/slide92.xml" ContentType="application/vnd.openxmlformats-officedocument.presentationml.slide+xml"/>
  <Override PartName="/ppt/slides/slide168.xml" ContentType="application/vnd.openxmlformats-officedocument.presentationml.slide+xml"/>
  <Override PartName="/ppt/slides/slide110.xml" ContentType="application/vnd.openxmlformats-officedocument.presentationml.slide+xml"/>
  <Override PartName="/ppt/slides/slide38.xml" ContentType="application/vnd.openxmlformats-officedocument.presentationml.slide+xml"/>
  <Override PartName="/ppt/slides/slide54.xml" ContentType="application/vnd.openxmlformats-officedocument.presentationml.slide+xml"/>
  <Override PartName="/ppt/slides/slide116.xml" ContentType="application/vnd.openxmlformats-officedocument.presentationml.slide+xml"/>
  <Override PartName="/ppt/slides/slide150.xml" ContentType="application/vnd.openxmlformats-officedocument.presentationml.slide+xml"/>
  <Override PartName="/ppt/slides/slide136.xml" ContentType="application/vnd.openxmlformats-officedocument.presentationml.slide+xml"/>
  <Override PartName="/ppt/slides/slide24.xml" ContentType="application/vnd.openxmlformats-officedocument.presentationml.slide+xml"/>
  <Override PartName="/ppt/slides/slide162.xml" ContentType="application/vnd.openxmlformats-officedocument.presentationml.slide+xml"/>
  <Override PartName="/ppt/slides/slide56.xml" ContentType="application/vnd.openxmlformats-officedocument.presentationml.slide+xml"/>
  <Override PartName="/ppt/slides/slide189.xml" ContentType="application/vnd.openxmlformats-officedocument.presentationml.slide+xml"/>
  <Override PartName="/ppt/slides/slide117.xml" ContentType="application/vnd.openxmlformats-officedocument.presentationml.slide+xml"/>
  <Override PartName="/ppt/slides/slide79.xml" ContentType="application/vnd.openxmlformats-officedocument.presentationml.slide+xml"/>
  <Override PartName="/ppt/slides/slide152.xml" ContentType="application/vnd.openxmlformats-officedocument.presentationml.slide+xml"/>
  <Override PartName="/ppt/slides/slide161.xml" ContentType="application/vnd.openxmlformats-officedocument.presentationml.slide+xml"/>
  <Override PartName="/ppt/slides/slide95.xml" ContentType="application/vnd.openxmlformats-officedocument.presentationml.slide+xml"/>
  <Override PartName="/ppt/slides/slide169.xml" ContentType="application/vnd.openxmlformats-officedocument.presentationml.slide+xml"/>
  <Override PartName="/ppt/slides/slide59.xml" ContentType="application/vnd.openxmlformats-officedocument.presentationml.slide+xml"/>
  <Override PartName="/ppt/slides/slide134.xml" ContentType="application/vnd.openxmlformats-officedocument.presentationml.slide+xml"/>
  <Override PartName="/ppt/slides/slide198.xml" ContentType="application/vnd.openxmlformats-officedocument.presentationml.slide+xml"/>
  <Override PartName="/ppt/slides/slide151.xml" ContentType="application/vnd.openxmlformats-officedocument.presentationml.slide+xml"/>
  <Override PartName="/ppt/slides/slide37.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42.xml" ContentType="application/vnd.openxmlformats-officedocument.presentationml.slide+xml"/>
  <Override PartName="/ppt/slides/slide154.xml" ContentType="application/vnd.openxmlformats-officedocument.presentationml.slide+xml"/>
  <Override PartName="/ppt/slides/slide148.xml" ContentType="application/vnd.openxmlformats-officedocument.presentationml.slide+xml"/>
  <Override PartName="/ppt/slides/slide164.xml" ContentType="application/vnd.openxmlformats-officedocument.presentationml.slide+xml"/>
  <Override PartName="/ppt/slides/slide47.xml" ContentType="application/vnd.openxmlformats-officedocument.presentationml.slide+xml"/>
  <Override PartName="/ppt/slides/slide178.xml" ContentType="application/vnd.openxmlformats-officedocument.presentationml.slide+xml"/>
  <Override PartName="/ppt/slides/slide16.xml" ContentType="application/vnd.openxmlformats-officedocument.presentationml.slide+xml"/>
  <Override PartName="/ppt/slides/slide199.xml" ContentType="application/vnd.openxmlformats-officedocument.presentationml.slide+xml"/>
  <Override PartName="/ppt/slides/slide34.xml" ContentType="application/vnd.openxmlformats-officedocument.presentationml.slide+xml"/>
  <Override PartName="/ppt/slides/slide132.xml" ContentType="application/vnd.openxmlformats-officedocument.presentationml.slide+xml"/>
  <Override PartName="/ppt/slides/slide156.xml" ContentType="application/vnd.openxmlformats-officedocument.presentationml.slide+xml"/>
  <Override PartName="/ppt/slides/slide163.xml" ContentType="application/vnd.openxmlformats-officedocument.presentationml.slide+xml"/>
  <Override PartName="/ppt/slides/slide146.xml" ContentType="application/vnd.openxmlformats-officedocument.presentationml.slide+xml"/>
  <Override PartName="/ppt/slides/slide159.xml" ContentType="application/vnd.openxmlformats-officedocument.presentationml.slide+xml"/>
  <Override PartName="/ppt/slides/slide155.xml" ContentType="application/vnd.openxmlformats-officedocument.presentationml.slide+xml"/>
  <Override PartName="/ppt/slides/slide153.xml" ContentType="application/vnd.openxmlformats-officedocument.presentationml.slide+xml"/>
  <Override PartName="/ppt/slides/slide14.xml" ContentType="application/vnd.openxmlformats-officedocument.presentationml.slide+xml"/>
  <Override PartName="/ppt/slides/slide125.xml" ContentType="application/vnd.openxmlformats-officedocument.presentationml.slide+xml"/>
  <Override PartName="/ppt/slides/slide201.xml" ContentType="application/vnd.openxmlformats-officedocument.presentationml.slide+xml"/>
  <Override PartName="/ppt/slides/slide149.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179.xml" ContentType="application/vnd.openxmlformats-officedocument.presentationml.slide+xml"/>
  <Override PartName="/ppt/slides/slide51.xml" ContentType="application/vnd.openxmlformats-officedocument.presentationml.slide+xml"/>
  <Override PartName="/ppt/slides/slide4.xml" ContentType="application/vnd.openxmlformats-officedocument.presentationml.slide+xml"/>
  <Override PartName="/ppt/slides/slide175.xml" ContentType="application/vnd.openxmlformats-officedocument.presentationml.slide+xml"/>
  <Override PartName="/ppt/slides/slide182.xml" ContentType="application/vnd.openxmlformats-officedocument.presentationml.slide+xml"/>
  <Override PartName="/ppt/slides/slide6.xml" ContentType="application/vnd.openxmlformats-officedocument.presentationml.slide+xml"/>
  <Override PartName="/ppt/slides/slide45.xml" ContentType="application/vnd.openxmlformats-officedocument.presentationml.slide+xml"/>
  <Override PartName="/ppt/slides/slide183.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105.xml" ContentType="application/vnd.openxmlformats-officedocument.presentationml.slide+xml"/>
  <Override PartName="/ppt/slides/slide55.xml" ContentType="application/vnd.openxmlformats-officedocument.presentationml.slide+xml"/>
  <Override PartName="/ppt/slides/slide143.xml" ContentType="application/vnd.openxmlformats-officedocument.presentationml.slide+xml"/>
  <Override PartName="/ppt/slides/slide41.xml" ContentType="application/vnd.openxmlformats-officedocument.presentationml.slide+xml"/>
  <Override PartName="/ppt/slides/slide98.xml" ContentType="application/vnd.openxmlformats-officedocument.presentationml.slide+xml"/>
  <Override PartName="/ppt/slides/slide23.xml" ContentType="application/vnd.openxmlformats-officedocument.presentationml.slide+xml"/>
  <Override PartName="/ppt/slides/slide200.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5.xml" ContentType="application/vnd.openxmlformats-officedocument.presentationml.slide+xml"/>
  <Override PartName="/ppt/slides/slide80.xml" ContentType="application/vnd.openxmlformats-officedocument.presentationml.slide+xml"/>
  <Override PartName="/ppt/slides/slide20.xml" ContentType="application/vnd.openxmlformats-officedocument.presentationml.slide+xml"/>
  <Override PartName="/ppt/slides/slide173.xml" ContentType="application/vnd.openxmlformats-officedocument.presentationml.slide+xml"/>
  <Override PartName="/ppt/slides/slide90.xml" ContentType="application/vnd.openxmlformats-officedocument.presentationml.slide+xml"/>
  <Override PartName="/ppt/slides/slide103.xml" ContentType="application/vnd.openxmlformats-officedocument.presentationml.slide+xml"/>
  <Override PartName="/ppt/slides/slide11.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50.xml" ContentType="application/vnd.openxmlformats-officedocument.presentationml.slide+xml"/>
  <Override PartName="/ppt/slides/slide15.xml" ContentType="application/vnd.openxmlformats-officedocument.presentationml.slide+xml"/>
  <Override PartName="/ppt/slides/slide126.xml" ContentType="application/vnd.openxmlformats-officedocument.presentationml.slide+xml"/>
  <Override PartName="/ppt/slides/slide10.xml" ContentType="application/vnd.openxmlformats-officedocument.presentationml.slide+xml"/>
  <Override PartName="/ppt/slides/slide172.xml" ContentType="application/vnd.openxmlformats-officedocument.presentationml.slide+xml"/>
  <Override PartName="/ppt/slides/slide62.xml" ContentType="application/vnd.openxmlformats-officedocument.presentationml.slide+xml"/>
  <Override PartName="/ppt/slides/slide104.xml" ContentType="application/vnd.openxmlformats-officedocument.presentationml.slide+xml"/>
  <Override PartName="/ppt/slides/slide144.xml" ContentType="application/vnd.openxmlformats-officedocument.presentationml.slide+xml"/>
  <Override PartName="/ppt/slides/slide25.xml" ContentType="application/vnd.openxmlformats-officedocument.presentationml.slide+xml"/>
  <Override PartName="/ppt/slides/slide114.xml" ContentType="application/vnd.openxmlformats-officedocument.presentationml.slide+xml"/>
  <Override PartName="/ppt/slides/slide21.xml" ContentType="application/vnd.openxmlformats-officedocument.presentationml.slide+xml"/>
  <Override PartName="/ppt/slides/slide193.xml" ContentType="application/vnd.openxmlformats-officedocument.presentationml.slide+xml"/>
  <Override PartName="/ppt/slides/slide66.xml" ContentType="application/vnd.openxmlformats-officedocument.presentationml.slide+xml"/>
  <Override PartName="/ppt/slides/slide138.xml" ContentType="application/vnd.openxmlformats-officedocument.presentationml.slide+xml"/>
  <Override PartName="/ppt/slides/slide49.xml" ContentType="application/vnd.openxmlformats-officedocument.presentationml.slide+xml"/>
  <Override PartName="/ppt/slides/slide68.xml" ContentType="application/vnd.openxmlformats-officedocument.presentationml.slide+xml"/>
  <Override PartName="/ppt/slides/slide99.xml" ContentType="application/vnd.openxmlformats-officedocument.presentationml.slide+xml"/>
  <Override PartName="/ppt/slides/slide57.xml" ContentType="application/vnd.openxmlformats-officedocument.presentationml.slide+xml"/>
  <Override PartName="/ppt/slides/slide171.xml" ContentType="application/vnd.openxmlformats-officedocument.presentationml.slide+xml"/>
  <Override PartName="/ppt/slides/slide48.xml" ContentType="application/vnd.openxmlformats-officedocument.presentationml.slide+xml"/>
  <Override PartName="/ppt/slides/slide3.xml" ContentType="application/vnd.openxmlformats-officedocument.presentationml.slide+xml"/>
  <Override PartName="/ppt/slides/slide135.xml" ContentType="application/vnd.openxmlformats-officedocument.presentationml.slide+xml"/>
  <Override PartName="/ppt/slides/slide8.xml" ContentType="application/vnd.openxmlformats-officedocument.presentationml.slide+xml"/>
  <Override PartName="/ppt/slides/slide84.xml" ContentType="application/vnd.openxmlformats-officedocument.presentationml.slide+xml"/>
  <Override PartName="/ppt/slides/slide81.xml" ContentType="application/vnd.openxmlformats-officedocument.presentationml.slide+xml"/>
  <Override PartName="/ppt/slides/slide188.xml" ContentType="application/vnd.openxmlformats-officedocument.presentationml.slide+xml"/>
  <Override PartName="/ppt/slides/slide91.xml" ContentType="application/vnd.openxmlformats-officedocument.presentationml.slide+xml"/>
  <Override PartName="/ppt/slides/slide1.xml" ContentType="application/vnd.openxmlformats-officedocument.presentationml.slide+xml"/>
  <Override PartName="/ppt/slides/slide167.xml" ContentType="application/vnd.openxmlformats-officedocument.presentationml.slide+xml"/>
  <Override PartName="/ppt/slides/slide32.xml" ContentType="application/vnd.openxmlformats-officedocument.presentationml.slide+xml"/>
  <Override PartName="/ppt/slides/slide93.xml" ContentType="application/vnd.openxmlformats-officedocument.presentationml.slide+xml"/>
  <Override PartName="/ppt/slides/slide7.xml" ContentType="application/vnd.openxmlformats-officedocument.presentationml.slide+xml"/>
  <Override PartName="/ppt/slides/slide113.xml" ContentType="application/vnd.openxmlformats-officedocument.presentationml.slide+xml"/>
  <Override PartName="/ppt/slides/slide12.xml" ContentType="application/vnd.openxmlformats-officedocument.presentationml.slide+xml"/>
  <Override PartName="/ppt/slides/slide82.xml" ContentType="application/vnd.openxmlformats-officedocument.presentationml.slide+xml"/>
  <Override PartName="/ppt/slides/slide2.xml" ContentType="application/vnd.openxmlformats-officedocument.presentationml.slide+xml"/>
  <Override PartName="/ppt/slides/slide96.xml" ContentType="application/vnd.openxmlformats-officedocument.presentationml.slide+xml"/>
  <Override PartName="/ppt/slides/slide28.xml" ContentType="application/vnd.openxmlformats-officedocument.presentationml.slide+xml"/>
  <Override PartName="/ppt/notesSlides/notesSlide134.xml" ContentType="application/vnd.openxmlformats-officedocument.presentationml.notesSlide+xml"/>
  <Override PartName="/ppt/notesSlides/notesSlide73.xml" ContentType="application/vnd.openxmlformats-officedocument.presentationml.notesSlide+xml"/>
  <Override PartName="/ppt/notesSlides/notesSlide132.xml" ContentType="application/vnd.openxmlformats-officedocument.presentationml.notesSlide+xml"/>
  <Override PartName="/ppt/notesSlides/notesSlide131.xml" ContentType="application/vnd.openxmlformats-officedocument.presentationml.notesSlide+xml"/>
  <Override PartName="/ppt/notesSlides/notesSlide124.xml" ContentType="application/vnd.openxmlformats-officedocument.presentationml.notesSlide+xml"/>
  <Override PartName="/ppt/notesSlides/notesSlide192.xml" ContentType="application/vnd.openxmlformats-officedocument.presentationml.notesSlide+xml"/>
  <Override PartName="/ppt/notesSlides/notesSlide63.xml" ContentType="application/vnd.openxmlformats-officedocument.presentationml.notesSlide+xml"/>
  <Override PartName="/ppt/notesSlides/notesSlide191.xml" ContentType="application/vnd.openxmlformats-officedocument.presentationml.notesSlide+xml"/>
  <Override PartName="/ppt/notesSlides/notesSlide60.xml" ContentType="application/vnd.openxmlformats-officedocument.presentationml.notesSlide+xml"/>
  <Override PartName="/ppt/notesSlides/notesSlide114.xml" ContentType="application/vnd.openxmlformats-officedocument.presentationml.notesSlide+xml"/>
  <Override PartName="/ppt/notesSlides/notesSlide54.xml" ContentType="application/vnd.openxmlformats-officedocument.presentationml.notesSlide+xml"/>
  <Override PartName="/ppt/notesSlides/notesSlide181.xml" ContentType="application/vnd.openxmlformats-officedocument.presentationml.notesSlide+xml"/>
  <Override PartName="/ppt/notesSlides/notesSlide180.xml" ContentType="application/vnd.openxmlformats-officedocument.presentationml.notesSlide+xml"/>
  <Override PartName="/ppt/notesSlides/notesSlide110.xml" ContentType="application/vnd.openxmlformats-officedocument.presentationml.notesSlide+xml"/>
  <Override PartName="/ppt/notesSlides/notesSlide109.xml" ContentType="application/vnd.openxmlformats-officedocument.presentationml.notesSlide+xml"/>
  <Override PartName="/ppt/notesSlides/notesSlide49.xml" ContentType="application/vnd.openxmlformats-officedocument.presentationml.notesSlide+xml"/>
  <Override PartName="/ppt/notesSlides/notesSlide177.xml" ContentType="application/vnd.openxmlformats-officedocument.presentationml.notesSlide+xml"/>
  <Override PartName="/ppt/notesSlides/notesSlide48.xml" ContentType="application/vnd.openxmlformats-officedocument.presentationml.notesSlide+xml"/>
  <Override PartName="/ppt/notesSlides/notesSlide107.xml" ContentType="application/vnd.openxmlformats-officedocument.presentationml.notesSlide+xml"/>
  <Override PartName="/ppt/notesSlides/notesSlide47.xml" ContentType="application/vnd.openxmlformats-officedocument.presentationml.notesSlide+xml"/>
  <Override PartName="/ppt/notesSlides/notesSlide175.xml" ContentType="application/vnd.openxmlformats-officedocument.presentationml.notesSlide+xml"/>
  <Override PartName="/ppt/notesSlides/notesSlide106.xml" ContentType="application/vnd.openxmlformats-officedocument.presentationml.notesSlide+xml"/>
  <Override PartName="/ppt/notesSlides/notesSlide46.xml" ContentType="application/vnd.openxmlformats-officedocument.presentationml.notesSlide+xml"/>
  <Override PartName="/ppt/notesSlides/notesSlide190.xml" ContentType="application/vnd.openxmlformats-officedocument.presentationml.notesSlide+xml"/>
  <Override PartName="/ppt/notesSlides/notesSlide173.xml" ContentType="application/vnd.openxmlformats-officedocument.presentationml.notesSlide+xml"/>
  <Override PartName="/ppt/notesSlides/notesSlide104.xml" ContentType="application/vnd.openxmlformats-officedocument.presentationml.notesSlide+xml"/>
  <Override PartName="/ppt/notesSlides/notesSlide44.xml" ContentType="application/vnd.openxmlformats-officedocument.presentationml.notesSlide+xml"/>
  <Override PartName="/ppt/notesSlides/notesSlide172.xml" ContentType="application/vnd.openxmlformats-officedocument.presentationml.notesSlide+xml"/>
  <Override PartName="/ppt/notesSlides/notesSlide103.xml" ContentType="application/vnd.openxmlformats-officedocument.presentationml.notesSlide+xml"/>
  <Override PartName="/ppt/notesSlides/notesSlide171.xml" ContentType="application/vnd.openxmlformats-officedocument.presentationml.notesSlide+xml"/>
  <Override PartName="/ppt/notesSlides/notesSlide42.xml" ContentType="application/vnd.openxmlformats-officedocument.presentationml.notesSlide+xml"/>
  <Override PartName="/ppt/notesSlides/notesSlide122.xml" ContentType="application/vnd.openxmlformats-officedocument.presentationml.notesSlide+xml"/>
  <Override PartName="/ppt/notesSlides/notesSlide170.xml" ContentType="application/vnd.openxmlformats-officedocument.presentationml.notesSlide+xml"/>
  <Override PartName="/ppt/notesSlides/notesSlide101.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99.xml" ContentType="application/vnd.openxmlformats-officedocument.presentationml.notesSlide+xml"/>
  <Override PartName="/ppt/notesSlides/notesSlide159.xml" ContentType="application/vnd.openxmlformats-officedocument.presentationml.notesSlide+xml"/>
  <Override PartName="/ppt/notesSlides/notesSlide20.xml" ContentType="application/vnd.openxmlformats-officedocument.presentationml.notes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26.xml" ContentType="application/vnd.openxmlformats-officedocument.presentationml.notesSlide+xml"/>
  <Override PartName="/ppt/notesSlides/notesSlide15.xml" ContentType="application/vnd.openxmlformats-officedocument.presentationml.notesSlide+xml"/>
  <Override PartName="/ppt/notesSlides/notesSlide67.xml" ContentType="application/vnd.openxmlformats-officedocument.presentationml.notesSlide+xml"/>
  <Override PartName="/ppt/notesSlides/notesSlide143.xml" ContentType="application/vnd.openxmlformats-officedocument.presentationml.notesSlide+xml"/>
  <Override PartName="/ppt/notesSlides/notesSlide161.xml" ContentType="application/vnd.openxmlformats-officedocument.presentationml.notesSlide+xml"/>
  <Override PartName="/ppt/notesSlides/notesSlide70.xml" ContentType="application/vnd.openxmlformats-officedocument.presentationml.notesSlide+xml"/>
  <Override PartName="/ppt/notesSlides/notesSlide82.xml" ContentType="application/vnd.openxmlformats-officedocument.presentationml.notesSlide+xml"/>
  <Override PartName="/ppt/notesSlides/notesSlide113.xml" ContentType="application/vnd.openxmlformats-officedocument.presentationml.notesSlide+xml"/>
  <Override PartName="/ppt/notesSlides/notesSlide89.xml" ContentType="application/vnd.openxmlformats-officedocument.presentationml.notesSlide+xml"/>
  <Override PartName="/ppt/notesSlides/notesSlide142.xml" ContentType="application/vnd.openxmlformats-officedocument.presentationml.notesSlide+xml"/>
  <Override PartName="/ppt/notesSlides/notesSlide149.xml" ContentType="application/vnd.openxmlformats-officedocument.presentationml.notesSlide+xml"/>
  <Override PartName="/ppt/notesSlides/notesSlide14.xml" ContentType="application/vnd.openxmlformats-officedocument.presentationml.notesSlide+xml"/>
  <Override PartName="/ppt/notesSlides/notesSlide141.xml" ContentType="application/vnd.openxmlformats-officedocument.presentationml.notesSlide+xml"/>
  <Override PartName="/ppt/notesSlides/notesSlide111.xml" ContentType="application/vnd.openxmlformats-officedocument.presentationml.notesSlide+xml"/>
  <Override PartName="/ppt/notesSlides/notesSlide80.xml" ContentType="application/vnd.openxmlformats-officedocument.presentationml.notesSlide+xml"/>
  <Override PartName="/ppt/notesSlides/notesSlide12.xml" ContentType="application/vnd.openxmlformats-officedocument.presentationml.notesSlide+xml"/>
  <Override PartName="/ppt/notesSlides/notesSlide140.xml" ContentType="application/vnd.openxmlformats-officedocument.presentationml.notesSlide+xml"/>
  <Override PartName="/ppt/notesSlides/notesSlide81.xml" ContentType="application/vnd.openxmlformats-officedocument.presentationml.notesSlide+xml"/>
  <Override PartName="/ppt/notesSlides/notesSlide11.xml" ContentType="application/vnd.openxmlformats-officedocument.presentationml.notesSlide+xml"/>
  <Override PartName="/ppt/notesSlides/notesSlide183.xml" ContentType="application/vnd.openxmlformats-officedocument.presentationml.notesSlide+xml"/>
  <Override PartName="/ppt/notesSlides/notesSlide115.xml" ContentType="application/vnd.openxmlformats-officedocument.presentationml.notesSlide+xml"/>
  <Override PartName="/ppt/notesSlides/notesSlide3.xml" ContentType="application/vnd.openxmlformats-officedocument.presentationml.notesSlide+xml"/>
  <Override PartName="/ppt/notesSlides/notesSlide158.xml" ContentType="application/vnd.openxmlformats-officedocument.presentationml.notesSlide+xml"/>
  <Override PartName="/ppt/notesSlides/notesSlide33.xml" ContentType="application/vnd.openxmlformats-officedocument.presentationml.notesSlide+xml"/>
  <Override PartName="/ppt/notesSlides/notesSlide28.xml" ContentType="application/vnd.openxmlformats-officedocument.presentationml.notesSlide+xml"/>
  <Override PartName="/ppt/notesSlides/notesSlide116.xml" ContentType="application/vnd.openxmlformats-officedocument.presentationml.notesSlide+xml"/>
  <Override PartName="/ppt/notesSlides/notesSlide1.xml" ContentType="application/vnd.openxmlformats-officedocument.presentationml.notesSlide+xml"/>
  <Override PartName="/ppt/notesSlides/notesSlide184.xml" ContentType="application/vnd.openxmlformats-officedocument.presentationml.notesSlide+xml"/>
  <Override PartName="/ppt/notesSlides/notesSlide179.xml" ContentType="application/vnd.openxmlformats-officedocument.presentationml.notesSlide+xml"/>
  <Override PartName="/ppt/notesSlides/notesSlide144.xml" ContentType="application/vnd.openxmlformats-officedocument.presentationml.notesSlide+xml"/>
  <Override PartName="/ppt/notesSlides/notesSlide117.xml" ContentType="application/vnd.openxmlformats-officedocument.presentationml.notesSlide+xml"/>
  <Override PartName="/ppt/notesSlides/notesSlide43.xml" ContentType="application/vnd.openxmlformats-officedocument.presentationml.notesSlide+xml"/>
  <Override PartName="/ppt/notesSlides/notesSlide87.xml" ContentType="application/vnd.openxmlformats-officedocument.presentationml.notesSlide+xml"/>
  <Override PartName="/ppt/notesSlides/notesSlide185.xml" ContentType="application/vnd.openxmlformats-officedocument.presentationml.notesSlide+xml"/>
  <Override PartName="/ppt/notesSlides/notesSlide156.xml" ContentType="application/vnd.openxmlformats-officedocument.presentationml.notesSlide+xml"/>
  <Override PartName="/ppt/notesSlides/notesSlide75.xml" ContentType="application/vnd.openxmlformats-officedocument.presentationml.notesSlide+xml"/>
  <Override PartName="/ppt/notesSlides/notesSlide168.xml" ContentType="application/vnd.openxmlformats-officedocument.presentationml.notesSlide+xml"/>
  <Override PartName="/ppt/notesSlides/notesSlide178.xml" ContentType="application/vnd.openxmlformats-officedocument.presentationml.notesSlide+xml"/>
  <Override PartName="/ppt/notesSlides/notesSlide71.xml" ContentType="application/vnd.openxmlformats-officedocument.presentationml.notesSlide+xml"/>
  <Override PartName="/ppt/notesSlides/notesSlide167.xml" ContentType="application/vnd.openxmlformats-officedocument.presentationml.notesSlide+xml"/>
  <Override PartName="/ppt/notesSlides/notesSlide121.xml" ContentType="application/vnd.openxmlformats-officedocument.presentationml.notesSlide+xml"/>
  <Override PartName="/ppt/notesSlides/notesSlide188.xml" ContentType="application/vnd.openxmlformats-officedocument.presentationml.notesSlide+xml"/>
  <Override PartName="/ppt/notesSlides/notesSlide182.xml" ContentType="application/vnd.openxmlformats-officedocument.presentationml.notesSlide+xml"/>
  <Override PartName="/ppt/notesSlides/notesSlide189.xml" ContentType="application/vnd.openxmlformats-officedocument.presentationml.notesSlide+xml"/>
  <Override PartName="/ppt/notesSlides/notesSlide200.xml" ContentType="application/vnd.openxmlformats-officedocument.presentationml.notesSlide+xml"/>
  <Override PartName="/ppt/notesSlides/notesSlide187.xml" ContentType="application/vnd.openxmlformats-officedocument.presentationml.notesSlide+xml"/>
  <Override PartName="/ppt/notesSlides/notesSlide160.xml" ContentType="application/vnd.openxmlformats-officedocument.presentationml.notesSlide+xml"/>
  <Override PartName="/ppt/notesSlides/notesSlide32.xml" ContentType="application/vnd.openxmlformats-officedocument.presentationml.notesSlide+xml"/>
  <Override PartName="/ppt/notesSlides/notesSlide102.xml" ContentType="application/vnd.openxmlformats-officedocument.presentationml.notesSlide+xml"/>
  <Override PartName="/ppt/notesSlides/notesSlide38.xml" ContentType="application/vnd.openxmlformats-officedocument.presentationml.notesSlide+xml"/>
  <Override PartName="/ppt/notesSlides/notesSlide98.xml" ContentType="application/vnd.openxmlformats-officedocument.presentationml.notesSlide+xml"/>
  <Override PartName="/ppt/notesSlides/notesSlide139.xml" ContentType="application/vnd.openxmlformats-officedocument.presentationml.notesSlide+xml"/>
  <Override PartName="/ppt/notesSlides/notesSlide165.xml" ContentType="application/vnd.openxmlformats-officedocument.presentationml.notesSlide+xml"/>
  <Override PartName="/ppt/notesSlides/notesSlide83.xml" ContentType="application/vnd.openxmlformats-officedocument.presentationml.notesSlide+xml"/>
  <Override PartName="/ppt/notesSlides/notesSlide39.xml" ContentType="application/vnd.openxmlformats-officedocument.presentationml.notesSlide+xml"/>
  <Override PartName="/ppt/notesSlides/notesSlide148.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123.xml" ContentType="application/vnd.openxmlformats-officedocument.presentationml.notesSlide+xml"/>
  <Override PartName="/ppt/notesSlides/notesSlide36.xml" ContentType="application/vnd.openxmlformats-officedocument.presentationml.notesSlide+xml"/>
  <Override PartName="/ppt/notesSlides/notesSlide162.xml" ContentType="application/vnd.openxmlformats-officedocument.presentationml.notesSlide+xml"/>
  <Override PartName="/ppt/notesSlides/notesSlide2.xml" ContentType="application/vnd.openxmlformats-officedocument.presentationml.notesSlide+xml"/>
  <Override PartName="/ppt/notesSlides/notesSlide27.xml" ContentType="application/vnd.openxmlformats-officedocument.presentationml.notesSlide+xml"/>
  <Override PartName="/ppt/notesSlides/notesSlide176.xml" ContentType="application/vnd.openxmlformats-officedocument.presentationml.notesSlide+xml"/>
  <Override PartName="/ppt/notesSlides/notesSlide198.xml" ContentType="application/vnd.openxmlformats-officedocument.presentationml.notesSlide+xml"/>
  <Override PartName="/ppt/notesSlides/notesSlide169.xml" ContentType="application/vnd.openxmlformats-officedocument.presentationml.notesSlide+xml"/>
  <Override PartName="/ppt/notesSlides/notesSlide201.xml" ContentType="application/vnd.openxmlformats-officedocument.presentationml.notesSlide+xml"/>
  <Override PartName="/ppt/notesSlides/notesSlide25.xml" ContentType="application/vnd.openxmlformats-officedocument.presentationml.notesSlide+xml"/>
  <Override PartName="/ppt/notesSlides/notesSlide174.xml" ContentType="application/vnd.openxmlformats-officedocument.presentationml.notesSlide+xml"/>
  <Override PartName="/ppt/notesSlides/notesSlide164.xml" ContentType="application/vnd.openxmlformats-officedocument.presentationml.notesSlide+xml"/>
  <Override PartName="/ppt/notesSlides/notesSlide138.xml" ContentType="application/vnd.openxmlformats-officedocument.presentationml.notesSlide+xml"/>
  <Override PartName="/ppt/notesSlides/notesSlide91.xml" ContentType="application/vnd.openxmlformats-officedocument.presentationml.notesSlide+xml"/>
  <Override PartName="/ppt/notesSlides/notesSlide34.xml" ContentType="application/vnd.openxmlformats-officedocument.presentationml.notesSlide+xml"/>
  <Override PartName="/ppt/notesSlides/notesSlide94.xml" ContentType="application/vnd.openxmlformats-officedocument.presentationml.notesSlide+xml"/>
  <Override PartName="/ppt/notesSlides/notesSlide31.xml" ContentType="application/vnd.openxmlformats-officedocument.presentationml.notesSlide+xml"/>
  <Override PartName="/ppt/notesSlides/notesSlide163.xml" ContentType="application/vnd.openxmlformats-officedocument.presentationml.notesSlide+xml"/>
  <Override PartName="/ppt/notesSlides/notesSlide52.xml" ContentType="application/vnd.openxmlformats-officedocument.presentationml.notesSlide+xml"/>
  <Override PartName="/ppt/notesSlides/notesSlide154.xml" ContentType="application/vnd.openxmlformats-officedocument.presentationml.notesSlide+xml"/>
  <Override PartName="/ppt/notesSlides/notesSlide30.xml" ContentType="application/vnd.openxmlformats-officedocument.presentationml.notesSlide+xml"/>
  <Override PartName="/ppt/notesSlides/notesSlide125.xml" ContentType="application/vnd.openxmlformats-officedocument.presentationml.notesSlide+xml"/>
  <Override PartName="/ppt/notesSlides/notesSlide120.xml" ContentType="application/vnd.openxmlformats-officedocument.presentationml.notesSlide+xml"/>
  <Override PartName="/ppt/notesSlides/notesSlide16.xml" ContentType="application/vnd.openxmlformats-officedocument.presentationml.notesSlide+xml"/>
  <Override PartName="/ppt/notesSlides/notesSlide24.xml" ContentType="application/vnd.openxmlformats-officedocument.presentationml.notesSlide+xml"/>
  <Override PartName="/ppt/notesSlides/notesSlide84.xml" ContentType="application/vnd.openxmlformats-officedocument.presentationml.notesSlide+xml"/>
  <Override PartName="/ppt/notesSlides/notesSlide133.xml" ContentType="application/vnd.openxmlformats-officedocument.presentationml.notesSlide+xml"/>
  <Override PartName="/ppt/notesSlides/notesSlide7.xml" ContentType="application/vnd.openxmlformats-officedocument.presentationml.notesSlide+xml"/>
  <Override PartName="/ppt/notesSlides/notesSlide151.xml" ContentType="application/vnd.openxmlformats-officedocument.presentationml.notesSlide+xml"/>
  <Override PartName="/ppt/notesSlides/notesSlide128.xml" ContentType="application/vnd.openxmlformats-officedocument.presentationml.notesSlide+xml"/>
  <Override PartName="/ppt/notesSlides/notesSlide186.xml" ContentType="application/vnd.openxmlformats-officedocument.presentationml.notesSlide+xml"/>
  <Override PartName="/ppt/notesSlides/notesSlide93.xml" ContentType="application/vnd.openxmlformats-officedocument.presentationml.notesSlide+xml"/>
  <Override PartName="/ppt/notesSlides/notesSlide58.xml" ContentType="application/vnd.openxmlformats-officedocument.presentationml.notesSlide+xml"/>
  <Override PartName="/ppt/notesSlides/notesSlide97.xml" ContentType="application/vnd.openxmlformats-officedocument.presentationml.notesSlide+xml"/>
  <Override PartName="/ppt/notesSlides/notesSlide4.xml" ContentType="application/vnd.openxmlformats-officedocument.presentationml.notesSlide+xml"/>
  <Override PartName="/ppt/notesSlides/notesSlide136.xml" ContentType="application/vnd.openxmlformats-officedocument.presentationml.notesSlide+xml"/>
  <Override PartName="/ppt/notesSlides/notesSlide21.xml" ContentType="application/vnd.openxmlformats-officedocument.presentationml.notesSlide+xml"/>
  <Override PartName="/ppt/notesSlides/notesSlide130.xml" ContentType="application/vnd.openxmlformats-officedocument.presentationml.notesSlide+xml"/>
  <Override PartName="/ppt/notesSlides/notesSlide152.xml" ContentType="application/vnd.openxmlformats-officedocument.presentationml.notesSlide+xml"/>
  <Override PartName="/ppt/notesSlides/notesSlide18.xml" ContentType="application/vnd.openxmlformats-officedocument.presentationml.notesSlide+xml"/>
  <Override PartName="/ppt/notesSlides/notesSlide55.xml" ContentType="application/vnd.openxmlformats-officedocument.presentationml.notesSlide+xml"/>
  <Override PartName="/ppt/notesSlides/notesSlide194.xml" ContentType="application/vnd.openxmlformats-officedocument.presentationml.notesSlide+xml"/>
  <Override PartName="/ppt/notesSlides/notesSlide51.xml" ContentType="application/vnd.openxmlformats-officedocument.presentationml.notesSlide+xml"/>
  <Override PartName="/ppt/notesSlides/notesSlide79.xml" ContentType="application/vnd.openxmlformats-officedocument.presentationml.notesSlide+xml"/>
  <Override PartName="/ppt/notesSlides/notesSlide76.xml" ContentType="application/vnd.openxmlformats-officedocument.presentationml.notesSlide+xml"/>
  <Override PartName="/ppt/notesSlides/notesSlide6.xml" ContentType="application/vnd.openxmlformats-officedocument.presentationml.notesSlide+xml"/>
  <Override PartName="/ppt/notesSlides/notesSlide59.xml" ContentType="application/vnd.openxmlformats-officedocument.presentationml.notesSlide+xml"/>
  <Override PartName="/ppt/notesSlides/notesSlide5.xml" ContentType="application/vnd.openxmlformats-officedocument.presentationml.notesSlide+xml"/>
  <Override PartName="/ppt/notesSlides/notesSlide197.xml" ContentType="application/vnd.openxmlformats-officedocument.presentationml.notesSlide+xml"/>
  <Override PartName="/ppt/notesSlides/notesSlide137.xml" ContentType="application/vnd.openxmlformats-officedocument.presentationml.notesSlide+xml"/>
  <Override PartName="/ppt/notesSlides/notesSlide112.xml" ContentType="application/vnd.openxmlformats-officedocument.presentationml.notesSlide+xml"/>
  <Override PartName="/ppt/notesSlides/notesSlide77.xml" ContentType="application/vnd.openxmlformats-officedocument.presentationml.notesSlide+xml"/>
  <Override PartName="/ppt/notesSlides/notesSlide193.xml" ContentType="application/vnd.openxmlformats-officedocument.presentationml.notesSlide+xml"/>
  <Override PartName="/ppt/notesSlides/notesSlide9.xml" ContentType="application/vnd.openxmlformats-officedocument.presentationml.notesSlide+xml"/>
  <Override PartName="/ppt/notesSlides/notesSlide195.xml" ContentType="application/vnd.openxmlformats-officedocument.presentationml.notesSlide+xml"/>
  <Override PartName="/ppt/notesSlides/notesSlide127.xml" ContentType="application/vnd.openxmlformats-officedocument.presentationml.notesSlide+xml"/>
  <Override PartName="/ppt/notesSlides/notesSlide29.xml" ContentType="application/vnd.openxmlformats-officedocument.presentationml.notesSlide+xml"/>
  <Override PartName="/ppt/notesSlides/notesSlide78.xml" ContentType="application/vnd.openxmlformats-officedocument.presentationml.notesSlide+xml"/>
  <Override PartName="/ppt/notesSlides/notesSlide196.xml" ContentType="application/vnd.openxmlformats-officedocument.presentationml.notesSlide+xml"/>
  <Override PartName="/ppt/notesSlides/notesSlide118.xml" ContentType="application/vnd.openxmlformats-officedocument.presentationml.notesSlide+xml"/>
  <Override PartName="/ppt/notesSlides/notesSlide155.xml" ContentType="application/vnd.openxmlformats-officedocument.presentationml.notesSlide+xml"/>
  <Override PartName="/ppt/notesSlides/notesSlide68.xml" ContentType="application/vnd.openxmlformats-officedocument.presentationml.notesSlide+xml"/>
  <Override PartName="/ppt/notesSlides/notesSlide92.xml" ContentType="application/vnd.openxmlformats-officedocument.presentationml.notesSlide+xml"/>
  <Override PartName="/ppt/notesSlides/notesSlide8.xml" ContentType="application/vnd.openxmlformats-officedocument.presentationml.notesSlide+xml"/>
  <Override PartName="/ppt/notesSlides/notesSlide100.xml" ContentType="application/vnd.openxmlformats-officedocument.presentationml.notesSlide+xml"/>
  <Override PartName="/ppt/notesSlides/notesSlide153.xml" ContentType="application/vnd.openxmlformats-officedocument.presentationml.notesSlide+xml"/>
  <Override PartName="/ppt/notesSlides/notesSlide166.xml" ContentType="application/vnd.openxmlformats-officedocument.presentationml.notesSlide+xml"/>
  <Override PartName="/ppt/notesSlides/notesSlide150.xml" ContentType="application/vnd.openxmlformats-officedocument.presentationml.notesSlide+xml"/>
  <Override PartName="/ppt/notesSlides/notesSlide22.xml" ContentType="application/vnd.openxmlformats-officedocument.presentationml.notesSlide+xml"/>
  <Override PartName="/ppt/notesSlides/notesSlide90.xml" ContentType="application/vnd.openxmlformats-officedocument.presentationml.notesSlide+xml"/>
  <Override PartName="/ppt/notesSlides/notesSlide72.xml" ContentType="application/vnd.openxmlformats-officedocument.presentationml.notesSlide+xml"/>
  <Override PartName="/ppt/notesSlides/notesSlide13.xml" ContentType="application/vnd.openxmlformats-officedocument.presentationml.notesSlide+xml"/>
  <Override PartName="/ppt/notesSlides/notesSlide129.xml" ContentType="application/vnd.openxmlformats-officedocument.presentationml.notesSlide+xml"/>
  <Override PartName="/ppt/notesSlides/notesSlide69.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05.xml" ContentType="application/vnd.openxmlformats-officedocument.presentationml.notesSlide+xml"/>
  <Override PartName="/ppt/notesSlides/notesSlide17.xml" ContentType="application/vnd.openxmlformats-officedocument.presentationml.notesSlide+xml"/>
  <Override PartName="/ppt/notesSlides/notesSlide199.xml" ContentType="application/vnd.openxmlformats-officedocument.presentationml.notesSlide+xml"/>
  <Override PartName="/ppt/notesSlides/notesSlide126.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45.xml" ContentType="application/vnd.openxmlformats-officedocument.presentationml.notesSlide+xml"/>
  <Override PartName="/ppt/notesSlides/notesSlide37.xml" ContentType="application/vnd.openxmlformats-officedocument.presentationml.notesSlide+xml"/>
  <Override PartName="/ppt/notesSlides/notesSlide147.xml" ContentType="application/vnd.openxmlformats-officedocument.presentationml.notesSlide+xml"/>
  <Override PartName="/ppt/notesSlides/notesSlide135.xml" ContentType="application/vnd.openxmlformats-officedocument.presentationml.notesSlide+xml"/>
  <Override PartName="/ppt/notesSlides/notesSlide19.xml" ContentType="application/vnd.openxmlformats-officedocument.presentationml.notesSlide+xml"/>
  <Override PartName="/ppt/notesSlides/notesSlide95.xml" ContentType="application/vnd.openxmlformats-officedocument.presentationml.notesSlide+xml"/>
  <Override PartName="/ppt/notesSlides/notesSlide74.xml" ContentType="application/vnd.openxmlformats-officedocument.presentationml.notesSlide+xml"/>
  <Override PartName="/ppt/notesSlides/notesSlide10.xml" ContentType="application/vnd.openxmlformats-officedocument.presentationml.notesSlide+xml"/>
  <Override PartName="/ppt/notesSlides/notesSlide157.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microsoft.com/office/2020/02/relationships/classificationlabels" Target="docMetadata/LabelInfo.xml"/><Relationship Id="rId8"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4" r:id="rId3"/>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8.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 Id="rId103" Type="http://schemas.openxmlformats.org/officeDocument/2006/relationships/slide" Target="slides/slide98.xml"/><Relationship Id="rId104" Type="http://schemas.openxmlformats.org/officeDocument/2006/relationships/slide" Target="slides/slide99.xml"/><Relationship Id="rId105" Type="http://schemas.openxmlformats.org/officeDocument/2006/relationships/slide" Target="slides/slide100.xml"/><Relationship Id="rId106" Type="http://schemas.openxmlformats.org/officeDocument/2006/relationships/slide" Target="slides/slide101.xml"/><Relationship Id="rId107" Type="http://schemas.openxmlformats.org/officeDocument/2006/relationships/slide" Target="slides/slide102.xml"/><Relationship Id="rId108" Type="http://schemas.openxmlformats.org/officeDocument/2006/relationships/slide" Target="slides/slide103.xml"/><Relationship Id="rId109" Type="http://schemas.openxmlformats.org/officeDocument/2006/relationships/slide" Target="slides/slide104.xml"/><Relationship Id="rId110" Type="http://schemas.openxmlformats.org/officeDocument/2006/relationships/slide" Target="slides/slide105.xml"/><Relationship Id="rId111" Type="http://schemas.openxmlformats.org/officeDocument/2006/relationships/slide" Target="slides/slide106.xml"/><Relationship Id="rId112" Type="http://schemas.openxmlformats.org/officeDocument/2006/relationships/slide" Target="slides/slide107.xml"/><Relationship Id="rId113" Type="http://schemas.openxmlformats.org/officeDocument/2006/relationships/slide" Target="slides/slide108.xml"/><Relationship Id="rId114" Type="http://schemas.openxmlformats.org/officeDocument/2006/relationships/slide" Target="slides/slide109.xml"/><Relationship Id="rId115" Type="http://schemas.openxmlformats.org/officeDocument/2006/relationships/slide" Target="slides/slide110.xml"/><Relationship Id="rId116" Type="http://schemas.openxmlformats.org/officeDocument/2006/relationships/slide" Target="slides/slide111.xml"/><Relationship Id="rId117" Type="http://schemas.openxmlformats.org/officeDocument/2006/relationships/slide" Target="slides/slide112.xml"/><Relationship Id="rId118" Type="http://schemas.openxmlformats.org/officeDocument/2006/relationships/slide" Target="slides/slide113.xml"/><Relationship Id="rId119" Type="http://schemas.openxmlformats.org/officeDocument/2006/relationships/slide" Target="slides/slide114.xml"/><Relationship Id="rId120" Type="http://schemas.openxmlformats.org/officeDocument/2006/relationships/slide" Target="slides/slide115.xml"/><Relationship Id="rId121" Type="http://schemas.openxmlformats.org/officeDocument/2006/relationships/slide" Target="slides/slide116.xml"/><Relationship Id="rId122" Type="http://schemas.openxmlformats.org/officeDocument/2006/relationships/slide" Target="slides/slide117.xml"/><Relationship Id="rId123" Type="http://schemas.openxmlformats.org/officeDocument/2006/relationships/slide" Target="slides/slide118.xml"/><Relationship Id="rId124" Type="http://schemas.openxmlformats.org/officeDocument/2006/relationships/slide" Target="slides/slide119.xml"/><Relationship Id="rId125" Type="http://schemas.openxmlformats.org/officeDocument/2006/relationships/slide" Target="slides/slide120.xml"/><Relationship Id="rId126" Type="http://schemas.openxmlformats.org/officeDocument/2006/relationships/slide" Target="slides/slide121.xml"/><Relationship Id="rId127" Type="http://schemas.openxmlformats.org/officeDocument/2006/relationships/slide" Target="slides/slide122.xml"/><Relationship Id="rId128" Type="http://schemas.openxmlformats.org/officeDocument/2006/relationships/slide" Target="slides/slide123.xml"/><Relationship Id="rId129" Type="http://schemas.openxmlformats.org/officeDocument/2006/relationships/slide" Target="slides/slide124.xml"/><Relationship Id="rId130" Type="http://schemas.openxmlformats.org/officeDocument/2006/relationships/slide" Target="slides/slide125.xml"/><Relationship Id="rId131" Type="http://schemas.openxmlformats.org/officeDocument/2006/relationships/slide" Target="slides/slide126.xml"/><Relationship Id="rId132" Type="http://schemas.openxmlformats.org/officeDocument/2006/relationships/slide" Target="slides/slide127.xml"/><Relationship Id="rId133" Type="http://schemas.openxmlformats.org/officeDocument/2006/relationships/slide" Target="slides/slide128.xml"/><Relationship Id="rId134" Type="http://schemas.openxmlformats.org/officeDocument/2006/relationships/slide" Target="slides/slide129.xml"/><Relationship Id="rId135" Type="http://schemas.openxmlformats.org/officeDocument/2006/relationships/slide" Target="slides/slide130.xml"/><Relationship Id="rId136" Type="http://schemas.openxmlformats.org/officeDocument/2006/relationships/slide" Target="slides/slide131.xml"/><Relationship Id="rId137" Type="http://schemas.openxmlformats.org/officeDocument/2006/relationships/slide" Target="slides/slide132.xml"/><Relationship Id="rId138" Type="http://schemas.openxmlformats.org/officeDocument/2006/relationships/slide" Target="slides/slide133.xml"/><Relationship Id="rId139" Type="http://schemas.openxmlformats.org/officeDocument/2006/relationships/slide" Target="slides/slide134.xml"/><Relationship Id="rId140" Type="http://schemas.openxmlformats.org/officeDocument/2006/relationships/slide" Target="slides/slide135.xml"/><Relationship Id="rId141" Type="http://schemas.openxmlformats.org/officeDocument/2006/relationships/slide" Target="slides/slide136.xml"/><Relationship Id="rId142" Type="http://schemas.openxmlformats.org/officeDocument/2006/relationships/slide" Target="slides/slide137.xml"/><Relationship Id="rId143" Type="http://schemas.openxmlformats.org/officeDocument/2006/relationships/slide" Target="slides/slide138.xml"/><Relationship Id="rId144" Type="http://schemas.openxmlformats.org/officeDocument/2006/relationships/slide" Target="slides/slide139.xml"/><Relationship Id="rId145" Type="http://schemas.openxmlformats.org/officeDocument/2006/relationships/slide" Target="slides/slide140.xml"/><Relationship Id="rId146" Type="http://schemas.openxmlformats.org/officeDocument/2006/relationships/slide" Target="slides/slide141.xml"/><Relationship Id="rId147" Type="http://schemas.openxmlformats.org/officeDocument/2006/relationships/slide" Target="slides/slide142.xml"/><Relationship Id="rId148" Type="http://schemas.openxmlformats.org/officeDocument/2006/relationships/slide" Target="slides/slide143.xml"/><Relationship Id="rId149" Type="http://schemas.openxmlformats.org/officeDocument/2006/relationships/slide" Target="slides/slide144.xml"/><Relationship Id="rId150" Type="http://schemas.openxmlformats.org/officeDocument/2006/relationships/slide" Target="slides/slide145.xml"/><Relationship Id="rId151" Type="http://schemas.openxmlformats.org/officeDocument/2006/relationships/slide" Target="slides/slide146.xml"/><Relationship Id="rId152" Type="http://schemas.openxmlformats.org/officeDocument/2006/relationships/slide" Target="slides/slide147.xml"/><Relationship Id="rId153" Type="http://schemas.openxmlformats.org/officeDocument/2006/relationships/slide" Target="slides/slide148.xml"/><Relationship Id="rId154" Type="http://schemas.openxmlformats.org/officeDocument/2006/relationships/slide" Target="slides/slide149.xml"/><Relationship Id="rId155" Type="http://schemas.openxmlformats.org/officeDocument/2006/relationships/slide" Target="slides/slide150.xml"/><Relationship Id="rId156" Type="http://schemas.openxmlformats.org/officeDocument/2006/relationships/slide" Target="slides/slide151.xml"/><Relationship Id="rId157" Type="http://schemas.openxmlformats.org/officeDocument/2006/relationships/slide" Target="slides/slide152.xml"/><Relationship Id="rId158" Type="http://schemas.openxmlformats.org/officeDocument/2006/relationships/slide" Target="slides/slide153.xml"/><Relationship Id="rId159" Type="http://schemas.openxmlformats.org/officeDocument/2006/relationships/slide" Target="slides/slide154.xml"/><Relationship Id="rId160" Type="http://schemas.openxmlformats.org/officeDocument/2006/relationships/slide" Target="slides/slide155.xml"/><Relationship Id="rId161" Type="http://schemas.openxmlformats.org/officeDocument/2006/relationships/slide" Target="slides/slide156.xml"/><Relationship Id="rId162" Type="http://schemas.openxmlformats.org/officeDocument/2006/relationships/slide" Target="slides/slide157.xml"/><Relationship Id="rId163" Type="http://schemas.openxmlformats.org/officeDocument/2006/relationships/slide" Target="slides/slide158.xml"/><Relationship Id="rId164" Type="http://schemas.openxmlformats.org/officeDocument/2006/relationships/slide" Target="slides/slide159.xml"/><Relationship Id="rId165" Type="http://schemas.openxmlformats.org/officeDocument/2006/relationships/slide" Target="slides/slide160.xml"/><Relationship Id="rId166" Type="http://schemas.openxmlformats.org/officeDocument/2006/relationships/slide" Target="slides/slide161.xml"/><Relationship Id="rId167" Type="http://schemas.openxmlformats.org/officeDocument/2006/relationships/slide" Target="slides/slide162.xml"/><Relationship Id="rId168" Type="http://schemas.openxmlformats.org/officeDocument/2006/relationships/slide" Target="slides/slide163.xml"/><Relationship Id="rId169" Type="http://schemas.openxmlformats.org/officeDocument/2006/relationships/slide" Target="slides/slide164.xml"/><Relationship Id="rId170" Type="http://schemas.openxmlformats.org/officeDocument/2006/relationships/slide" Target="slides/slide165.xml"/><Relationship Id="rId171" Type="http://schemas.openxmlformats.org/officeDocument/2006/relationships/slide" Target="slides/slide166.xml"/><Relationship Id="rId172" Type="http://schemas.openxmlformats.org/officeDocument/2006/relationships/slide" Target="slides/slide167.xml"/><Relationship Id="rId173" Type="http://schemas.openxmlformats.org/officeDocument/2006/relationships/slide" Target="slides/slide168.xml"/><Relationship Id="rId174" Type="http://schemas.openxmlformats.org/officeDocument/2006/relationships/slide" Target="slides/slide169.xml"/><Relationship Id="rId175" Type="http://schemas.openxmlformats.org/officeDocument/2006/relationships/slide" Target="slides/slide170.xml"/><Relationship Id="rId176" Type="http://schemas.openxmlformats.org/officeDocument/2006/relationships/slide" Target="slides/slide171.xml"/><Relationship Id="rId177" Type="http://schemas.openxmlformats.org/officeDocument/2006/relationships/slide" Target="slides/slide172.xml"/><Relationship Id="rId178" Type="http://schemas.openxmlformats.org/officeDocument/2006/relationships/slide" Target="slides/slide173.xml"/><Relationship Id="rId179" Type="http://schemas.openxmlformats.org/officeDocument/2006/relationships/slide" Target="slides/slide174.xml"/><Relationship Id="rId180" Type="http://schemas.openxmlformats.org/officeDocument/2006/relationships/slide" Target="slides/slide175.xml"/><Relationship Id="rId181" Type="http://schemas.openxmlformats.org/officeDocument/2006/relationships/slide" Target="slides/slide176.xml"/><Relationship Id="rId182" Type="http://schemas.openxmlformats.org/officeDocument/2006/relationships/slide" Target="slides/slide177.xml"/><Relationship Id="rId183" Type="http://schemas.openxmlformats.org/officeDocument/2006/relationships/slide" Target="slides/slide178.xml"/><Relationship Id="rId184" Type="http://schemas.openxmlformats.org/officeDocument/2006/relationships/slide" Target="slides/slide179.xml"/><Relationship Id="rId185" Type="http://schemas.openxmlformats.org/officeDocument/2006/relationships/slide" Target="slides/slide180.xml"/><Relationship Id="rId186" Type="http://schemas.openxmlformats.org/officeDocument/2006/relationships/slide" Target="slides/slide181.xml"/><Relationship Id="rId187" Type="http://schemas.openxmlformats.org/officeDocument/2006/relationships/slide" Target="slides/slide182.xml"/><Relationship Id="rId188" Type="http://schemas.openxmlformats.org/officeDocument/2006/relationships/slide" Target="slides/slide183.xml"/><Relationship Id="rId189" Type="http://schemas.openxmlformats.org/officeDocument/2006/relationships/slide" Target="slides/slide184.xml"/><Relationship Id="rId190" Type="http://schemas.openxmlformats.org/officeDocument/2006/relationships/slide" Target="slides/slide185.xml"/><Relationship Id="rId191" Type="http://schemas.openxmlformats.org/officeDocument/2006/relationships/slide" Target="slides/slide186.xml"/><Relationship Id="rId192" Type="http://schemas.openxmlformats.org/officeDocument/2006/relationships/slide" Target="slides/slide187.xml"/><Relationship Id="rId193" Type="http://schemas.openxmlformats.org/officeDocument/2006/relationships/slide" Target="slides/slide188.xml"/><Relationship Id="rId194" Type="http://schemas.openxmlformats.org/officeDocument/2006/relationships/slide" Target="slides/slide189.xml"/><Relationship Id="rId195" Type="http://schemas.openxmlformats.org/officeDocument/2006/relationships/slide" Target="slides/slide190.xml"/><Relationship Id="rId196" Type="http://schemas.openxmlformats.org/officeDocument/2006/relationships/slide" Target="slides/slide191.xml"/><Relationship Id="rId197" Type="http://schemas.openxmlformats.org/officeDocument/2006/relationships/slide" Target="slides/slide192.xml"/><Relationship Id="rId198" Type="http://schemas.openxmlformats.org/officeDocument/2006/relationships/slide" Target="slides/slide193.xml"/><Relationship Id="rId199" Type="http://schemas.openxmlformats.org/officeDocument/2006/relationships/slide" Target="slides/slide194.xml"/><Relationship Id="rId200" Type="http://schemas.openxmlformats.org/officeDocument/2006/relationships/slide" Target="slides/slide195.xml"/><Relationship Id="rId201" Type="http://schemas.openxmlformats.org/officeDocument/2006/relationships/slide" Target="slides/slide196.xml"/><Relationship Id="rId202" Type="http://schemas.openxmlformats.org/officeDocument/2006/relationships/slide" Target="slides/slide197.xml"/><Relationship Id="rId203" Type="http://schemas.openxmlformats.org/officeDocument/2006/relationships/slide" Target="slides/slide198.xml"/><Relationship Id="rId204" Type="http://schemas.openxmlformats.org/officeDocument/2006/relationships/slide" Target="slides/slide199.xml"/><Relationship Id="rId205" Type="http://schemas.openxmlformats.org/officeDocument/2006/relationships/slide" Target="slides/slide200.xml"/><Relationship Id="rId206" Type="http://schemas.openxmlformats.org/officeDocument/2006/relationships/slide" Target="slides/slide201.xml"/><Relationship Id="rId207" Type="http://schemas.openxmlformats.org/officeDocument/2006/relationships/presProps" Target="presProps.xml"/>
</Relationships>
</file>

<file path=ppt/diagrams/_rels/data1.xml.rels><?xml version="1.0" encoding="UTF-8"?>
<Relationships xmlns="http://schemas.openxmlformats.org/package/2006/relationships"><Relationship Id="rId1" Type="http://schemas.openxmlformats.org/officeDocument/2006/relationships/image" Target="../media/OOXDiagramDataRels1_0.png"/><Relationship Id="rId2" Type="http://schemas.openxmlformats.org/officeDocument/2006/relationships/image" Target="../media/OOXDiagramDataRels1_1.svg"/><Relationship Id="rId3" Type="http://schemas.openxmlformats.org/officeDocument/2006/relationships/image" Target="../media/OOXDiagramDataRels1_2.png"/><Relationship Id="rId4" Type="http://schemas.openxmlformats.org/officeDocument/2006/relationships/image" Target="../media/OOXDiagramDataRels1_3.svg"/><Relationship Id="rId5" Type="http://schemas.openxmlformats.org/officeDocument/2006/relationships/image" Target="../media/OOXDiagramDataRels1_4.png"/><Relationship Id="rId6" Type="http://schemas.openxmlformats.org/officeDocument/2006/relationships/image" Target="../media/OOXDiagramDataRels1_5.svg"/>
</Relationships>
</file>

<file path=ppt/diagrams/_rels/data2.xml.rels><?xml version="1.0" encoding="UTF-8"?>
<Relationships xmlns="http://schemas.openxmlformats.org/package/2006/relationships"><Relationship Id="rId1" Type="http://schemas.openxmlformats.org/officeDocument/2006/relationships/image" Target="../media/OOXDiagramDataRels2_0.png"/><Relationship Id="rId2" Type="http://schemas.openxmlformats.org/officeDocument/2006/relationships/image" Target="../media/OOXDiagramDataRels2_1.svg"/><Relationship Id="rId3" Type="http://schemas.openxmlformats.org/officeDocument/2006/relationships/image" Target="../media/OOXDiagramDataRels2_2.png"/><Relationship Id="rId4" Type="http://schemas.openxmlformats.org/officeDocument/2006/relationships/image" Target="../media/OOXDiagramDataRels2_3.svg"/>
</Relationships>
</file>

<file path=ppt/diagrams/_rels/data4.xml.rels><?xml version="1.0" encoding="UTF-8"?>
<Relationships xmlns="http://schemas.openxmlformats.org/package/2006/relationships"><Relationship Id="rId1" Type="http://schemas.openxmlformats.org/officeDocument/2006/relationships/image" Target="../media/OOXDiagramDataRels4_0.png"/><Relationship Id="rId2" Type="http://schemas.openxmlformats.org/officeDocument/2006/relationships/image" Target="../media/OOXDiagramDataRels4_1.svg"/><Relationship Id="rId3" Type="http://schemas.openxmlformats.org/officeDocument/2006/relationships/image" Target="../media/OOXDiagramDataRels4_2.png"/><Relationship Id="rId4" Type="http://schemas.openxmlformats.org/officeDocument/2006/relationships/image" Target="../media/OOXDiagramDataRels4_3.svg"/><Relationship Id="rId5" Type="http://schemas.openxmlformats.org/officeDocument/2006/relationships/image" Target="../media/OOXDiagramDataRels4_4.png"/><Relationship Id="rId6" Type="http://schemas.openxmlformats.org/officeDocument/2006/relationships/image" Target="../media/OOXDiagramDataRels4_5.svg"/>
</Relationships>
</file>

<file path=ppt/diagrams/_rels/drawing1.xml.rels><?xml version="1.0" encoding="UTF-8"?>
<Relationships xmlns="http://schemas.openxmlformats.org/package/2006/relationships"><Relationship Id="rId1" Type="http://schemas.openxmlformats.org/officeDocument/2006/relationships/image" Target="../media/OOXDiagramDrawingRels1_0.png"/><Relationship Id="rId2" Type="http://schemas.openxmlformats.org/officeDocument/2006/relationships/image" Target="../media/OOXDiagramDrawingRels1_1.svg"/><Relationship Id="rId3" Type="http://schemas.openxmlformats.org/officeDocument/2006/relationships/image" Target="../media/OOXDiagramDrawingRels1_2.png"/><Relationship Id="rId4" Type="http://schemas.openxmlformats.org/officeDocument/2006/relationships/image" Target="../media/OOXDiagramDrawingRels1_3.svg"/><Relationship Id="rId5" Type="http://schemas.openxmlformats.org/officeDocument/2006/relationships/image" Target="../media/OOXDiagramDrawingRels1_4.png"/><Relationship Id="rId6" Type="http://schemas.openxmlformats.org/officeDocument/2006/relationships/image" Target="../media/OOXDiagramDrawingRels1_5.svg"/>
</Relationships>
</file>

<file path=ppt/diagrams/_rels/drawing2.xml.rels><?xml version="1.0" encoding="UTF-8"?>
<Relationships xmlns="http://schemas.openxmlformats.org/package/2006/relationships"><Relationship Id="rId1" Type="http://schemas.openxmlformats.org/officeDocument/2006/relationships/image" Target="../media/OOXDiagramDrawingRels2_0.png"/><Relationship Id="rId2" Type="http://schemas.openxmlformats.org/officeDocument/2006/relationships/image" Target="../media/OOXDiagramDrawingRels2_1.svg"/><Relationship Id="rId3" Type="http://schemas.openxmlformats.org/officeDocument/2006/relationships/image" Target="../media/OOXDiagramDrawingRels2_2.png"/><Relationship Id="rId4" Type="http://schemas.openxmlformats.org/officeDocument/2006/relationships/image" Target="../media/OOXDiagramDrawingRels2_3.svg"/>
</Relationships>
</file>

<file path=ppt/diagrams/_rels/drawing4.xml.rels><?xml version="1.0" encoding="UTF-8"?>
<Relationships xmlns="http://schemas.openxmlformats.org/package/2006/relationships"><Relationship Id="rId1" Type="http://schemas.openxmlformats.org/officeDocument/2006/relationships/image" Target="../media/OOXDiagramDrawingRels4_0.png"/><Relationship Id="rId2" Type="http://schemas.openxmlformats.org/officeDocument/2006/relationships/image" Target="../media/OOXDiagramDrawingRels4_1.svg"/><Relationship Id="rId3" Type="http://schemas.openxmlformats.org/officeDocument/2006/relationships/image" Target="../media/OOXDiagramDrawingRels4_2.png"/><Relationship Id="rId4" Type="http://schemas.openxmlformats.org/officeDocument/2006/relationships/image" Target="../media/OOXDiagramDrawingRels4_3.svg"/><Relationship Id="rId5" Type="http://schemas.openxmlformats.org/officeDocument/2006/relationships/image" Target="../media/OOXDiagramDrawingRels4_4.png"/><Relationship Id="rId6" Type="http://schemas.openxmlformats.org/officeDocument/2006/relationships/image" Target="../media/OOXDiagramDrawingRels4_5.svg"/>
</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0F41578-FAD5-42A4-A34F-FE9CD7758C24}" type="doc">
      <dgm:prSet loTypeId="urn:microsoft.com/office/officeart/2018/2/layout/IconVerticalSolidList" loCatId="icon" qsTypeId="urn:microsoft.com/office/officeart/2005/8/quickstyle/simple2" qsCatId="simple" csTypeId="urn:microsoft.com/office/officeart/2005/8/colors/accent2_2" csCatId="accent2" phldr="1"/>
      <dgm:spPr/>
      <dgm:t>
        <a:bodyPr/>
        <a:lstStyle/>
        <a:p>
          <a:endParaRPr lang="en-US"/>
        </a:p>
      </dgm:t>
    </dgm:pt>
    <dgm:pt modelId="{40FBC269-5A61-4B71-8609-6A8556600150}">
      <dgm:prSet/>
      <dgm:spPr/>
      <dgm:t>
        <a:bodyPr/>
        <a:lstStyle/>
        <a:p>
          <a:pPr>
            <a:lnSpc>
              <a:spcPct val="100000"/>
            </a:lnSpc>
          </a:pPr>
          <a:r>
            <a:rPr lang="ja-JP" altLang="en-US" dirty="0">
              <a:solidFill>
                <a:schemeClr val="bg1"/>
              </a:solidFill>
            </a:rPr>
            <a:t>サーバー</a:t>
          </a:r>
          <a:endParaRPr lang="en-US" dirty="0">
            <a:solidFill>
              <a:schemeClr val="bg1"/>
            </a:solidFill>
          </a:endParaRPr>
        </a:p>
      </dgm:t>
    </dgm:pt>
    <dgm:pt modelId="{DF3ED330-CD4F-42D3-A5E2-56C92A29E17F}" type="parTrans" cxnId="{FA4909A0-6DC8-439E-A1F0-E937D5A40003}">
      <dgm:prSet/>
      <dgm:spPr/>
      <dgm:t>
        <a:bodyPr/>
        <a:lstStyle/>
        <a:p>
          <a:endParaRPr lang="en-US"/>
        </a:p>
      </dgm:t>
    </dgm:pt>
    <dgm:pt modelId="{3F213DCF-361F-44B6-8D69-E3D9AB9DB39A}" type="sibTrans" cxnId="{FA4909A0-6DC8-439E-A1F0-E937D5A40003}">
      <dgm:prSet phldrT="1" phldr="0"/>
      <dgm:spPr/>
      <dgm:t>
        <a:bodyPr/>
        <a:lstStyle/>
        <a:p>
          <a:endParaRPr lang="en-US"/>
        </a:p>
      </dgm:t>
    </dgm:pt>
    <dgm:pt modelId="{5E372BF3-15D5-4068-9C8E-415CEE501BE7}">
      <dgm:prSet/>
      <dgm:spPr/>
      <dgm:t>
        <a:bodyPr/>
        <a:lstStyle/>
        <a:p>
          <a:pPr>
            <a:lnSpc>
              <a:spcPct val="100000"/>
            </a:lnSpc>
          </a:pPr>
          <a:r>
            <a:rPr lang="ja-JP" altLang="en-US" dirty="0">
              <a:solidFill>
                <a:schemeClr val="bg1"/>
              </a:solidFill>
            </a:rPr>
            <a:t>ネットワークプリンター、ネットワークストレージ</a:t>
          </a:r>
          <a:r>
            <a:rPr lang="en-US" altLang="ja-JP" dirty="0">
              <a:solidFill>
                <a:schemeClr val="bg1"/>
              </a:solidFill>
            </a:rPr>
            <a:t>(NAS)</a:t>
          </a:r>
          <a:endParaRPr lang="en-US" dirty="0">
            <a:solidFill>
              <a:schemeClr val="bg1"/>
            </a:solidFill>
          </a:endParaRPr>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phldrT="2" phldr="0"/>
      <dgm:spPr/>
      <dgm:t>
        <a:bodyPr/>
        <a:lstStyle/>
        <a:p>
          <a:endParaRPr lang="en-US"/>
        </a:p>
      </dgm:t>
    </dgm:pt>
    <dgm:pt modelId="{F3F62740-98FA-4C6C-AB20-FAF6CA6D230C}">
      <dgm:prSet/>
      <dgm:spPr/>
      <dgm:t>
        <a:bodyPr/>
        <a:lstStyle/>
        <a:p>
          <a:pPr>
            <a:lnSpc>
              <a:spcPct val="100000"/>
            </a:lnSpc>
          </a:pPr>
          <a:r>
            <a:rPr kumimoji="1" lang="ja-JP" altLang="en-US" b="0" i="0" dirty="0">
              <a:solidFill>
                <a:schemeClr val="bg1"/>
              </a:solidFill>
            </a:rPr>
            <a:t>通信の管理をしたい</a:t>
          </a:r>
          <a:endParaRPr lang="en-US" dirty="0">
            <a:solidFill>
              <a:schemeClr val="bg1"/>
            </a:solidFill>
          </a:endParaRPr>
        </a:p>
      </dgm:t>
    </dgm:pt>
    <dgm:pt modelId="{4C843FB8-CAAD-41F9-92FC-6CC6B9A7D4C8}" type="parTrans" cxnId="{165F12B2-E37E-4876-AB06-31371514557D}">
      <dgm:prSet/>
      <dgm:spPr/>
      <dgm:t>
        <a:bodyPr/>
        <a:lstStyle/>
        <a:p>
          <a:endParaRPr lang="en-US"/>
        </a:p>
      </dgm:t>
    </dgm:pt>
    <dgm:pt modelId="{05405B03-2754-4A85-8CFE-AD377FFCEA51}" type="sibTrans" cxnId="{165F12B2-E37E-4876-AB06-31371514557D}">
      <dgm:prSet phldrT="3" phldr="0"/>
      <dgm:spPr/>
      <dgm:t>
        <a:bodyPr/>
        <a:lstStyle/>
        <a:p>
          <a:endParaRPr lang="en-US"/>
        </a:p>
      </dgm:t>
    </dgm:pt>
    <dgm:pt modelId="{16291AAB-9C59-4523-82FF-645680AA39C4}" type="pres">
      <dgm:prSet presAssocID="{B0F41578-FAD5-42A4-A34F-FE9CD7758C24}" presName="root" presStyleCnt="0">
        <dgm:presLayoutVars>
          <dgm:dir/>
          <dgm:resizeHandles val="exact"/>
        </dgm:presLayoutVars>
      </dgm:prSet>
      <dgm:spPr/>
    </dgm:pt>
    <dgm:pt modelId="{F5E71A5D-5DA1-4293-A4A4-57C41AF0768C}" type="pres">
      <dgm:prSet presAssocID="{40FBC269-5A61-4B71-8609-6A8556600150}" presName="compNode" presStyleCnt="0"/>
      <dgm:spPr/>
    </dgm:pt>
    <dgm:pt modelId="{C8B0E2DF-1725-42DE-8962-EB48B50A5A8D}" type="pres">
      <dgm:prSet presAssocID="{40FBC269-5A61-4B71-8609-6A8556600150}" presName="bgRect" presStyleLbl="bgShp" presStyleIdx="0" presStyleCnt="3"/>
      <dgm:spPr/>
    </dgm:pt>
    <dgm:pt modelId="{53D20F3B-8499-48B1-9958-F0AECD574E05}" type="pres">
      <dgm:prSet presAssocID="{40FBC269-5A61-4B71-8609-6A855660015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サーバー"/>
        </a:ext>
      </dgm:extLst>
    </dgm:pt>
    <dgm:pt modelId="{3775B15C-142D-4A07-BB0C-5D2936ACBA2C}" type="pres">
      <dgm:prSet presAssocID="{40FBC269-5A61-4B71-8609-6A8556600150}" presName="spaceRect" presStyleCnt="0"/>
      <dgm:spPr/>
    </dgm:pt>
    <dgm:pt modelId="{18C7B5CD-A315-4852-8624-2FF24A48BD8C}" type="pres">
      <dgm:prSet presAssocID="{40FBC269-5A61-4B71-8609-6A8556600150}" presName="parTx" presStyleLbl="revTx" presStyleIdx="0" presStyleCnt="3">
        <dgm:presLayoutVars>
          <dgm:chMax val="0"/>
          <dgm:chPref val="0"/>
        </dgm:presLayoutVars>
      </dgm:prSet>
      <dgm:spPr/>
    </dgm:pt>
    <dgm:pt modelId="{C001120E-CFA1-4382-B054-A111429E707B}" type="pres">
      <dgm:prSet presAssocID="{3F213DCF-361F-44B6-8D69-E3D9AB9DB39A}" presName="sibTrans" presStyleCnt="0"/>
      <dgm:spPr/>
    </dgm:pt>
    <dgm:pt modelId="{A65E6D41-CB9B-4ADE-87CD-1E493A8C5C55}" type="pres">
      <dgm:prSet presAssocID="{5E372BF3-15D5-4068-9C8E-415CEE501BE7}" presName="compNode" presStyleCnt="0"/>
      <dgm:spPr/>
    </dgm:pt>
    <dgm:pt modelId="{21E68339-7F1B-445B-8A7B-97102D1571B3}" type="pres">
      <dgm:prSet presAssocID="{5E372BF3-15D5-4068-9C8E-415CEE501BE7}" presName="bgRect" presStyleLbl="bgShp" presStyleIdx="1" presStyleCnt="3"/>
      <dgm:spPr/>
    </dgm:pt>
    <dgm:pt modelId="{418A977F-9EBE-450C-A2BC-77E0EB1D1B73}" type="pres">
      <dgm:prSet presAssocID="{5E372BF3-15D5-4068-9C8E-415CEE501BE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User Network"/>
        </a:ext>
      </dgm:extLst>
    </dgm:pt>
    <dgm:pt modelId="{E1140C95-9674-47E6-91E8-13137071E3BE}" type="pres">
      <dgm:prSet presAssocID="{5E372BF3-15D5-4068-9C8E-415CEE501BE7}" presName="spaceRect" presStyleCnt="0"/>
      <dgm:spPr/>
    </dgm:pt>
    <dgm:pt modelId="{6AA03709-740E-412F-9044-30D57361EBD2}" type="pres">
      <dgm:prSet presAssocID="{5E372BF3-15D5-4068-9C8E-415CEE501BE7}" presName="parTx" presStyleLbl="revTx" presStyleIdx="1" presStyleCnt="3">
        <dgm:presLayoutVars>
          <dgm:chMax val="0"/>
          <dgm:chPref val="0"/>
        </dgm:presLayoutVars>
      </dgm:prSet>
      <dgm:spPr/>
    </dgm:pt>
    <dgm:pt modelId="{A5B25A38-E5B6-4066-ACAB-551A3125BCA6}" type="pres">
      <dgm:prSet presAssocID="{5899DC42-FFEC-4F02-9EFD-8692CB31202D}" presName="sibTrans" presStyleCnt="0"/>
      <dgm:spPr/>
    </dgm:pt>
    <dgm:pt modelId="{3251F3AE-AD25-4830-8015-785F61A19812}" type="pres">
      <dgm:prSet presAssocID="{F3F62740-98FA-4C6C-AB20-FAF6CA6D230C}" presName="compNode" presStyleCnt="0"/>
      <dgm:spPr/>
    </dgm:pt>
    <dgm:pt modelId="{0CFB056C-D245-46C6-9724-B5D4ED25BEAE}" type="pres">
      <dgm:prSet presAssocID="{F3F62740-98FA-4C6C-AB20-FAF6CA6D230C}" presName="bgRect" presStyleLbl="bgShp" presStyleIdx="2" presStyleCnt="3"/>
      <dgm:spPr/>
    </dgm:pt>
    <dgm:pt modelId="{CD40D670-1751-42F6-8360-F25BC5F79CC7}" type="pres">
      <dgm:prSet presAssocID="{F3F62740-98FA-4C6C-AB20-FAF6CA6D230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ワイヤレス"/>
        </a:ext>
      </dgm:extLst>
    </dgm:pt>
    <dgm:pt modelId="{A7BFC09A-736A-4006-8956-E994F3D638B1}" type="pres">
      <dgm:prSet presAssocID="{F3F62740-98FA-4C6C-AB20-FAF6CA6D230C}" presName="spaceRect" presStyleCnt="0"/>
      <dgm:spPr/>
    </dgm:pt>
    <dgm:pt modelId="{C41A0EDE-F8B1-472E-A6E4-4C611606401F}" type="pres">
      <dgm:prSet presAssocID="{F3F62740-98FA-4C6C-AB20-FAF6CA6D230C}" presName="parTx" presStyleLbl="revTx" presStyleIdx="2" presStyleCnt="3">
        <dgm:presLayoutVars>
          <dgm:chMax val="0"/>
          <dgm:chPref val="0"/>
        </dgm:presLayoutVars>
      </dgm:prSet>
      <dgm:spPr/>
    </dgm:pt>
  </dgm:ptLst>
  <dgm:cxnLst>
    <dgm:cxn modelId="{7407C925-04DF-4BAA-A662-09E0D24C97FB}" type="presOf" srcId="{40FBC269-5A61-4B71-8609-6A8556600150}" destId="{18C7B5CD-A315-4852-8624-2FF24A48BD8C}" srcOrd="0" destOrd="0" presId="urn:microsoft.com/office/officeart/2018/2/layout/IconVerticalSolidList"/>
    <dgm:cxn modelId="{3FB4EC67-3682-47A4-8337-3A494B4C4757}" type="presOf" srcId="{B0F41578-FAD5-42A4-A34F-FE9CD7758C24}" destId="{16291AAB-9C59-4523-82FF-645680AA39C4}" srcOrd="0" destOrd="0" presId="urn:microsoft.com/office/officeart/2018/2/layout/IconVerticalSolidList"/>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165F12B2-E37E-4876-AB06-31371514557D}" srcId="{B0F41578-FAD5-42A4-A34F-FE9CD7758C24}" destId="{F3F62740-98FA-4C6C-AB20-FAF6CA6D230C}" srcOrd="2" destOrd="0" parTransId="{4C843FB8-CAAD-41F9-92FC-6CC6B9A7D4C8}" sibTransId="{05405B03-2754-4A85-8CFE-AD377FFCEA51}"/>
    <dgm:cxn modelId="{DE6BC1C7-0C9F-4AF5-81F2-03E952011233}" type="presOf" srcId="{F3F62740-98FA-4C6C-AB20-FAF6CA6D230C}" destId="{C41A0EDE-F8B1-472E-A6E4-4C611606401F}" srcOrd="0" destOrd="0" presId="urn:microsoft.com/office/officeart/2018/2/layout/IconVerticalSolidList"/>
    <dgm:cxn modelId="{46221CDC-5B29-46F6-8789-E82A941E53CC}" type="presOf" srcId="{5E372BF3-15D5-4068-9C8E-415CEE501BE7}" destId="{6AA03709-740E-412F-9044-30D57361EBD2}" srcOrd="0" destOrd="0" presId="urn:microsoft.com/office/officeart/2018/2/layout/IconVerticalSolidList"/>
    <dgm:cxn modelId="{179865DF-6A3D-489E-BBC0-9080ECD76A4B}" type="presParOf" srcId="{16291AAB-9C59-4523-82FF-645680AA39C4}" destId="{F5E71A5D-5DA1-4293-A4A4-57C41AF0768C}" srcOrd="0" destOrd="0" presId="urn:microsoft.com/office/officeart/2018/2/layout/IconVerticalSolidList"/>
    <dgm:cxn modelId="{2A9BA643-8F96-4CC7-AB76-72EF593E0F6C}" type="presParOf" srcId="{F5E71A5D-5DA1-4293-A4A4-57C41AF0768C}" destId="{C8B0E2DF-1725-42DE-8962-EB48B50A5A8D}" srcOrd="0" destOrd="0" presId="urn:microsoft.com/office/officeart/2018/2/layout/IconVerticalSolidList"/>
    <dgm:cxn modelId="{8F8B56B8-3C92-486D-99E4-6C477190D42F}" type="presParOf" srcId="{F5E71A5D-5DA1-4293-A4A4-57C41AF0768C}" destId="{53D20F3B-8499-48B1-9958-F0AECD574E05}" srcOrd="1" destOrd="0" presId="urn:microsoft.com/office/officeart/2018/2/layout/IconVerticalSolidList"/>
    <dgm:cxn modelId="{88162054-AA04-4CEC-B1B4-B87CAFC2D851}" type="presParOf" srcId="{F5E71A5D-5DA1-4293-A4A4-57C41AF0768C}" destId="{3775B15C-142D-4A07-BB0C-5D2936ACBA2C}" srcOrd="2" destOrd="0" presId="urn:microsoft.com/office/officeart/2018/2/layout/IconVerticalSolidList"/>
    <dgm:cxn modelId="{36AC3507-EFD1-4D6C-8643-F013FB3956A1}" type="presParOf" srcId="{F5E71A5D-5DA1-4293-A4A4-57C41AF0768C}" destId="{18C7B5CD-A315-4852-8624-2FF24A48BD8C}" srcOrd="3" destOrd="0" presId="urn:microsoft.com/office/officeart/2018/2/layout/IconVerticalSolidList"/>
    <dgm:cxn modelId="{72597DE2-C058-40DD-8F3B-70277EB28AC0}" type="presParOf" srcId="{16291AAB-9C59-4523-82FF-645680AA39C4}" destId="{C001120E-CFA1-4382-B054-A111429E707B}" srcOrd="1" destOrd="0" presId="urn:microsoft.com/office/officeart/2018/2/layout/IconVerticalSolidList"/>
    <dgm:cxn modelId="{EB668081-80AD-4FF3-A8C4-57F5420012BD}" type="presParOf" srcId="{16291AAB-9C59-4523-82FF-645680AA39C4}" destId="{A65E6D41-CB9B-4ADE-87CD-1E493A8C5C55}" srcOrd="2" destOrd="0" presId="urn:microsoft.com/office/officeart/2018/2/layout/IconVerticalSolidList"/>
    <dgm:cxn modelId="{6EED9DEC-3F42-4643-ADA1-C9B204075E77}" type="presParOf" srcId="{A65E6D41-CB9B-4ADE-87CD-1E493A8C5C55}" destId="{21E68339-7F1B-445B-8A7B-97102D1571B3}" srcOrd="0" destOrd="0" presId="urn:microsoft.com/office/officeart/2018/2/layout/IconVerticalSolidList"/>
    <dgm:cxn modelId="{1DD76BEA-170B-497D-B09D-1151B07F648B}" type="presParOf" srcId="{A65E6D41-CB9B-4ADE-87CD-1E493A8C5C55}" destId="{418A977F-9EBE-450C-A2BC-77E0EB1D1B73}" srcOrd="1" destOrd="0" presId="urn:microsoft.com/office/officeart/2018/2/layout/IconVerticalSolidList"/>
    <dgm:cxn modelId="{0CD9B535-1756-4E49-B9E8-6D292EACB147}" type="presParOf" srcId="{A65E6D41-CB9B-4ADE-87CD-1E493A8C5C55}" destId="{E1140C95-9674-47E6-91E8-13137071E3BE}" srcOrd="2" destOrd="0" presId="urn:microsoft.com/office/officeart/2018/2/layout/IconVerticalSolidList"/>
    <dgm:cxn modelId="{5511919E-A2B9-4328-96A6-E10B5789D852}" type="presParOf" srcId="{A65E6D41-CB9B-4ADE-87CD-1E493A8C5C55}" destId="{6AA03709-740E-412F-9044-30D57361EBD2}" srcOrd="3" destOrd="0" presId="urn:microsoft.com/office/officeart/2018/2/layout/IconVerticalSolidList"/>
    <dgm:cxn modelId="{728C9842-0749-4B1E-B062-7228187DD931}" type="presParOf" srcId="{16291AAB-9C59-4523-82FF-645680AA39C4}" destId="{A5B25A38-E5B6-4066-ACAB-551A3125BCA6}" srcOrd="3" destOrd="0" presId="urn:microsoft.com/office/officeart/2018/2/layout/IconVerticalSolidList"/>
    <dgm:cxn modelId="{52FEADC5-C59D-41BC-B94A-B9D6AB40506A}" type="presParOf" srcId="{16291AAB-9C59-4523-82FF-645680AA39C4}" destId="{3251F3AE-AD25-4830-8015-785F61A19812}" srcOrd="4" destOrd="0" presId="urn:microsoft.com/office/officeart/2018/2/layout/IconVerticalSolidList"/>
    <dgm:cxn modelId="{72136893-A518-419B-B93A-0F46097F10BB}" type="presParOf" srcId="{3251F3AE-AD25-4830-8015-785F61A19812}" destId="{0CFB056C-D245-46C6-9724-B5D4ED25BEAE}" srcOrd="0" destOrd="0" presId="urn:microsoft.com/office/officeart/2018/2/layout/IconVerticalSolidList"/>
    <dgm:cxn modelId="{0744EABA-5C8A-4C37-A344-99BD9137B8DA}" type="presParOf" srcId="{3251F3AE-AD25-4830-8015-785F61A19812}" destId="{CD40D670-1751-42F6-8360-F25BC5F79CC7}" srcOrd="1" destOrd="0" presId="urn:microsoft.com/office/officeart/2018/2/layout/IconVerticalSolidList"/>
    <dgm:cxn modelId="{58E684D2-6EBB-4721-A48E-D29F9CD4B926}" type="presParOf" srcId="{3251F3AE-AD25-4830-8015-785F61A19812}" destId="{A7BFC09A-736A-4006-8956-E994F3D638B1}" srcOrd="2" destOrd="0" presId="urn:microsoft.com/office/officeart/2018/2/layout/IconVerticalSolidList"/>
    <dgm:cxn modelId="{C3637289-78A3-4DD5-92AE-7F67C3047B6C}" type="presParOf" srcId="{3251F3AE-AD25-4830-8015-785F61A19812}" destId="{C41A0EDE-F8B1-472E-A6E4-4C611606401F}"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0F41578-FAD5-42A4-A34F-FE9CD7758C24}" type="doc">
      <dgm:prSet loTypeId="urn:microsoft.com/office/officeart/2018/2/layout/IconVerticalSolidList" loCatId="icon" qsTypeId="urn:microsoft.com/office/officeart/2005/8/quickstyle/simple2" qsCatId="simple" csTypeId="urn:microsoft.com/office/officeart/2005/8/colors/accent2_2" csCatId="accent2" phldr="1"/>
      <dgm:spPr/>
      <dgm:t>
        <a:bodyPr/>
        <a:lstStyle/>
        <a:p>
          <a:endParaRPr lang="en-US"/>
        </a:p>
      </dgm:t>
    </dgm:pt>
    <dgm:pt modelId="{40FBC269-5A61-4B71-8609-6A8556600150}">
      <dgm:prSet/>
      <dgm:spPr/>
      <dgm:t>
        <a:bodyPr/>
        <a:lstStyle/>
        <a:p>
          <a:pPr>
            <a:lnSpc>
              <a:spcPct val="100000"/>
            </a:lnSpc>
          </a:pPr>
          <a:r>
            <a:rPr kumimoji="1" lang="en-US" altLang="en-US">
              <a:solidFill>
                <a:schemeClr val="bg1"/>
              </a:solidFill>
            </a:rPr>
            <a:t>Web</a:t>
          </a:r>
          <a:r>
            <a:rPr kumimoji="1" lang="ja-JP" altLang="en-US">
              <a:solidFill>
                <a:schemeClr val="bg1"/>
              </a:solidFill>
            </a:rPr>
            <a:t>サイトにアクセスできない</a:t>
          </a:r>
          <a:endParaRPr lang="en-US" dirty="0">
            <a:solidFill>
              <a:schemeClr val="bg1"/>
            </a:solidFill>
          </a:endParaRPr>
        </a:p>
      </dgm:t>
    </dgm:pt>
    <dgm:pt modelId="{DF3ED330-CD4F-42D3-A5E2-56C92A29E17F}" type="parTrans" cxnId="{FA4909A0-6DC8-439E-A1F0-E937D5A40003}">
      <dgm:prSet/>
      <dgm:spPr/>
      <dgm:t>
        <a:bodyPr/>
        <a:lstStyle/>
        <a:p>
          <a:endParaRPr lang="en-US"/>
        </a:p>
      </dgm:t>
    </dgm:pt>
    <dgm:pt modelId="{3F213DCF-361F-44B6-8D69-E3D9AB9DB39A}" type="sibTrans" cxnId="{FA4909A0-6DC8-439E-A1F0-E937D5A40003}">
      <dgm:prSet phldrT="1" phldr="0"/>
      <dgm:spPr/>
      <dgm:t>
        <a:bodyPr/>
        <a:lstStyle/>
        <a:p>
          <a:endParaRPr lang="en-US"/>
        </a:p>
      </dgm:t>
    </dgm:pt>
    <dgm:pt modelId="{5E372BF3-15D5-4068-9C8E-415CEE501BE7}">
      <dgm:prSet/>
      <dgm:spPr/>
      <dgm:t>
        <a:bodyPr/>
        <a:lstStyle/>
        <a:p>
          <a:pPr>
            <a:lnSpc>
              <a:spcPct val="100000"/>
            </a:lnSpc>
          </a:pPr>
          <a:r>
            <a:rPr kumimoji="1" lang="ja-JP" altLang="en-US">
              <a:solidFill>
                <a:schemeClr val="bg1"/>
              </a:solidFill>
            </a:rPr>
            <a:t>メールが届かない</a:t>
          </a:r>
          <a:endParaRPr lang="en-US" dirty="0">
            <a:solidFill>
              <a:schemeClr val="bg1"/>
            </a:solidFill>
          </a:endParaRPr>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phldrT="2" phldr="0"/>
      <dgm:spPr/>
      <dgm:t>
        <a:bodyPr/>
        <a:lstStyle/>
        <a:p>
          <a:endParaRPr lang="en-US"/>
        </a:p>
      </dgm:t>
    </dgm:pt>
    <dgm:pt modelId="{16291AAB-9C59-4523-82FF-645680AA39C4}" type="pres">
      <dgm:prSet presAssocID="{B0F41578-FAD5-42A4-A34F-FE9CD7758C24}" presName="root" presStyleCnt="0">
        <dgm:presLayoutVars>
          <dgm:dir/>
          <dgm:resizeHandles val="exact"/>
        </dgm:presLayoutVars>
      </dgm:prSet>
      <dgm:spPr/>
    </dgm:pt>
    <dgm:pt modelId="{F5E71A5D-5DA1-4293-A4A4-57C41AF0768C}" type="pres">
      <dgm:prSet presAssocID="{40FBC269-5A61-4B71-8609-6A8556600150}" presName="compNode" presStyleCnt="0"/>
      <dgm:spPr/>
    </dgm:pt>
    <dgm:pt modelId="{C8B0E2DF-1725-42DE-8962-EB48B50A5A8D}" type="pres">
      <dgm:prSet presAssocID="{40FBC269-5A61-4B71-8609-6A8556600150}" presName="bgRect" presStyleLbl="bgShp" presStyleIdx="0" presStyleCnt="2"/>
      <dgm:spPr/>
    </dgm:pt>
    <dgm:pt modelId="{53D20F3B-8499-48B1-9958-F0AECD574E05}" type="pres">
      <dgm:prSet presAssocID="{40FBC269-5A61-4B71-8609-6A8556600150}"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ブログ 単色塗りつぶし"/>
        </a:ext>
      </dgm:extLst>
    </dgm:pt>
    <dgm:pt modelId="{3775B15C-142D-4A07-BB0C-5D2936ACBA2C}" type="pres">
      <dgm:prSet presAssocID="{40FBC269-5A61-4B71-8609-6A8556600150}" presName="spaceRect" presStyleCnt="0"/>
      <dgm:spPr/>
    </dgm:pt>
    <dgm:pt modelId="{18C7B5CD-A315-4852-8624-2FF24A48BD8C}" type="pres">
      <dgm:prSet presAssocID="{40FBC269-5A61-4B71-8609-6A8556600150}" presName="parTx" presStyleLbl="revTx" presStyleIdx="0" presStyleCnt="2">
        <dgm:presLayoutVars>
          <dgm:chMax val="0"/>
          <dgm:chPref val="0"/>
        </dgm:presLayoutVars>
      </dgm:prSet>
      <dgm:spPr/>
    </dgm:pt>
    <dgm:pt modelId="{C001120E-CFA1-4382-B054-A111429E707B}" type="pres">
      <dgm:prSet presAssocID="{3F213DCF-361F-44B6-8D69-E3D9AB9DB39A}" presName="sibTrans" presStyleCnt="0"/>
      <dgm:spPr/>
    </dgm:pt>
    <dgm:pt modelId="{A65E6D41-CB9B-4ADE-87CD-1E493A8C5C55}" type="pres">
      <dgm:prSet presAssocID="{5E372BF3-15D5-4068-9C8E-415CEE501BE7}" presName="compNode" presStyleCnt="0"/>
      <dgm:spPr/>
    </dgm:pt>
    <dgm:pt modelId="{21E68339-7F1B-445B-8A7B-97102D1571B3}" type="pres">
      <dgm:prSet presAssocID="{5E372BF3-15D5-4068-9C8E-415CEE501BE7}" presName="bgRect" presStyleLbl="bgShp" presStyleIdx="1" presStyleCnt="2"/>
      <dgm:spPr/>
    </dgm:pt>
    <dgm:pt modelId="{418A977F-9EBE-450C-A2BC-77E0EB1D1B73}" type="pres">
      <dgm:prSet presAssocID="{5E372BF3-15D5-4068-9C8E-415CEE501BE7}"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電子メール 単色塗りつぶし"/>
        </a:ext>
      </dgm:extLst>
    </dgm:pt>
    <dgm:pt modelId="{E1140C95-9674-47E6-91E8-13137071E3BE}" type="pres">
      <dgm:prSet presAssocID="{5E372BF3-15D5-4068-9C8E-415CEE501BE7}" presName="spaceRect" presStyleCnt="0"/>
      <dgm:spPr/>
    </dgm:pt>
    <dgm:pt modelId="{6AA03709-740E-412F-9044-30D57361EBD2}" type="pres">
      <dgm:prSet presAssocID="{5E372BF3-15D5-4068-9C8E-415CEE501BE7}" presName="parTx" presStyleLbl="revTx" presStyleIdx="1" presStyleCnt="2">
        <dgm:presLayoutVars>
          <dgm:chMax val="0"/>
          <dgm:chPref val="0"/>
        </dgm:presLayoutVars>
      </dgm:prSet>
      <dgm:spPr/>
    </dgm:pt>
  </dgm:ptLst>
  <dgm:cxnLst>
    <dgm:cxn modelId="{7407C925-04DF-4BAA-A662-09E0D24C97FB}" type="presOf" srcId="{40FBC269-5A61-4B71-8609-6A8556600150}" destId="{18C7B5CD-A315-4852-8624-2FF24A48BD8C}" srcOrd="0" destOrd="0" presId="urn:microsoft.com/office/officeart/2018/2/layout/IconVerticalSolidList"/>
    <dgm:cxn modelId="{3FB4EC67-3682-47A4-8337-3A494B4C4757}" type="presOf" srcId="{B0F41578-FAD5-42A4-A34F-FE9CD7758C24}" destId="{16291AAB-9C59-4523-82FF-645680AA39C4}" srcOrd="0" destOrd="0" presId="urn:microsoft.com/office/officeart/2018/2/layout/IconVerticalSolidList"/>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46221CDC-5B29-46F6-8789-E82A941E53CC}" type="presOf" srcId="{5E372BF3-15D5-4068-9C8E-415CEE501BE7}" destId="{6AA03709-740E-412F-9044-30D57361EBD2}" srcOrd="0" destOrd="0" presId="urn:microsoft.com/office/officeart/2018/2/layout/IconVerticalSolidList"/>
    <dgm:cxn modelId="{179865DF-6A3D-489E-BBC0-9080ECD76A4B}" type="presParOf" srcId="{16291AAB-9C59-4523-82FF-645680AA39C4}" destId="{F5E71A5D-5DA1-4293-A4A4-57C41AF0768C}" srcOrd="0" destOrd="0" presId="urn:microsoft.com/office/officeart/2018/2/layout/IconVerticalSolidList"/>
    <dgm:cxn modelId="{2A9BA643-8F96-4CC7-AB76-72EF593E0F6C}" type="presParOf" srcId="{F5E71A5D-5DA1-4293-A4A4-57C41AF0768C}" destId="{C8B0E2DF-1725-42DE-8962-EB48B50A5A8D}" srcOrd="0" destOrd="0" presId="urn:microsoft.com/office/officeart/2018/2/layout/IconVerticalSolidList"/>
    <dgm:cxn modelId="{8F8B56B8-3C92-486D-99E4-6C477190D42F}" type="presParOf" srcId="{F5E71A5D-5DA1-4293-A4A4-57C41AF0768C}" destId="{53D20F3B-8499-48B1-9958-F0AECD574E05}" srcOrd="1" destOrd="0" presId="urn:microsoft.com/office/officeart/2018/2/layout/IconVerticalSolidList"/>
    <dgm:cxn modelId="{88162054-AA04-4CEC-B1B4-B87CAFC2D851}" type="presParOf" srcId="{F5E71A5D-5DA1-4293-A4A4-57C41AF0768C}" destId="{3775B15C-142D-4A07-BB0C-5D2936ACBA2C}" srcOrd="2" destOrd="0" presId="urn:microsoft.com/office/officeart/2018/2/layout/IconVerticalSolidList"/>
    <dgm:cxn modelId="{36AC3507-EFD1-4D6C-8643-F013FB3956A1}" type="presParOf" srcId="{F5E71A5D-5DA1-4293-A4A4-57C41AF0768C}" destId="{18C7B5CD-A315-4852-8624-2FF24A48BD8C}" srcOrd="3" destOrd="0" presId="urn:microsoft.com/office/officeart/2018/2/layout/IconVerticalSolidList"/>
    <dgm:cxn modelId="{72597DE2-C058-40DD-8F3B-70277EB28AC0}" type="presParOf" srcId="{16291AAB-9C59-4523-82FF-645680AA39C4}" destId="{C001120E-CFA1-4382-B054-A111429E707B}" srcOrd="1" destOrd="0" presId="urn:microsoft.com/office/officeart/2018/2/layout/IconVerticalSolidList"/>
    <dgm:cxn modelId="{EB668081-80AD-4FF3-A8C4-57F5420012BD}" type="presParOf" srcId="{16291AAB-9C59-4523-82FF-645680AA39C4}" destId="{A65E6D41-CB9B-4ADE-87CD-1E493A8C5C55}" srcOrd="2" destOrd="0" presId="urn:microsoft.com/office/officeart/2018/2/layout/IconVerticalSolidList"/>
    <dgm:cxn modelId="{6EED9DEC-3F42-4643-ADA1-C9B204075E77}" type="presParOf" srcId="{A65E6D41-CB9B-4ADE-87CD-1E493A8C5C55}" destId="{21E68339-7F1B-445B-8A7B-97102D1571B3}" srcOrd="0" destOrd="0" presId="urn:microsoft.com/office/officeart/2018/2/layout/IconVerticalSolidList"/>
    <dgm:cxn modelId="{1DD76BEA-170B-497D-B09D-1151B07F648B}" type="presParOf" srcId="{A65E6D41-CB9B-4ADE-87CD-1E493A8C5C55}" destId="{418A977F-9EBE-450C-A2BC-77E0EB1D1B73}" srcOrd="1" destOrd="0" presId="urn:microsoft.com/office/officeart/2018/2/layout/IconVerticalSolidList"/>
    <dgm:cxn modelId="{0CD9B535-1756-4E49-B9E8-6D292EACB147}" type="presParOf" srcId="{A65E6D41-CB9B-4ADE-87CD-1E493A8C5C55}" destId="{E1140C95-9674-47E6-91E8-13137071E3BE}" srcOrd="2" destOrd="0" presId="urn:microsoft.com/office/officeart/2018/2/layout/IconVerticalSolidList"/>
    <dgm:cxn modelId="{5511919E-A2B9-4328-96A6-E10B5789D852}" type="presParOf" srcId="{A65E6D41-CB9B-4ADE-87CD-1E493A8C5C55}" destId="{6AA03709-740E-412F-9044-30D57361EBD2}"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519028C-103C-4929-9554-912E7930D4D4}"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D203BA38-DF4B-4BD1-8348-1CD0D667D00C}">
      <dgm:prSet/>
      <dgm:spPr>
        <a:scene3d>
          <a:camera prst="orthographicFront"/>
          <a:lightRig rig="threePt" dir="t"/>
        </a:scene3d>
        <a:sp3d>
          <a:bevelT w="165100" prst="coolSlant"/>
        </a:sp3d>
      </dgm:spPr>
      <dgm:t>
        <a:bodyPr/>
        <a:lstStyle/>
        <a:p>
          <a:r>
            <a:rPr lang="en-US" dirty="0"/>
            <a:t>PC1:192.168.1.2</a:t>
          </a:r>
          <a:br>
            <a:rPr lang="ja-JP" altLang="en-US" dirty="0"/>
          </a:br>
          <a:r>
            <a:rPr lang="en-US" altLang="ja-JP" dirty="0"/>
            <a:t>DNS</a:t>
          </a:r>
          <a:r>
            <a:rPr lang="ja-JP" altLang="en-US" dirty="0"/>
            <a:t>問い合わせ</a:t>
          </a:r>
          <a:endParaRPr lang="en-US" dirty="0"/>
        </a:p>
        <a:p>
          <a:r>
            <a:rPr lang="ja-JP" altLang="en-US" dirty="0"/>
            <a:t>送信元ポート</a:t>
          </a:r>
          <a:r>
            <a:rPr lang="en-US" altLang="ja-JP" dirty="0"/>
            <a:t>:49160</a:t>
          </a:r>
          <a:br>
            <a:rPr lang="ja-JP" altLang="en-US" dirty="0"/>
          </a:br>
          <a:r>
            <a:rPr lang="ja-JP" altLang="en-US" dirty="0"/>
            <a:t>宛先ポート</a:t>
          </a:r>
          <a:r>
            <a:rPr lang="en-US" altLang="ja-JP" dirty="0"/>
            <a:t>:53</a:t>
          </a:r>
          <a:endParaRPr lang="en-US" dirty="0"/>
        </a:p>
      </dgm:t>
    </dgm:pt>
    <dgm:pt modelId="{3AEBDF2E-9790-4387-AA1F-EEE804085874}" type="parTrans" cxnId="{9253FD39-B13A-4136-8936-0F57D0EFCC2F}">
      <dgm:prSet/>
      <dgm:spPr/>
      <dgm:t>
        <a:bodyPr/>
        <a:lstStyle/>
        <a:p>
          <a:endParaRPr lang="en-US"/>
        </a:p>
      </dgm:t>
    </dgm:pt>
    <dgm:pt modelId="{EF841CBA-3B36-4569-897D-1493B919E41A}" type="sibTrans" cxnId="{9253FD39-B13A-4136-8936-0F57D0EFCC2F}">
      <dgm:prSet/>
      <dgm:spPr>
        <a:effectLst>
          <a:glow rad="101600">
            <a:schemeClr val="accent4">
              <a:satMod val="175000"/>
              <a:alpha val="40000"/>
            </a:schemeClr>
          </a:glow>
        </a:effectLst>
      </dgm:spPr>
      <dgm:t>
        <a:bodyPr/>
        <a:lstStyle/>
        <a:p>
          <a:endParaRPr lang="en-US"/>
        </a:p>
      </dgm:t>
    </dgm:pt>
    <dgm:pt modelId="{05F87DF3-DF1E-4FA5-82AC-7376DCDFCBD8}">
      <dgm:prSet/>
      <dgm:spPr>
        <a:scene3d>
          <a:camera prst="orthographicFront"/>
          <a:lightRig rig="threePt" dir="t"/>
        </a:scene3d>
        <a:sp3d>
          <a:bevelT w="165100" prst="coolSlant"/>
        </a:sp3d>
      </dgm:spPr>
      <dgm:t>
        <a:bodyPr/>
        <a:lstStyle/>
        <a:p>
          <a:r>
            <a:rPr lang="ja-JP" altLang="en-US" dirty="0"/>
            <a:t>ルーター</a:t>
          </a:r>
          <a:r>
            <a:rPr lang="en-US" altLang="ja-JP" dirty="0"/>
            <a:t>:192.168.1.1</a:t>
          </a:r>
          <a:br>
            <a:rPr lang="ja-JP" altLang="en-US" dirty="0"/>
          </a:br>
          <a:r>
            <a:rPr lang="en-US" altLang="ja-JP" dirty="0"/>
            <a:t>WAN:203.0.113.1</a:t>
          </a:r>
        </a:p>
        <a:p>
          <a:r>
            <a:rPr lang="ja-JP" altLang="en-US" dirty="0"/>
            <a:t>変換前</a:t>
          </a:r>
          <a:r>
            <a:rPr lang="en-US" altLang="ja-JP" dirty="0"/>
            <a:t>:192.168.1.2:49160</a:t>
          </a:r>
          <a:br>
            <a:rPr lang="ja-JP" altLang="en-US" dirty="0"/>
          </a:br>
          <a:r>
            <a:rPr lang="ja-JP" altLang="en-US" dirty="0"/>
            <a:t>変換後</a:t>
          </a:r>
          <a:r>
            <a:rPr lang="en-US" altLang="ja-JP" dirty="0"/>
            <a:t>:203.0.113.1:40001</a:t>
          </a:r>
        </a:p>
      </dgm:t>
    </dgm:pt>
    <dgm:pt modelId="{4DDDAAF0-3266-46F9-A630-73D8068401AD}" type="parTrans" cxnId="{D3AA06A6-B024-4C41-809E-71EDDC1B213E}">
      <dgm:prSet/>
      <dgm:spPr/>
      <dgm:t>
        <a:bodyPr/>
        <a:lstStyle/>
        <a:p>
          <a:endParaRPr lang="en-US"/>
        </a:p>
      </dgm:t>
    </dgm:pt>
    <dgm:pt modelId="{00FFB8A7-6EC4-443E-A3B3-DD4BB05BE703}" type="sibTrans" cxnId="{D3AA06A6-B024-4C41-809E-71EDDC1B213E}">
      <dgm:prSet/>
      <dgm:spPr>
        <a:effectLst>
          <a:glow rad="101600">
            <a:schemeClr val="accent4">
              <a:satMod val="175000"/>
              <a:alpha val="40000"/>
            </a:schemeClr>
          </a:glow>
        </a:effectLst>
      </dgm:spPr>
      <dgm:t>
        <a:bodyPr/>
        <a:lstStyle/>
        <a:p>
          <a:endParaRPr lang="en-US"/>
        </a:p>
      </dgm:t>
    </dgm:pt>
    <dgm:pt modelId="{8848EB97-EE83-4D3D-B259-96D7FD35C2DB}">
      <dgm:prSet/>
      <dgm:spPr>
        <a:scene3d>
          <a:camera prst="orthographicFront"/>
          <a:lightRig rig="threePt" dir="t"/>
        </a:scene3d>
        <a:sp3d>
          <a:bevelT w="165100" prst="coolSlant"/>
        </a:sp3d>
      </dgm:spPr>
      <dgm:t>
        <a:bodyPr/>
        <a:lstStyle/>
        <a:p>
          <a:r>
            <a:rPr lang="en-US" dirty="0"/>
            <a:t>WAN</a:t>
          </a:r>
        </a:p>
        <a:p>
          <a:r>
            <a:rPr lang="en-US" dirty="0"/>
            <a:t>203.0.113.1:4001-&gt;</a:t>
          </a:r>
        </a:p>
        <a:p>
          <a:r>
            <a:rPr lang="en-US" dirty="0"/>
            <a:t>8.8.8.8:53</a:t>
          </a:r>
        </a:p>
      </dgm:t>
    </dgm:pt>
    <dgm:pt modelId="{0E36B0A2-6317-456E-B322-41A3A2BEB65A}" type="parTrans" cxnId="{F5D3E70C-4D22-4EA2-A067-5F26C32A630C}">
      <dgm:prSet/>
      <dgm:spPr/>
      <dgm:t>
        <a:bodyPr/>
        <a:lstStyle/>
        <a:p>
          <a:endParaRPr lang="en-US"/>
        </a:p>
      </dgm:t>
    </dgm:pt>
    <dgm:pt modelId="{1C1956B9-F3F4-4938-8CEB-2F0E63018625}" type="sibTrans" cxnId="{F5D3E70C-4D22-4EA2-A067-5F26C32A630C}">
      <dgm:prSet/>
      <dgm:spPr>
        <a:effectLst>
          <a:glow rad="101600">
            <a:schemeClr val="accent4">
              <a:satMod val="175000"/>
              <a:alpha val="40000"/>
            </a:schemeClr>
          </a:glow>
        </a:effectLst>
      </dgm:spPr>
      <dgm:t>
        <a:bodyPr/>
        <a:lstStyle/>
        <a:p>
          <a:endParaRPr lang="en-US"/>
        </a:p>
      </dgm:t>
    </dgm:pt>
    <dgm:pt modelId="{C830D74E-4FB7-4091-BEDB-484E227D910E}">
      <dgm:prSet/>
      <dgm:spPr>
        <a:scene3d>
          <a:camera prst="orthographicFront"/>
          <a:lightRig rig="threePt" dir="t"/>
        </a:scene3d>
        <a:sp3d>
          <a:bevelT w="165100" prst="coolSlant"/>
        </a:sp3d>
      </dgm:spPr>
      <dgm:t>
        <a:bodyPr/>
        <a:lstStyle/>
        <a:p>
          <a:r>
            <a:rPr lang="ja-JP" altLang="en-US" dirty="0"/>
            <a:t>サーバー側のルーターが受信</a:t>
          </a:r>
          <a:endParaRPr lang="en-US" altLang="ja-JP" dirty="0"/>
        </a:p>
        <a:p>
          <a:r>
            <a:rPr lang="en-US" altLang="ja-JP" dirty="0"/>
            <a:t>DNS</a:t>
          </a:r>
          <a:r>
            <a:rPr lang="ja-JP" altLang="en-US" dirty="0"/>
            <a:t>サーバーに渡す</a:t>
          </a:r>
          <a:endParaRPr lang="en-US" altLang="ja-JP" dirty="0"/>
        </a:p>
      </dgm:t>
    </dgm:pt>
    <dgm:pt modelId="{D4FA648C-9A37-4AFE-8EE2-EEEDC49AF76C}" type="parTrans" cxnId="{413722B7-5B54-4B2B-98A1-A1C7D130C033}">
      <dgm:prSet/>
      <dgm:spPr/>
      <dgm:t>
        <a:bodyPr/>
        <a:lstStyle/>
        <a:p>
          <a:endParaRPr kumimoji="1" lang="ja-JP" altLang="en-US"/>
        </a:p>
      </dgm:t>
    </dgm:pt>
    <dgm:pt modelId="{94F9BB1F-0C56-440F-B6E0-535F9FA39CA1}" type="sibTrans" cxnId="{413722B7-5B54-4B2B-98A1-A1C7D130C033}">
      <dgm:prSet/>
      <dgm:spPr>
        <a:effectLst>
          <a:glow rad="101600">
            <a:schemeClr val="accent4">
              <a:satMod val="175000"/>
              <a:alpha val="40000"/>
            </a:schemeClr>
          </a:glow>
        </a:effectLst>
      </dgm:spPr>
      <dgm:t>
        <a:bodyPr/>
        <a:lstStyle/>
        <a:p>
          <a:endParaRPr kumimoji="1" lang="ja-JP" altLang="en-US"/>
        </a:p>
      </dgm:t>
    </dgm:pt>
    <dgm:pt modelId="{AEF106A8-9A60-45CA-873E-55E48E5AEAAE}">
      <dgm:prSet/>
      <dgm:spPr>
        <a:scene3d>
          <a:camera prst="orthographicFront"/>
          <a:lightRig rig="threePt" dir="t"/>
        </a:scene3d>
        <a:sp3d>
          <a:bevelT w="165100" prst="coolSlant"/>
        </a:sp3d>
      </dgm:spPr>
      <dgm:t>
        <a:bodyPr/>
        <a:lstStyle/>
        <a:p>
          <a:r>
            <a:rPr lang="en-US" altLang="ja-JP" dirty="0"/>
            <a:t>DNS</a:t>
          </a:r>
          <a:r>
            <a:rPr lang="ja-JP" altLang="en-US" dirty="0"/>
            <a:t>サーバーが受信</a:t>
          </a:r>
          <a:endParaRPr lang="en-US" altLang="ja-JP" dirty="0"/>
        </a:p>
        <a:p>
          <a:r>
            <a:rPr lang="ja-JP" altLang="en-US" dirty="0"/>
            <a:t>クライアントに返す</a:t>
          </a:r>
          <a:endParaRPr lang="en-US" altLang="ja-JP" dirty="0"/>
        </a:p>
      </dgm:t>
    </dgm:pt>
    <dgm:pt modelId="{B69B8886-9D05-4D75-8450-CD62C7BB0A6A}" type="parTrans" cxnId="{C977F1B4-39C2-449C-9F3E-8811C66A62D8}">
      <dgm:prSet/>
      <dgm:spPr/>
      <dgm:t>
        <a:bodyPr/>
        <a:lstStyle/>
        <a:p>
          <a:endParaRPr kumimoji="1" lang="ja-JP" altLang="en-US"/>
        </a:p>
      </dgm:t>
    </dgm:pt>
    <dgm:pt modelId="{8D90A18B-82B1-4CC5-80E1-929BC5E0323E}" type="sibTrans" cxnId="{C977F1B4-39C2-449C-9F3E-8811C66A62D8}">
      <dgm:prSet/>
      <dgm:spPr>
        <a:effectLst>
          <a:glow rad="101600">
            <a:schemeClr val="accent4">
              <a:satMod val="175000"/>
              <a:alpha val="40000"/>
            </a:schemeClr>
          </a:glow>
        </a:effectLst>
      </dgm:spPr>
      <dgm:t>
        <a:bodyPr/>
        <a:lstStyle/>
        <a:p>
          <a:endParaRPr kumimoji="1" lang="ja-JP" altLang="en-US"/>
        </a:p>
      </dgm:t>
    </dgm:pt>
    <dgm:pt modelId="{E1C2AED0-031E-4736-9529-469F4DDEBFD0}">
      <dgm:prSet/>
      <dgm:spPr>
        <a:scene3d>
          <a:camera prst="orthographicFront"/>
          <a:lightRig rig="threePt" dir="t"/>
        </a:scene3d>
        <a:sp3d>
          <a:bevelT w="165100" prst="coolSlant"/>
        </a:sp3d>
      </dgm:spPr>
      <dgm:t>
        <a:bodyPr/>
        <a:lstStyle/>
        <a:p>
          <a:r>
            <a:rPr lang="en-US" altLang="ja-JP" dirty="0"/>
            <a:t>SV:8.8.8.8</a:t>
          </a:r>
          <a:br>
            <a:rPr lang="ja-JP" altLang="en-US" dirty="0"/>
          </a:br>
          <a:r>
            <a:rPr lang="ja-JP" altLang="en-US" dirty="0"/>
            <a:t>送信元</a:t>
          </a:r>
          <a:r>
            <a:rPr lang="en-US" altLang="ja-JP" dirty="0"/>
            <a:t>:8.8.8.8:53</a:t>
          </a:r>
          <a:br>
            <a:rPr lang="ja-JP" altLang="en-US" dirty="0"/>
          </a:br>
          <a:r>
            <a:rPr lang="ja-JP" altLang="en-US" dirty="0"/>
            <a:t>宛先</a:t>
          </a:r>
          <a:r>
            <a:rPr lang="en-US" altLang="ja-JP" dirty="0"/>
            <a:t>:203.0.113.1:40001</a:t>
          </a:r>
        </a:p>
      </dgm:t>
    </dgm:pt>
    <dgm:pt modelId="{6DA4FB33-73CA-4693-9C90-5A25C052243E}" type="parTrans" cxnId="{4421DE81-1ED6-4F8A-A40A-A17D1689DAE4}">
      <dgm:prSet/>
      <dgm:spPr/>
      <dgm:t>
        <a:bodyPr/>
        <a:lstStyle/>
        <a:p>
          <a:endParaRPr kumimoji="1" lang="ja-JP" altLang="en-US"/>
        </a:p>
      </dgm:t>
    </dgm:pt>
    <dgm:pt modelId="{1C5879A6-B5DC-414B-81B8-71AEB33C7AAB}" type="sibTrans" cxnId="{4421DE81-1ED6-4F8A-A40A-A17D1689DAE4}">
      <dgm:prSet/>
      <dgm:spPr>
        <a:effectLst>
          <a:glow rad="101600">
            <a:schemeClr val="accent4">
              <a:satMod val="175000"/>
              <a:alpha val="40000"/>
            </a:schemeClr>
          </a:glow>
        </a:effectLst>
      </dgm:spPr>
      <dgm:t>
        <a:bodyPr/>
        <a:lstStyle/>
        <a:p>
          <a:endParaRPr kumimoji="1" lang="ja-JP" altLang="en-US"/>
        </a:p>
      </dgm:t>
    </dgm:pt>
    <dgm:pt modelId="{317638E3-81BD-4A3E-A868-A760E921A7F5}">
      <dgm:prSet/>
      <dgm:spPr>
        <a:scene3d>
          <a:camera prst="orthographicFront"/>
          <a:lightRig rig="threePt" dir="t"/>
        </a:scene3d>
        <a:sp3d>
          <a:bevelT w="165100" prst="coolSlant"/>
        </a:sp3d>
      </dgm:spPr>
      <dgm:t>
        <a:bodyPr/>
        <a:lstStyle/>
        <a:p>
          <a:r>
            <a:rPr lang="ja-JP" altLang="en-US" dirty="0"/>
            <a:t>ルーター</a:t>
          </a:r>
          <a:r>
            <a:rPr lang="en-US" altLang="ja-JP" dirty="0"/>
            <a:t>:192.168.1.1</a:t>
          </a:r>
          <a:br>
            <a:rPr lang="ja-JP" altLang="en-US" dirty="0"/>
          </a:br>
          <a:r>
            <a:rPr lang="en-US" altLang="ja-JP" dirty="0"/>
            <a:t>WAN:203.0.113.1</a:t>
          </a:r>
        </a:p>
        <a:p>
          <a:r>
            <a:rPr lang="ja-JP" altLang="en-US" dirty="0"/>
            <a:t>変換前</a:t>
          </a:r>
          <a:r>
            <a:rPr lang="en-US" altLang="ja-JP" dirty="0"/>
            <a:t>:203.0.113.1:40001</a:t>
          </a:r>
          <a:br>
            <a:rPr lang="ja-JP" altLang="en-US" dirty="0"/>
          </a:br>
          <a:r>
            <a:rPr lang="ja-JP" altLang="en-US" dirty="0"/>
            <a:t>変換後</a:t>
          </a:r>
          <a:r>
            <a:rPr lang="en-US" altLang="ja-JP" dirty="0"/>
            <a:t>:192.168.1.2:49160</a:t>
          </a:r>
        </a:p>
      </dgm:t>
    </dgm:pt>
    <dgm:pt modelId="{82C46E72-83A6-42B0-9FB9-4BB23B187DCC}" type="parTrans" cxnId="{DA27EFD9-474F-48B3-B030-1BE8A4A6EBBF}">
      <dgm:prSet/>
      <dgm:spPr/>
      <dgm:t>
        <a:bodyPr/>
        <a:lstStyle/>
        <a:p>
          <a:endParaRPr kumimoji="1" lang="ja-JP" altLang="en-US"/>
        </a:p>
      </dgm:t>
    </dgm:pt>
    <dgm:pt modelId="{EFEE1027-ED9B-4197-8592-AE23302280B4}" type="sibTrans" cxnId="{DA27EFD9-474F-48B3-B030-1BE8A4A6EBBF}">
      <dgm:prSet/>
      <dgm:spPr>
        <a:effectLst>
          <a:glow rad="101600">
            <a:schemeClr val="accent4">
              <a:satMod val="175000"/>
              <a:alpha val="40000"/>
            </a:schemeClr>
          </a:glow>
        </a:effectLst>
      </dgm:spPr>
      <dgm:t>
        <a:bodyPr/>
        <a:lstStyle/>
        <a:p>
          <a:endParaRPr kumimoji="1" lang="ja-JP" altLang="en-US"/>
        </a:p>
      </dgm:t>
    </dgm:pt>
    <dgm:pt modelId="{8A891147-1473-44C1-B181-54948DBF9F6C}">
      <dgm:prSet/>
      <dgm:spPr>
        <a:scene3d>
          <a:camera prst="orthographicFront"/>
          <a:lightRig rig="threePt" dir="t"/>
        </a:scene3d>
        <a:sp3d>
          <a:bevelT w="165100" prst="coolSlant"/>
        </a:sp3d>
      </dgm:spPr>
      <dgm:t>
        <a:bodyPr/>
        <a:lstStyle/>
        <a:p>
          <a:r>
            <a:rPr lang="en-US" dirty="0"/>
            <a:t>PC1:192.168.1.2</a:t>
          </a:r>
          <a:br>
            <a:rPr lang="ja-JP" altLang="en-US" dirty="0"/>
          </a:br>
          <a:r>
            <a:rPr lang="en-US" altLang="ja-JP" dirty="0"/>
            <a:t>DNS</a:t>
          </a:r>
          <a:r>
            <a:rPr lang="ja-JP" altLang="en-US" dirty="0"/>
            <a:t>受信</a:t>
          </a:r>
          <a:endParaRPr lang="en-US" dirty="0"/>
        </a:p>
      </dgm:t>
    </dgm:pt>
    <dgm:pt modelId="{4AA2FCD5-4030-47DF-94AA-A15B4AFE373B}" type="parTrans" cxnId="{502FFE12-9924-4AF9-826B-F75558E84F1B}">
      <dgm:prSet/>
      <dgm:spPr/>
      <dgm:t>
        <a:bodyPr/>
        <a:lstStyle/>
        <a:p>
          <a:endParaRPr kumimoji="1" lang="ja-JP" altLang="en-US"/>
        </a:p>
      </dgm:t>
    </dgm:pt>
    <dgm:pt modelId="{620754B8-DFC4-4A79-BD9A-703BA575C3C2}" type="sibTrans" cxnId="{502FFE12-9924-4AF9-826B-F75558E84F1B}">
      <dgm:prSet/>
      <dgm:spPr/>
      <dgm:t>
        <a:bodyPr/>
        <a:lstStyle/>
        <a:p>
          <a:endParaRPr kumimoji="1" lang="ja-JP" altLang="en-US"/>
        </a:p>
      </dgm:t>
    </dgm:pt>
    <dgm:pt modelId="{72E48386-8F76-45E3-827D-D20018F57F1C}" type="pres">
      <dgm:prSet presAssocID="{1519028C-103C-4929-9554-912E7930D4D4}" presName="Name0" presStyleCnt="0">
        <dgm:presLayoutVars>
          <dgm:dir/>
          <dgm:resizeHandles val="exact"/>
        </dgm:presLayoutVars>
      </dgm:prSet>
      <dgm:spPr/>
    </dgm:pt>
    <dgm:pt modelId="{FC0915C2-02DE-416E-BE2E-6A725A2D1EFD}" type="pres">
      <dgm:prSet presAssocID="{D203BA38-DF4B-4BD1-8348-1CD0D667D00C}" presName="node" presStyleLbl="node1" presStyleIdx="0" presStyleCnt="8">
        <dgm:presLayoutVars>
          <dgm:bulletEnabled val="1"/>
        </dgm:presLayoutVars>
      </dgm:prSet>
      <dgm:spPr/>
    </dgm:pt>
    <dgm:pt modelId="{86020F71-1922-4232-BF2A-4F513B0F68EF}" type="pres">
      <dgm:prSet presAssocID="{EF841CBA-3B36-4569-897D-1493B919E41A}" presName="sibTrans" presStyleLbl="sibTrans1D1" presStyleIdx="0" presStyleCnt="7"/>
      <dgm:spPr/>
    </dgm:pt>
    <dgm:pt modelId="{54A88FA2-9314-41BB-BF3E-37CF020111D5}" type="pres">
      <dgm:prSet presAssocID="{EF841CBA-3B36-4569-897D-1493B919E41A}" presName="connectorText" presStyleLbl="sibTrans1D1" presStyleIdx="0" presStyleCnt="7"/>
      <dgm:spPr/>
    </dgm:pt>
    <dgm:pt modelId="{F71D7DC5-17FE-496A-B14C-3BEE0603CACE}" type="pres">
      <dgm:prSet presAssocID="{05F87DF3-DF1E-4FA5-82AC-7376DCDFCBD8}" presName="node" presStyleLbl="node1" presStyleIdx="1" presStyleCnt="8">
        <dgm:presLayoutVars>
          <dgm:bulletEnabled val="1"/>
        </dgm:presLayoutVars>
      </dgm:prSet>
      <dgm:spPr/>
    </dgm:pt>
    <dgm:pt modelId="{1B384F50-C908-44E2-A8CE-F52D47A53F87}" type="pres">
      <dgm:prSet presAssocID="{00FFB8A7-6EC4-443E-A3B3-DD4BB05BE703}" presName="sibTrans" presStyleLbl="sibTrans1D1" presStyleIdx="1" presStyleCnt="7"/>
      <dgm:spPr/>
    </dgm:pt>
    <dgm:pt modelId="{D84C6149-EE4A-45D3-97DD-03B8E666F6ED}" type="pres">
      <dgm:prSet presAssocID="{00FFB8A7-6EC4-443E-A3B3-DD4BB05BE703}" presName="connectorText" presStyleLbl="sibTrans1D1" presStyleIdx="1" presStyleCnt="7"/>
      <dgm:spPr/>
    </dgm:pt>
    <dgm:pt modelId="{DBB741F8-9B12-43E8-9D24-A824B1EDAD33}" type="pres">
      <dgm:prSet presAssocID="{8848EB97-EE83-4D3D-B259-96D7FD35C2DB}" presName="node" presStyleLbl="node1" presStyleIdx="2" presStyleCnt="8">
        <dgm:presLayoutVars>
          <dgm:bulletEnabled val="1"/>
        </dgm:presLayoutVars>
      </dgm:prSet>
      <dgm:spPr/>
    </dgm:pt>
    <dgm:pt modelId="{DEB97D9A-51CA-4CBC-968C-8C945579EAD4}" type="pres">
      <dgm:prSet presAssocID="{1C1956B9-F3F4-4938-8CEB-2F0E63018625}" presName="sibTrans" presStyleLbl="sibTrans1D1" presStyleIdx="2" presStyleCnt="7"/>
      <dgm:spPr/>
    </dgm:pt>
    <dgm:pt modelId="{D3D968CD-8211-45CC-AE5E-0E74AD273BDD}" type="pres">
      <dgm:prSet presAssocID="{1C1956B9-F3F4-4938-8CEB-2F0E63018625}" presName="connectorText" presStyleLbl="sibTrans1D1" presStyleIdx="2" presStyleCnt="7"/>
      <dgm:spPr/>
    </dgm:pt>
    <dgm:pt modelId="{1272FCDB-ECE7-4E2E-9C0E-B0FA23C0D8C6}" type="pres">
      <dgm:prSet presAssocID="{C830D74E-4FB7-4091-BEDB-484E227D910E}" presName="node" presStyleLbl="node1" presStyleIdx="3" presStyleCnt="8" custLinFactNeighborX="-705">
        <dgm:presLayoutVars>
          <dgm:bulletEnabled val="1"/>
        </dgm:presLayoutVars>
      </dgm:prSet>
      <dgm:spPr/>
    </dgm:pt>
    <dgm:pt modelId="{A2D01A60-B28B-4B47-9A81-6EA86D8ABD80}" type="pres">
      <dgm:prSet presAssocID="{94F9BB1F-0C56-440F-B6E0-535F9FA39CA1}" presName="sibTrans" presStyleLbl="sibTrans1D1" presStyleIdx="3" presStyleCnt="7"/>
      <dgm:spPr/>
    </dgm:pt>
    <dgm:pt modelId="{74E7716C-CC52-4AC3-9D5B-410CE2739DE3}" type="pres">
      <dgm:prSet presAssocID="{94F9BB1F-0C56-440F-B6E0-535F9FA39CA1}" presName="connectorText" presStyleLbl="sibTrans1D1" presStyleIdx="3" presStyleCnt="7"/>
      <dgm:spPr/>
    </dgm:pt>
    <dgm:pt modelId="{7B1D7820-C8B8-4CA0-9764-F3B5E1E9EBD2}" type="pres">
      <dgm:prSet presAssocID="{AEF106A8-9A60-45CA-873E-55E48E5AEAAE}" presName="node" presStyleLbl="node1" presStyleIdx="4" presStyleCnt="8" custLinFactNeighborX="-705">
        <dgm:presLayoutVars>
          <dgm:bulletEnabled val="1"/>
        </dgm:presLayoutVars>
      </dgm:prSet>
      <dgm:spPr/>
    </dgm:pt>
    <dgm:pt modelId="{2446DEB0-CEBB-4918-8C7E-84B62ABE61D4}" type="pres">
      <dgm:prSet presAssocID="{8D90A18B-82B1-4CC5-80E1-929BC5E0323E}" presName="sibTrans" presStyleLbl="sibTrans1D1" presStyleIdx="4" presStyleCnt="7"/>
      <dgm:spPr/>
    </dgm:pt>
    <dgm:pt modelId="{11D248E8-BA21-4543-AABE-05C9DC8943AA}" type="pres">
      <dgm:prSet presAssocID="{8D90A18B-82B1-4CC5-80E1-929BC5E0323E}" presName="connectorText" presStyleLbl="sibTrans1D1" presStyleIdx="4" presStyleCnt="7"/>
      <dgm:spPr/>
    </dgm:pt>
    <dgm:pt modelId="{357CB705-A8B0-4459-8A14-E82BF9C121B3}" type="pres">
      <dgm:prSet presAssocID="{E1C2AED0-031E-4736-9529-469F4DDEBFD0}" presName="node" presStyleLbl="node1" presStyleIdx="5" presStyleCnt="8" custLinFactNeighborX="-705">
        <dgm:presLayoutVars>
          <dgm:bulletEnabled val="1"/>
        </dgm:presLayoutVars>
      </dgm:prSet>
      <dgm:spPr/>
    </dgm:pt>
    <dgm:pt modelId="{E0CEEB93-4257-48C8-AF31-CAEDA8A51123}" type="pres">
      <dgm:prSet presAssocID="{1C5879A6-B5DC-414B-81B8-71AEB33C7AAB}" presName="sibTrans" presStyleLbl="sibTrans1D1" presStyleIdx="5" presStyleCnt="7"/>
      <dgm:spPr/>
    </dgm:pt>
    <dgm:pt modelId="{8C2ED4EC-AB70-46A4-804E-F5310FD83B43}" type="pres">
      <dgm:prSet presAssocID="{1C5879A6-B5DC-414B-81B8-71AEB33C7AAB}" presName="connectorText" presStyleLbl="sibTrans1D1" presStyleIdx="5" presStyleCnt="7"/>
      <dgm:spPr/>
    </dgm:pt>
    <dgm:pt modelId="{2603B4DB-8AA9-4204-94ED-5E3FE17F775A}" type="pres">
      <dgm:prSet presAssocID="{317638E3-81BD-4A3E-A868-A760E921A7F5}" presName="node" presStyleLbl="node1" presStyleIdx="6" presStyleCnt="8">
        <dgm:presLayoutVars>
          <dgm:bulletEnabled val="1"/>
        </dgm:presLayoutVars>
      </dgm:prSet>
      <dgm:spPr/>
    </dgm:pt>
    <dgm:pt modelId="{2A4557F3-1A32-461E-85D4-C0CDD9A89D68}" type="pres">
      <dgm:prSet presAssocID="{EFEE1027-ED9B-4197-8592-AE23302280B4}" presName="sibTrans" presStyleLbl="sibTrans1D1" presStyleIdx="6" presStyleCnt="7"/>
      <dgm:spPr/>
    </dgm:pt>
    <dgm:pt modelId="{38450D5F-9358-44AE-8E16-37A26DA6BF98}" type="pres">
      <dgm:prSet presAssocID="{EFEE1027-ED9B-4197-8592-AE23302280B4}" presName="connectorText" presStyleLbl="sibTrans1D1" presStyleIdx="6" presStyleCnt="7"/>
      <dgm:spPr/>
    </dgm:pt>
    <dgm:pt modelId="{D78F85E2-E8DE-4376-8CB7-10ED936E8B5D}" type="pres">
      <dgm:prSet presAssocID="{8A891147-1473-44C1-B181-54948DBF9F6C}" presName="node" presStyleLbl="node1" presStyleIdx="7" presStyleCnt="8">
        <dgm:presLayoutVars>
          <dgm:bulletEnabled val="1"/>
        </dgm:presLayoutVars>
      </dgm:prSet>
      <dgm:spPr/>
    </dgm:pt>
  </dgm:ptLst>
  <dgm:cxnLst>
    <dgm:cxn modelId="{A46E1101-9F4D-4CC7-9262-A930D578BFA8}" type="presOf" srcId="{00FFB8A7-6EC4-443E-A3B3-DD4BB05BE703}" destId="{1B384F50-C908-44E2-A8CE-F52D47A53F87}" srcOrd="0" destOrd="0" presId="urn:microsoft.com/office/officeart/2016/7/layout/RepeatingBendingProcessNew"/>
    <dgm:cxn modelId="{11F56509-4868-4534-88A6-C9E420F37AF1}" type="presOf" srcId="{EF841CBA-3B36-4569-897D-1493B919E41A}" destId="{54A88FA2-9314-41BB-BF3E-37CF020111D5}" srcOrd="1" destOrd="0" presId="urn:microsoft.com/office/officeart/2016/7/layout/RepeatingBendingProcessNew"/>
    <dgm:cxn modelId="{28E10E0A-3F24-40E0-BEC6-9EB633364226}" type="presOf" srcId="{1C5879A6-B5DC-414B-81B8-71AEB33C7AAB}" destId="{8C2ED4EC-AB70-46A4-804E-F5310FD83B43}" srcOrd="1" destOrd="0" presId="urn:microsoft.com/office/officeart/2016/7/layout/RepeatingBendingProcessNew"/>
    <dgm:cxn modelId="{F5D3E70C-4D22-4EA2-A067-5F26C32A630C}" srcId="{1519028C-103C-4929-9554-912E7930D4D4}" destId="{8848EB97-EE83-4D3D-B259-96D7FD35C2DB}" srcOrd="2" destOrd="0" parTransId="{0E36B0A2-6317-456E-B322-41A3A2BEB65A}" sibTransId="{1C1956B9-F3F4-4938-8CEB-2F0E63018625}"/>
    <dgm:cxn modelId="{502FFE12-9924-4AF9-826B-F75558E84F1B}" srcId="{1519028C-103C-4929-9554-912E7930D4D4}" destId="{8A891147-1473-44C1-B181-54948DBF9F6C}" srcOrd="7" destOrd="0" parTransId="{4AA2FCD5-4030-47DF-94AA-A15B4AFE373B}" sibTransId="{620754B8-DFC4-4A79-BD9A-703BA575C3C2}"/>
    <dgm:cxn modelId="{82037C2A-B34E-4D5B-8F2A-B9C31B30F398}" type="presOf" srcId="{8D90A18B-82B1-4CC5-80E1-929BC5E0323E}" destId="{11D248E8-BA21-4543-AABE-05C9DC8943AA}" srcOrd="1" destOrd="0" presId="urn:microsoft.com/office/officeart/2016/7/layout/RepeatingBendingProcessNew"/>
    <dgm:cxn modelId="{DDA21330-52E0-4641-8DF4-DA7EFDA57299}" type="presOf" srcId="{94F9BB1F-0C56-440F-B6E0-535F9FA39CA1}" destId="{74E7716C-CC52-4AC3-9D5B-410CE2739DE3}" srcOrd="1" destOrd="0" presId="urn:microsoft.com/office/officeart/2016/7/layout/RepeatingBendingProcessNew"/>
    <dgm:cxn modelId="{9253FD39-B13A-4136-8936-0F57D0EFCC2F}" srcId="{1519028C-103C-4929-9554-912E7930D4D4}" destId="{D203BA38-DF4B-4BD1-8348-1CD0D667D00C}" srcOrd="0" destOrd="0" parTransId="{3AEBDF2E-9790-4387-AA1F-EEE804085874}" sibTransId="{EF841CBA-3B36-4569-897D-1493B919E41A}"/>
    <dgm:cxn modelId="{4B58F35C-9962-4A1F-9C26-0BE4C6BECA54}" type="presOf" srcId="{1C1956B9-F3F4-4938-8CEB-2F0E63018625}" destId="{DEB97D9A-51CA-4CBC-968C-8C945579EAD4}" srcOrd="0" destOrd="0" presId="urn:microsoft.com/office/officeart/2016/7/layout/RepeatingBendingProcessNew"/>
    <dgm:cxn modelId="{7D684264-D4AD-4719-8F51-3D574DD840EE}" type="presOf" srcId="{8848EB97-EE83-4D3D-B259-96D7FD35C2DB}" destId="{DBB741F8-9B12-43E8-9D24-A824B1EDAD33}" srcOrd="0" destOrd="0" presId="urn:microsoft.com/office/officeart/2016/7/layout/RepeatingBendingProcessNew"/>
    <dgm:cxn modelId="{2ADA2248-940C-4E9A-A318-8692EA81C4B2}" type="presOf" srcId="{05F87DF3-DF1E-4FA5-82AC-7376DCDFCBD8}" destId="{F71D7DC5-17FE-496A-B14C-3BEE0603CACE}" srcOrd="0" destOrd="0" presId="urn:microsoft.com/office/officeart/2016/7/layout/RepeatingBendingProcessNew"/>
    <dgm:cxn modelId="{8081344B-3DFB-49D0-8190-B7BC3DE637AF}" type="presOf" srcId="{317638E3-81BD-4A3E-A868-A760E921A7F5}" destId="{2603B4DB-8AA9-4204-94ED-5E3FE17F775A}" srcOrd="0" destOrd="0" presId="urn:microsoft.com/office/officeart/2016/7/layout/RepeatingBendingProcessNew"/>
    <dgm:cxn modelId="{7A13EB6F-922F-449B-AB81-9B786C1F341D}" type="presOf" srcId="{1C1956B9-F3F4-4938-8CEB-2F0E63018625}" destId="{D3D968CD-8211-45CC-AE5E-0E74AD273BDD}" srcOrd="1" destOrd="0" presId="urn:microsoft.com/office/officeart/2016/7/layout/RepeatingBendingProcessNew"/>
    <dgm:cxn modelId="{BBA66952-F56A-4610-B7BB-94883AF13F8A}" type="presOf" srcId="{8D90A18B-82B1-4CC5-80E1-929BC5E0323E}" destId="{2446DEB0-CEBB-4918-8C7E-84B62ABE61D4}" srcOrd="0" destOrd="0" presId="urn:microsoft.com/office/officeart/2016/7/layout/RepeatingBendingProcessNew"/>
    <dgm:cxn modelId="{D4802378-3B1C-4A40-9B05-D7715AD7EFDB}" type="presOf" srcId="{94F9BB1F-0C56-440F-B6E0-535F9FA39CA1}" destId="{A2D01A60-B28B-4B47-9A81-6EA86D8ABD80}" srcOrd="0" destOrd="0" presId="urn:microsoft.com/office/officeart/2016/7/layout/RepeatingBendingProcessNew"/>
    <dgm:cxn modelId="{5F8ABD79-EE2F-48CD-934F-92075A132E71}" type="presOf" srcId="{1C5879A6-B5DC-414B-81B8-71AEB33C7AAB}" destId="{E0CEEB93-4257-48C8-AF31-CAEDA8A51123}" srcOrd="0" destOrd="0" presId="urn:microsoft.com/office/officeart/2016/7/layout/RepeatingBendingProcessNew"/>
    <dgm:cxn modelId="{74AA137A-2862-4514-B7B4-5E7AAD64DBD7}" type="presOf" srcId="{D203BA38-DF4B-4BD1-8348-1CD0D667D00C}" destId="{FC0915C2-02DE-416E-BE2E-6A725A2D1EFD}" srcOrd="0" destOrd="0" presId="urn:microsoft.com/office/officeart/2016/7/layout/RepeatingBendingProcessNew"/>
    <dgm:cxn modelId="{4421DE81-1ED6-4F8A-A40A-A17D1689DAE4}" srcId="{1519028C-103C-4929-9554-912E7930D4D4}" destId="{E1C2AED0-031E-4736-9529-469F4DDEBFD0}" srcOrd="5" destOrd="0" parTransId="{6DA4FB33-73CA-4693-9C90-5A25C052243E}" sibTransId="{1C5879A6-B5DC-414B-81B8-71AEB33C7AAB}"/>
    <dgm:cxn modelId="{0AC90486-4ED3-4786-BD3B-918EF0C0E1DB}" type="presOf" srcId="{8A891147-1473-44C1-B181-54948DBF9F6C}" destId="{D78F85E2-E8DE-4376-8CB7-10ED936E8B5D}" srcOrd="0" destOrd="0" presId="urn:microsoft.com/office/officeart/2016/7/layout/RepeatingBendingProcessNew"/>
    <dgm:cxn modelId="{4F9D4998-818C-429D-95CB-B37A6D434179}" type="presOf" srcId="{00FFB8A7-6EC4-443E-A3B3-DD4BB05BE703}" destId="{D84C6149-EE4A-45D3-97DD-03B8E666F6ED}" srcOrd="1" destOrd="0" presId="urn:microsoft.com/office/officeart/2016/7/layout/RepeatingBendingProcessNew"/>
    <dgm:cxn modelId="{DCD3959A-FF62-4E52-94C0-75268D398B1B}" type="presOf" srcId="{E1C2AED0-031E-4736-9529-469F4DDEBFD0}" destId="{357CB705-A8B0-4459-8A14-E82BF9C121B3}" srcOrd="0" destOrd="0" presId="urn:microsoft.com/office/officeart/2016/7/layout/RepeatingBendingProcessNew"/>
    <dgm:cxn modelId="{D3AA06A6-B024-4C41-809E-71EDDC1B213E}" srcId="{1519028C-103C-4929-9554-912E7930D4D4}" destId="{05F87DF3-DF1E-4FA5-82AC-7376DCDFCBD8}" srcOrd="1" destOrd="0" parTransId="{4DDDAAF0-3266-46F9-A630-73D8068401AD}" sibTransId="{00FFB8A7-6EC4-443E-A3B3-DD4BB05BE703}"/>
    <dgm:cxn modelId="{8D8E89A8-B7BA-4681-9270-4C60706FAF22}" type="presOf" srcId="{EFEE1027-ED9B-4197-8592-AE23302280B4}" destId="{38450D5F-9358-44AE-8E16-37A26DA6BF98}" srcOrd="1" destOrd="0" presId="urn:microsoft.com/office/officeart/2016/7/layout/RepeatingBendingProcessNew"/>
    <dgm:cxn modelId="{0E7FE8AB-B27D-44FB-B28F-1E28B2FEA38B}" type="presOf" srcId="{C830D74E-4FB7-4091-BEDB-484E227D910E}" destId="{1272FCDB-ECE7-4E2E-9C0E-B0FA23C0D8C6}" srcOrd="0" destOrd="0" presId="urn:microsoft.com/office/officeart/2016/7/layout/RepeatingBendingProcessNew"/>
    <dgm:cxn modelId="{C977F1B4-39C2-449C-9F3E-8811C66A62D8}" srcId="{1519028C-103C-4929-9554-912E7930D4D4}" destId="{AEF106A8-9A60-45CA-873E-55E48E5AEAAE}" srcOrd="4" destOrd="0" parTransId="{B69B8886-9D05-4D75-8450-CD62C7BB0A6A}" sibTransId="{8D90A18B-82B1-4CC5-80E1-929BC5E0323E}"/>
    <dgm:cxn modelId="{413722B7-5B54-4B2B-98A1-A1C7D130C033}" srcId="{1519028C-103C-4929-9554-912E7930D4D4}" destId="{C830D74E-4FB7-4091-BEDB-484E227D910E}" srcOrd="3" destOrd="0" parTransId="{D4FA648C-9A37-4AFE-8EE2-EEEDC49AF76C}" sibTransId="{94F9BB1F-0C56-440F-B6E0-535F9FA39CA1}"/>
    <dgm:cxn modelId="{AA0743C8-2E9B-4220-906F-85033CF507BE}" type="presOf" srcId="{EFEE1027-ED9B-4197-8592-AE23302280B4}" destId="{2A4557F3-1A32-461E-85D4-C0CDD9A89D68}" srcOrd="0" destOrd="0" presId="urn:microsoft.com/office/officeart/2016/7/layout/RepeatingBendingProcessNew"/>
    <dgm:cxn modelId="{DA27EFD9-474F-48B3-B030-1BE8A4A6EBBF}" srcId="{1519028C-103C-4929-9554-912E7930D4D4}" destId="{317638E3-81BD-4A3E-A868-A760E921A7F5}" srcOrd="6" destOrd="0" parTransId="{82C46E72-83A6-42B0-9FB9-4BB23B187DCC}" sibTransId="{EFEE1027-ED9B-4197-8592-AE23302280B4}"/>
    <dgm:cxn modelId="{D97F5BE4-2FDB-402D-A596-52168706BD40}" type="presOf" srcId="{1519028C-103C-4929-9554-912E7930D4D4}" destId="{72E48386-8F76-45E3-827D-D20018F57F1C}" srcOrd="0" destOrd="0" presId="urn:microsoft.com/office/officeart/2016/7/layout/RepeatingBendingProcessNew"/>
    <dgm:cxn modelId="{710617EE-B77A-491B-B5BB-776422B9AE62}" type="presOf" srcId="{AEF106A8-9A60-45CA-873E-55E48E5AEAAE}" destId="{7B1D7820-C8B8-4CA0-9764-F3B5E1E9EBD2}" srcOrd="0" destOrd="0" presId="urn:microsoft.com/office/officeart/2016/7/layout/RepeatingBendingProcessNew"/>
    <dgm:cxn modelId="{D8DC5EF6-7F9A-4D70-BE60-399139AF3E32}" type="presOf" srcId="{EF841CBA-3B36-4569-897D-1493B919E41A}" destId="{86020F71-1922-4232-BF2A-4F513B0F68EF}" srcOrd="0" destOrd="0" presId="urn:microsoft.com/office/officeart/2016/7/layout/RepeatingBendingProcessNew"/>
    <dgm:cxn modelId="{2657E546-7092-401B-84CF-DE56A1489614}" type="presParOf" srcId="{72E48386-8F76-45E3-827D-D20018F57F1C}" destId="{FC0915C2-02DE-416E-BE2E-6A725A2D1EFD}" srcOrd="0" destOrd="0" presId="urn:microsoft.com/office/officeart/2016/7/layout/RepeatingBendingProcessNew"/>
    <dgm:cxn modelId="{BDF8C8C0-D657-4909-A1FA-07E687A04E11}" type="presParOf" srcId="{72E48386-8F76-45E3-827D-D20018F57F1C}" destId="{86020F71-1922-4232-BF2A-4F513B0F68EF}" srcOrd="1" destOrd="0" presId="urn:microsoft.com/office/officeart/2016/7/layout/RepeatingBendingProcessNew"/>
    <dgm:cxn modelId="{B8FBBEBB-A6ED-4DAB-8861-4FE4878A8CC2}" type="presParOf" srcId="{86020F71-1922-4232-BF2A-4F513B0F68EF}" destId="{54A88FA2-9314-41BB-BF3E-37CF020111D5}" srcOrd="0" destOrd="0" presId="urn:microsoft.com/office/officeart/2016/7/layout/RepeatingBendingProcessNew"/>
    <dgm:cxn modelId="{A1F04947-701B-4500-B399-ABAA124BB482}" type="presParOf" srcId="{72E48386-8F76-45E3-827D-D20018F57F1C}" destId="{F71D7DC5-17FE-496A-B14C-3BEE0603CACE}" srcOrd="2" destOrd="0" presId="urn:microsoft.com/office/officeart/2016/7/layout/RepeatingBendingProcessNew"/>
    <dgm:cxn modelId="{DD783266-76C4-4985-AFFD-CBA9393D98EA}" type="presParOf" srcId="{72E48386-8F76-45E3-827D-D20018F57F1C}" destId="{1B384F50-C908-44E2-A8CE-F52D47A53F87}" srcOrd="3" destOrd="0" presId="urn:microsoft.com/office/officeart/2016/7/layout/RepeatingBendingProcessNew"/>
    <dgm:cxn modelId="{BD4A07C4-10B9-4C35-8DCF-307EA619D13E}" type="presParOf" srcId="{1B384F50-C908-44E2-A8CE-F52D47A53F87}" destId="{D84C6149-EE4A-45D3-97DD-03B8E666F6ED}" srcOrd="0" destOrd="0" presId="urn:microsoft.com/office/officeart/2016/7/layout/RepeatingBendingProcessNew"/>
    <dgm:cxn modelId="{18A8B50E-C75F-4379-924C-B879527E87C9}" type="presParOf" srcId="{72E48386-8F76-45E3-827D-D20018F57F1C}" destId="{DBB741F8-9B12-43E8-9D24-A824B1EDAD33}" srcOrd="4" destOrd="0" presId="urn:microsoft.com/office/officeart/2016/7/layout/RepeatingBendingProcessNew"/>
    <dgm:cxn modelId="{C146D350-F14A-455A-8332-1F45491CBF6E}" type="presParOf" srcId="{72E48386-8F76-45E3-827D-D20018F57F1C}" destId="{DEB97D9A-51CA-4CBC-968C-8C945579EAD4}" srcOrd="5" destOrd="0" presId="urn:microsoft.com/office/officeart/2016/7/layout/RepeatingBendingProcessNew"/>
    <dgm:cxn modelId="{09F73F99-6E47-4CD9-BA6C-8BDCE0AC3186}" type="presParOf" srcId="{DEB97D9A-51CA-4CBC-968C-8C945579EAD4}" destId="{D3D968CD-8211-45CC-AE5E-0E74AD273BDD}" srcOrd="0" destOrd="0" presId="urn:microsoft.com/office/officeart/2016/7/layout/RepeatingBendingProcessNew"/>
    <dgm:cxn modelId="{9273AC3F-D96A-451F-B7A3-17C6E0C7B8A8}" type="presParOf" srcId="{72E48386-8F76-45E3-827D-D20018F57F1C}" destId="{1272FCDB-ECE7-4E2E-9C0E-B0FA23C0D8C6}" srcOrd="6" destOrd="0" presId="urn:microsoft.com/office/officeart/2016/7/layout/RepeatingBendingProcessNew"/>
    <dgm:cxn modelId="{AFC0220F-2F23-42E3-A152-EF1D9B3CF502}" type="presParOf" srcId="{72E48386-8F76-45E3-827D-D20018F57F1C}" destId="{A2D01A60-B28B-4B47-9A81-6EA86D8ABD80}" srcOrd="7" destOrd="0" presId="urn:microsoft.com/office/officeart/2016/7/layout/RepeatingBendingProcessNew"/>
    <dgm:cxn modelId="{41ACB4A5-4B38-43C3-8367-95D1727AB35F}" type="presParOf" srcId="{A2D01A60-B28B-4B47-9A81-6EA86D8ABD80}" destId="{74E7716C-CC52-4AC3-9D5B-410CE2739DE3}" srcOrd="0" destOrd="0" presId="urn:microsoft.com/office/officeart/2016/7/layout/RepeatingBendingProcessNew"/>
    <dgm:cxn modelId="{D465D917-9441-4222-8110-C37AFF0A8A42}" type="presParOf" srcId="{72E48386-8F76-45E3-827D-D20018F57F1C}" destId="{7B1D7820-C8B8-4CA0-9764-F3B5E1E9EBD2}" srcOrd="8" destOrd="0" presId="urn:microsoft.com/office/officeart/2016/7/layout/RepeatingBendingProcessNew"/>
    <dgm:cxn modelId="{FF80857A-93B4-4302-9E6B-CF0D06D8A1F3}" type="presParOf" srcId="{72E48386-8F76-45E3-827D-D20018F57F1C}" destId="{2446DEB0-CEBB-4918-8C7E-84B62ABE61D4}" srcOrd="9" destOrd="0" presId="urn:microsoft.com/office/officeart/2016/7/layout/RepeatingBendingProcessNew"/>
    <dgm:cxn modelId="{E0AC9A26-67C3-4C87-82E5-8CD2BDA03481}" type="presParOf" srcId="{2446DEB0-CEBB-4918-8C7E-84B62ABE61D4}" destId="{11D248E8-BA21-4543-AABE-05C9DC8943AA}" srcOrd="0" destOrd="0" presId="urn:microsoft.com/office/officeart/2016/7/layout/RepeatingBendingProcessNew"/>
    <dgm:cxn modelId="{DB4DC95E-9684-4D61-90CD-EC6993FEBF99}" type="presParOf" srcId="{72E48386-8F76-45E3-827D-D20018F57F1C}" destId="{357CB705-A8B0-4459-8A14-E82BF9C121B3}" srcOrd="10" destOrd="0" presId="urn:microsoft.com/office/officeart/2016/7/layout/RepeatingBendingProcessNew"/>
    <dgm:cxn modelId="{E0E3065C-889B-4AE4-B69D-32E593896B15}" type="presParOf" srcId="{72E48386-8F76-45E3-827D-D20018F57F1C}" destId="{E0CEEB93-4257-48C8-AF31-CAEDA8A51123}" srcOrd="11" destOrd="0" presId="urn:microsoft.com/office/officeart/2016/7/layout/RepeatingBendingProcessNew"/>
    <dgm:cxn modelId="{513DC08D-E72E-4B52-9A6B-31C82B6D1FC7}" type="presParOf" srcId="{E0CEEB93-4257-48C8-AF31-CAEDA8A51123}" destId="{8C2ED4EC-AB70-46A4-804E-F5310FD83B43}" srcOrd="0" destOrd="0" presId="urn:microsoft.com/office/officeart/2016/7/layout/RepeatingBendingProcessNew"/>
    <dgm:cxn modelId="{5A7F3505-826C-4762-8DD0-25C00245B90C}" type="presParOf" srcId="{72E48386-8F76-45E3-827D-D20018F57F1C}" destId="{2603B4DB-8AA9-4204-94ED-5E3FE17F775A}" srcOrd="12" destOrd="0" presId="urn:microsoft.com/office/officeart/2016/7/layout/RepeatingBendingProcessNew"/>
    <dgm:cxn modelId="{0DFDCFB6-403F-4142-A8ED-41E9AB9F175B}" type="presParOf" srcId="{72E48386-8F76-45E3-827D-D20018F57F1C}" destId="{2A4557F3-1A32-461E-85D4-C0CDD9A89D68}" srcOrd="13" destOrd="0" presId="urn:microsoft.com/office/officeart/2016/7/layout/RepeatingBendingProcessNew"/>
    <dgm:cxn modelId="{A5CD204E-AFED-4032-AE64-606E38A191E4}" type="presParOf" srcId="{2A4557F3-1A32-461E-85D4-C0CDD9A89D68}" destId="{38450D5F-9358-44AE-8E16-37A26DA6BF98}" srcOrd="0" destOrd="0" presId="urn:microsoft.com/office/officeart/2016/7/layout/RepeatingBendingProcessNew"/>
    <dgm:cxn modelId="{226B4FAD-969F-4B14-8503-07D105BFDC63}" type="presParOf" srcId="{72E48386-8F76-45E3-827D-D20018F57F1C}" destId="{D78F85E2-E8DE-4376-8CB7-10ED936E8B5D}" srcOrd="14" destOrd="0" presId="urn:microsoft.com/office/officeart/2016/7/layout/RepeatingBendingProcessNew"/>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0F41578-FAD5-42A4-A34F-FE9CD7758C24}" type="doc">
      <dgm:prSet loTypeId="urn:microsoft.com/office/officeart/2018/2/layout/IconVerticalSolidList" loCatId="icon" qsTypeId="urn:microsoft.com/office/officeart/2005/8/quickstyle/simple2" qsCatId="simple" csTypeId="urn:microsoft.com/office/officeart/2005/8/colors/accent2_2" csCatId="accent2" phldr="1"/>
      <dgm:spPr/>
      <dgm:t>
        <a:bodyPr/>
        <a:lstStyle/>
        <a:p>
          <a:endParaRPr lang="en-US"/>
        </a:p>
      </dgm:t>
    </dgm:pt>
    <dgm:pt modelId="{40FBC269-5A61-4B71-8609-6A8556600150}">
      <dgm:prSet/>
      <dgm:spPr/>
      <dgm:t>
        <a:bodyPr/>
        <a:lstStyle/>
        <a:p>
          <a:pPr>
            <a:lnSpc>
              <a:spcPct val="100000"/>
            </a:lnSpc>
          </a:pPr>
          <a:r>
            <a:rPr lang="en-US" dirty="0">
              <a:solidFill>
                <a:schemeClr val="bg1"/>
              </a:solidFill>
            </a:rPr>
            <a:t>VPN</a:t>
          </a:r>
          <a:r>
            <a:rPr lang="ja-JP" altLang="en-US" dirty="0">
              <a:solidFill>
                <a:schemeClr val="bg1"/>
              </a:solidFill>
            </a:rPr>
            <a:t>関連</a:t>
          </a:r>
          <a:r>
            <a:rPr lang="en-US" altLang="ja-JP" dirty="0">
              <a:solidFill>
                <a:schemeClr val="bg1"/>
              </a:solidFill>
            </a:rPr>
            <a:t>(</a:t>
          </a:r>
          <a:r>
            <a:rPr lang="en-US" altLang="ja-JP" dirty="0" err="1">
              <a:solidFill>
                <a:schemeClr val="bg1"/>
              </a:solidFill>
            </a:rPr>
            <a:t>IPsec,IP-VPN,WireGurd,etc</a:t>
          </a:r>
          <a:r>
            <a:rPr lang="en-US" altLang="ja-JP" dirty="0">
              <a:solidFill>
                <a:schemeClr val="bg1"/>
              </a:solidFill>
            </a:rPr>
            <a:t>...)</a:t>
          </a:r>
          <a:endParaRPr lang="en-US" dirty="0">
            <a:solidFill>
              <a:schemeClr val="bg1"/>
            </a:solidFill>
          </a:endParaRPr>
        </a:p>
      </dgm:t>
    </dgm:pt>
    <dgm:pt modelId="{DF3ED330-CD4F-42D3-A5E2-56C92A29E17F}" type="parTrans" cxnId="{FA4909A0-6DC8-439E-A1F0-E937D5A40003}">
      <dgm:prSet/>
      <dgm:spPr/>
      <dgm:t>
        <a:bodyPr/>
        <a:lstStyle/>
        <a:p>
          <a:endParaRPr lang="en-US"/>
        </a:p>
      </dgm:t>
    </dgm:pt>
    <dgm:pt modelId="{3F213DCF-361F-44B6-8D69-E3D9AB9DB39A}" type="sibTrans" cxnId="{FA4909A0-6DC8-439E-A1F0-E937D5A40003}">
      <dgm:prSet phldrT="1" phldr="0"/>
      <dgm:spPr/>
      <dgm:t>
        <a:bodyPr/>
        <a:lstStyle/>
        <a:p>
          <a:endParaRPr lang="en-US"/>
        </a:p>
      </dgm:t>
    </dgm:pt>
    <dgm:pt modelId="{5E372BF3-15D5-4068-9C8E-415CEE501BE7}">
      <dgm:prSet/>
      <dgm:spPr/>
      <dgm:t>
        <a:bodyPr/>
        <a:lstStyle/>
        <a:p>
          <a:pPr>
            <a:lnSpc>
              <a:spcPct val="100000"/>
            </a:lnSpc>
          </a:pPr>
          <a:r>
            <a:rPr lang="en-US" u="none" dirty="0" err="1">
              <a:solidFill>
                <a:schemeClr val="bg1"/>
              </a:solidFill>
            </a:rPr>
            <a:t>Vlan</a:t>
          </a:r>
          <a:endParaRPr lang="en-US" u="none" dirty="0">
            <a:solidFill>
              <a:schemeClr val="bg1"/>
            </a:solidFill>
          </a:endParaRPr>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phldrT="2" phldr="0"/>
      <dgm:spPr/>
      <dgm:t>
        <a:bodyPr/>
        <a:lstStyle/>
        <a:p>
          <a:endParaRPr lang="en-US"/>
        </a:p>
      </dgm:t>
    </dgm:pt>
    <dgm:pt modelId="{F3F62740-98FA-4C6C-AB20-FAF6CA6D230C}">
      <dgm:prSet/>
      <dgm:spPr/>
      <dgm:t>
        <a:bodyPr/>
        <a:lstStyle/>
        <a:p>
          <a:pPr>
            <a:lnSpc>
              <a:spcPct val="100000"/>
            </a:lnSpc>
          </a:pPr>
          <a:r>
            <a:rPr lang="ja-JP" altLang="en-US" dirty="0">
              <a:solidFill>
                <a:schemeClr val="bg1"/>
              </a:solidFill>
            </a:rPr>
            <a:t>無線</a:t>
          </a:r>
          <a:r>
            <a:rPr lang="en-US" altLang="ja-JP" dirty="0">
              <a:solidFill>
                <a:schemeClr val="bg1"/>
              </a:solidFill>
            </a:rPr>
            <a:t>LAN</a:t>
          </a:r>
          <a:r>
            <a:rPr lang="ja-JP" altLang="en-US" dirty="0">
              <a:solidFill>
                <a:schemeClr val="bg1"/>
              </a:solidFill>
            </a:rPr>
            <a:t>関連</a:t>
          </a:r>
          <a:endParaRPr lang="en-US" dirty="0">
            <a:solidFill>
              <a:schemeClr val="bg1"/>
            </a:solidFill>
          </a:endParaRPr>
        </a:p>
      </dgm:t>
    </dgm:pt>
    <dgm:pt modelId="{4C843FB8-CAAD-41F9-92FC-6CC6B9A7D4C8}" type="parTrans" cxnId="{165F12B2-E37E-4876-AB06-31371514557D}">
      <dgm:prSet/>
      <dgm:spPr/>
      <dgm:t>
        <a:bodyPr/>
        <a:lstStyle/>
        <a:p>
          <a:endParaRPr lang="en-US"/>
        </a:p>
      </dgm:t>
    </dgm:pt>
    <dgm:pt modelId="{05405B03-2754-4A85-8CFE-AD377FFCEA51}" type="sibTrans" cxnId="{165F12B2-E37E-4876-AB06-31371514557D}">
      <dgm:prSet phldrT="3" phldr="0"/>
      <dgm:spPr/>
      <dgm:t>
        <a:bodyPr/>
        <a:lstStyle/>
        <a:p>
          <a:endParaRPr lang="en-US"/>
        </a:p>
      </dgm:t>
    </dgm:pt>
    <dgm:pt modelId="{16291AAB-9C59-4523-82FF-645680AA39C4}" type="pres">
      <dgm:prSet presAssocID="{B0F41578-FAD5-42A4-A34F-FE9CD7758C24}" presName="root" presStyleCnt="0">
        <dgm:presLayoutVars>
          <dgm:dir/>
          <dgm:resizeHandles val="exact"/>
        </dgm:presLayoutVars>
      </dgm:prSet>
      <dgm:spPr/>
    </dgm:pt>
    <dgm:pt modelId="{F5E71A5D-5DA1-4293-A4A4-57C41AF0768C}" type="pres">
      <dgm:prSet presAssocID="{40FBC269-5A61-4B71-8609-6A8556600150}" presName="compNode" presStyleCnt="0"/>
      <dgm:spPr/>
    </dgm:pt>
    <dgm:pt modelId="{C8B0E2DF-1725-42DE-8962-EB48B50A5A8D}" type="pres">
      <dgm:prSet presAssocID="{40FBC269-5A61-4B71-8609-6A8556600150}" presName="bgRect" presStyleLbl="bgShp" presStyleIdx="0" presStyleCnt="3" custLinFactNeighborY="-43"/>
      <dgm:spPr/>
    </dgm:pt>
    <dgm:pt modelId="{53D20F3B-8499-48B1-9958-F0AECD574E05}" type="pres">
      <dgm:prSet presAssocID="{40FBC269-5A61-4B71-8609-6A855660015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サーバー"/>
        </a:ext>
      </dgm:extLst>
    </dgm:pt>
    <dgm:pt modelId="{3775B15C-142D-4A07-BB0C-5D2936ACBA2C}" type="pres">
      <dgm:prSet presAssocID="{40FBC269-5A61-4B71-8609-6A8556600150}" presName="spaceRect" presStyleCnt="0"/>
      <dgm:spPr/>
    </dgm:pt>
    <dgm:pt modelId="{18C7B5CD-A315-4852-8624-2FF24A48BD8C}" type="pres">
      <dgm:prSet presAssocID="{40FBC269-5A61-4B71-8609-6A8556600150}" presName="parTx" presStyleLbl="revTx" presStyleIdx="0" presStyleCnt="3">
        <dgm:presLayoutVars>
          <dgm:chMax val="0"/>
          <dgm:chPref val="0"/>
        </dgm:presLayoutVars>
      </dgm:prSet>
      <dgm:spPr/>
    </dgm:pt>
    <dgm:pt modelId="{C001120E-CFA1-4382-B054-A111429E707B}" type="pres">
      <dgm:prSet presAssocID="{3F213DCF-361F-44B6-8D69-E3D9AB9DB39A}" presName="sibTrans" presStyleCnt="0"/>
      <dgm:spPr/>
    </dgm:pt>
    <dgm:pt modelId="{A65E6D41-CB9B-4ADE-87CD-1E493A8C5C55}" type="pres">
      <dgm:prSet presAssocID="{5E372BF3-15D5-4068-9C8E-415CEE501BE7}" presName="compNode" presStyleCnt="0"/>
      <dgm:spPr/>
    </dgm:pt>
    <dgm:pt modelId="{21E68339-7F1B-445B-8A7B-97102D1571B3}" type="pres">
      <dgm:prSet presAssocID="{5E372BF3-15D5-4068-9C8E-415CEE501BE7}" presName="bgRect" presStyleLbl="bgShp" presStyleIdx="1" presStyleCnt="3"/>
      <dgm:spPr/>
    </dgm:pt>
    <dgm:pt modelId="{418A977F-9EBE-450C-A2BC-77E0EB1D1B73}" type="pres">
      <dgm:prSet presAssocID="{5E372BF3-15D5-4068-9C8E-415CEE501BE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User Network"/>
        </a:ext>
      </dgm:extLst>
    </dgm:pt>
    <dgm:pt modelId="{E1140C95-9674-47E6-91E8-13137071E3BE}" type="pres">
      <dgm:prSet presAssocID="{5E372BF3-15D5-4068-9C8E-415CEE501BE7}" presName="spaceRect" presStyleCnt="0"/>
      <dgm:spPr/>
    </dgm:pt>
    <dgm:pt modelId="{6AA03709-740E-412F-9044-30D57361EBD2}" type="pres">
      <dgm:prSet presAssocID="{5E372BF3-15D5-4068-9C8E-415CEE501BE7}" presName="parTx" presStyleLbl="revTx" presStyleIdx="1" presStyleCnt="3">
        <dgm:presLayoutVars>
          <dgm:chMax val="0"/>
          <dgm:chPref val="0"/>
        </dgm:presLayoutVars>
      </dgm:prSet>
      <dgm:spPr/>
    </dgm:pt>
    <dgm:pt modelId="{A5B25A38-E5B6-4066-ACAB-551A3125BCA6}" type="pres">
      <dgm:prSet presAssocID="{5899DC42-FFEC-4F02-9EFD-8692CB31202D}" presName="sibTrans" presStyleCnt="0"/>
      <dgm:spPr/>
    </dgm:pt>
    <dgm:pt modelId="{3251F3AE-AD25-4830-8015-785F61A19812}" type="pres">
      <dgm:prSet presAssocID="{F3F62740-98FA-4C6C-AB20-FAF6CA6D230C}" presName="compNode" presStyleCnt="0"/>
      <dgm:spPr/>
    </dgm:pt>
    <dgm:pt modelId="{0CFB056C-D245-46C6-9724-B5D4ED25BEAE}" type="pres">
      <dgm:prSet presAssocID="{F3F62740-98FA-4C6C-AB20-FAF6CA6D230C}" presName="bgRect" presStyleLbl="bgShp" presStyleIdx="2" presStyleCnt="3"/>
      <dgm:spPr/>
    </dgm:pt>
    <dgm:pt modelId="{CD40D670-1751-42F6-8360-F25BC5F79CC7}" type="pres">
      <dgm:prSet presAssocID="{F3F62740-98FA-4C6C-AB20-FAF6CA6D230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effectLst>
          <a:innerShdw blurRad="63500" dist="50800">
            <a:prstClr val="black">
              <a:alpha val="50000"/>
            </a:prstClr>
          </a:innerShdw>
        </a:effectLst>
      </dgm:spPr>
      <dgm:extLst>
        <a:ext uri="{E40237B7-FDA0-4F09-8148-C483321AD2D9}">
          <dgm14:cNvPr xmlns:dgm14="http://schemas.microsoft.com/office/drawing/2010/diagram" id="0" name="" descr="ワイヤレス"/>
        </a:ext>
      </dgm:extLst>
    </dgm:pt>
    <dgm:pt modelId="{A7BFC09A-736A-4006-8956-E994F3D638B1}" type="pres">
      <dgm:prSet presAssocID="{F3F62740-98FA-4C6C-AB20-FAF6CA6D230C}" presName="spaceRect" presStyleCnt="0"/>
      <dgm:spPr/>
    </dgm:pt>
    <dgm:pt modelId="{C41A0EDE-F8B1-472E-A6E4-4C611606401F}" type="pres">
      <dgm:prSet presAssocID="{F3F62740-98FA-4C6C-AB20-FAF6CA6D230C}" presName="parTx" presStyleLbl="revTx" presStyleIdx="2" presStyleCnt="3">
        <dgm:presLayoutVars>
          <dgm:chMax val="0"/>
          <dgm:chPref val="0"/>
        </dgm:presLayoutVars>
      </dgm:prSet>
      <dgm:spPr/>
    </dgm:pt>
  </dgm:ptLst>
  <dgm:cxnLst>
    <dgm:cxn modelId="{7407C925-04DF-4BAA-A662-09E0D24C97FB}" type="presOf" srcId="{40FBC269-5A61-4B71-8609-6A8556600150}" destId="{18C7B5CD-A315-4852-8624-2FF24A48BD8C}" srcOrd="0" destOrd="0" presId="urn:microsoft.com/office/officeart/2018/2/layout/IconVerticalSolidList"/>
    <dgm:cxn modelId="{3FB4EC67-3682-47A4-8337-3A494B4C4757}" type="presOf" srcId="{B0F41578-FAD5-42A4-A34F-FE9CD7758C24}" destId="{16291AAB-9C59-4523-82FF-645680AA39C4}" srcOrd="0" destOrd="0" presId="urn:microsoft.com/office/officeart/2018/2/layout/IconVerticalSolidList"/>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165F12B2-E37E-4876-AB06-31371514557D}" srcId="{B0F41578-FAD5-42A4-A34F-FE9CD7758C24}" destId="{F3F62740-98FA-4C6C-AB20-FAF6CA6D230C}" srcOrd="2" destOrd="0" parTransId="{4C843FB8-CAAD-41F9-92FC-6CC6B9A7D4C8}" sibTransId="{05405B03-2754-4A85-8CFE-AD377FFCEA51}"/>
    <dgm:cxn modelId="{DE6BC1C7-0C9F-4AF5-81F2-03E952011233}" type="presOf" srcId="{F3F62740-98FA-4C6C-AB20-FAF6CA6D230C}" destId="{C41A0EDE-F8B1-472E-A6E4-4C611606401F}" srcOrd="0" destOrd="0" presId="urn:microsoft.com/office/officeart/2018/2/layout/IconVerticalSolidList"/>
    <dgm:cxn modelId="{46221CDC-5B29-46F6-8789-E82A941E53CC}" type="presOf" srcId="{5E372BF3-15D5-4068-9C8E-415CEE501BE7}" destId="{6AA03709-740E-412F-9044-30D57361EBD2}" srcOrd="0" destOrd="0" presId="urn:microsoft.com/office/officeart/2018/2/layout/IconVerticalSolidList"/>
    <dgm:cxn modelId="{179865DF-6A3D-489E-BBC0-9080ECD76A4B}" type="presParOf" srcId="{16291AAB-9C59-4523-82FF-645680AA39C4}" destId="{F5E71A5D-5DA1-4293-A4A4-57C41AF0768C}" srcOrd="0" destOrd="0" presId="urn:microsoft.com/office/officeart/2018/2/layout/IconVerticalSolidList"/>
    <dgm:cxn modelId="{2A9BA643-8F96-4CC7-AB76-72EF593E0F6C}" type="presParOf" srcId="{F5E71A5D-5DA1-4293-A4A4-57C41AF0768C}" destId="{C8B0E2DF-1725-42DE-8962-EB48B50A5A8D}" srcOrd="0" destOrd="0" presId="urn:microsoft.com/office/officeart/2018/2/layout/IconVerticalSolidList"/>
    <dgm:cxn modelId="{8F8B56B8-3C92-486D-99E4-6C477190D42F}" type="presParOf" srcId="{F5E71A5D-5DA1-4293-A4A4-57C41AF0768C}" destId="{53D20F3B-8499-48B1-9958-F0AECD574E05}" srcOrd="1" destOrd="0" presId="urn:microsoft.com/office/officeart/2018/2/layout/IconVerticalSolidList"/>
    <dgm:cxn modelId="{88162054-AA04-4CEC-B1B4-B87CAFC2D851}" type="presParOf" srcId="{F5E71A5D-5DA1-4293-A4A4-57C41AF0768C}" destId="{3775B15C-142D-4A07-BB0C-5D2936ACBA2C}" srcOrd="2" destOrd="0" presId="urn:microsoft.com/office/officeart/2018/2/layout/IconVerticalSolidList"/>
    <dgm:cxn modelId="{36AC3507-EFD1-4D6C-8643-F013FB3956A1}" type="presParOf" srcId="{F5E71A5D-5DA1-4293-A4A4-57C41AF0768C}" destId="{18C7B5CD-A315-4852-8624-2FF24A48BD8C}" srcOrd="3" destOrd="0" presId="urn:microsoft.com/office/officeart/2018/2/layout/IconVerticalSolidList"/>
    <dgm:cxn modelId="{72597DE2-C058-40DD-8F3B-70277EB28AC0}" type="presParOf" srcId="{16291AAB-9C59-4523-82FF-645680AA39C4}" destId="{C001120E-CFA1-4382-B054-A111429E707B}" srcOrd="1" destOrd="0" presId="urn:microsoft.com/office/officeart/2018/2/layout/IconVerticalSolidList"/>
    <dgm:cxn modelId="{EB668081-80AD-4FF3-A8C4-57F5420012BD}" type="presParOf" srcId="{16291AAB-9C59-4523-82FF-645680AA39C4}" destId="{A65E6D41-CB9B-4ADE-87CD-1E493A8C5C55}" srcOrd="2" destOrd="0" presId="urn:microsoft.com/office/officeart/2018/2/layout/IconVerticalSolidList"/>
    <dgm:cxn modelId="{6EED9DEC-3F42-4643-ADA1-C9B204075E77}" type="presParOf" srcId="{A65E6D41-CB9B-4ADE-87CD-1E493A8C5C55}" destId="{21E68339-7F1B-445B-8A7B-97102D1571B3}" srcOrd="0" destOrd="0" presId="urn:microsoft.com/office/officeart/2018/2/layout/IconVerticalSolidList"/>
    <dgm:cxn modelId="{1DD76BEA-170B-497D-B09D-1151B07F648B}" type="presParOf" srcId="{A65E6D41-CB9B-4ADE-87CD-1E493A8C5C55}" destId="{418A977F-9EBE-450C-A2BC-77E0EB1D1B73}" srcOrd="1" destOrd="0" presId="urn:microsoft.com/office/officeart/2018/2/layout/IconVerticalSolidList"/>
    <dgm:cxn modelId="{0CD9B535-1756-4E49-B9E8-6D292EACB147}" type="presParOf" srcId="{A65E6D41-CB9B-4ADE-87CD-1E493A8C5C55}" destId="{E1140C95-9674-47E6-91E8-13137071E3BE}" srcOrd="2" destOrd="0" presId="urn:microsoft.com/office/officeart/2018/2/layout/IconVerticalSolidList"/>
    <dgm:cxn modelId="{5511919E-A2B9-4328-96A6-E10B5789D852}" type="presParOf" srcId="{A65E6D41-CB9B-4ADE-87CD-1E493A8C5C55}" destId="{6AA03709-740E-412F-9044-30D57361EBD2}" srcOrd="3" destOrd="0" presId="urn:microsoft.com/office/officeart/2018/2/layout/IconVerticalSolidList"/>
    <dgm:cxn modelId="{728C9842-0749-4B1E-B062-7228187DD931}" type="presParOf" srcId="{16291AAB-9C59-4523-82FF-645680AA39C4}" destId="{A5B25A38-E5B6-4066-ACAB-551A3125BCA6}" srcOrd="3" destOrd="0" presId="urn:microsoft.com/office/officeart/2018/2/layout/IconVerticalSolidList"/>
    <dgm:cxn modelId="{52FEADC5-C59D-41BC-B94A-B9D6AB40506A}" type="presParOf" srcId="{16291AAB-9C59-4523-82FF-645680AA39C4}" destId="{3251F3AE-AD25-4830-8015-785F61A19812}" srcOrd="4" destOrd="0" presId="urn:microsoft.com/office/officeart/2018/2/layout/IconVerticalSolidList"/>
    <dgm:cxn modelId="{72136893-A518-419B-B93A-0F46097F10BB}" type="presParOf" srcId="{3251F3AE-AD25-4830-8015-785F61A19812}" destId="{0CFB056C-D245-46C6-9724-B5D4ED25BEAE}" srcOrd="0" destOrd="0" presId="urn:microsoft.com/office/officeart/2018/2/layout/IconVerticalSolidList"/>
    <dgm:cxn modelId="{0744EABA-5C8A-4C37-A344-99BD9137B8DA}" type="presParOf" srcId="{3251F3AE-AD25-4830-8015-785F61A19812}" destId="{CD40D670-1751-42F6-8360-F25BC5F79CC7}" srcOrd="1" destOrd="0" presId="urn:microsoft.com/office/officeart/2018/2/layout/IconVerticalSolidList"/>
    <dgm:cxn modelId="{58E684D2-6EBB-4721-A48E-D29F9CD4B926}" type="presParOf" srcId="{3251F3AE-AD25-4830-8015-785F61A19812}" destId="{A7BFC09A-736A-4006-8956-E994F3D638B1}" srcOrd="2" destOrd="0" presId="urn:microsoft.com/office/officeart/2018/2/layout/IconVerticalSolidList"/>
    <dgm:cxn modelId="{C3637289-78A3-4DD5-92AE-7F67C3047B6C}" type="presParOf" srcId="{3251F3AE-AD25-4830-8015-785F61A19812}" destId="{C41A0EDE-F8B1-472E-A6E4-4C611606401F}"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9A7D6A2-4338-401D-ABC0-56075779F714}" type="doc">
      <dgm:prSet loTypeId="urn:microsoft.com/office/officeart/2005/8/layout/hierarchy2" loCatId="hierarchy" qsTypeId="urn:microsoft.com/office/officeart/2005/8/quickstyle/simple5" qsCatId="simple" csTypeId="urn:microsoft.com/office/officeart/2005/8/colors/accent3_2" csCatId="accent3" phldr="1"/>
      <dgm:spPr/>
      <dgm:t>
        <a:bodyPr/>
        <a:lstStyle/>
        <a:p>
          <a:endParaRPr kumimoji="1" lang="ja-JP" altLang="en-US"/>
        </a:p>
      </dgm:t>
    </dgm:pt>
    <dgm:pt modelId="{73BD1E33-BC91-46E2-A2B9-DAFC6488E70D}">
      <dgm:prSet phldrT="[テキスト]"/>
      <dgm:spPr/>
      <dgm:t>
        <a:bodyPr/>
        <a:lstStyle/>
        <a:p>
          <a:r>
            <a:rPr kumimoji="1" lang="en-US" altLang="ja-JP" dirty="0"/>
            <a:t>Ping</a:t>
          </a:r>
          <a:r>
            <a:rPr kumimoji="1" lang="ja-JP" altLang="en-US" dirty="0"/>
            <a:t>を通してみる</a:t>
          </a:r>
          <a:endParaRPr kumimoji="1" lang="en-US" altLang="ja-JP" dirty="0"/>
        </a:p>
      </dgm:t>
    </dgm:pt>
    <dgm:pt modelId="{328915FA-0FAE-442D-9A8F-3F00CAAC0B51}" type="parTrans" cxnId="{77A1C89F-10A2-47C3-99D4-77A2A6031538}">
      <dgm:prSet/>
      <dgm:spPr/>
      <dgm:t>
        <a:bodyPr/>
        <a:lstStyle/>
        <a:p>
          <a:endParaRPr kumimoji="1" lang="ja-JP" altLang="en-US"/>
        </a:p>
      </dgm:t>
    </dgm:pt>
    <dgm:pt modelId="{D3973433-253D-486A-82DF-8F89841B65D6}" type="sibTrans" cxnId="{77A1C89F-10A2-47C3-99D4-77A2A6031538}">
      <dgm:prSet/>
      <dgm:spPr/>
      <dgm:t>
        <a:bodyPr/>
        <a:lstStyle/>
        <a:p>
          <a:endParaRPr kumimoji="1" lang="ja-JP" altLang="en-US"/>
        </a:p>
      </dgm:t>
    </dgm:pt>
    <dgm:pt modelId="{6CD85C44-E989-463A-A404-0F54FFDCB907}">
      <dgm:prSet phldrT="[テキスト]"/>
      <dgm:spPr/>
      <dgm:t>
        <a:bodyPr/>
        <a:lstStyle/>
        <a:p>
          <a:r>
            <a:rPr kumimoji="1" lang="ja-JP" altLang="en-US" dirty="0"/>
            <a:t>トレースルートで</a:t>
          </a:r>
          <a:endParaRPr kumimoji="1" lang="en-US" altLang="ja-JP" dirty="0"/>
        </a:p>
        <a:p>
          <a:r>
            <a:rPr kumimoji="1" lang="ja-JP" altLang="en-US" dirty="0"/>
            <a:t>確認</a:t>
          </a:r>
        </a:p>
      </dgm:t>
    </dgm:pt>
    <dgm:pt modelId="{889BC622-D43C-4F6E-BC92-BDF8F35990FE}" type="parTrans" cxnId="{ED15C757-CC1A-4CF7-9304-D75496DF710F}">
      <dgm:prSet/>
      <dgm:spPr/>
      <dgm:t>
        <a:bodyPr/>
        <a:lstStyle/>
        <a:p>
          <a:endParaRPr kumimoji="1" lang="ja-JP" altLang="en-US"/>
        </a:p>
      </dgm:t>
    </dgm:pt>
    <dgm:pt modelId="{7D24C20E-1549-49CC-80B6-18A9C80FE8DC}" type="sibTrans" cxnId="{ED15C757-CC1A-4CF7-9304-D75496DF710F}">
      <dgm:prSet/>
      <dgm:spPr/>
      <dgm:t>
        <a:bodyPr/>
        <a:lstStyle/>
        <a:p>
          <a:endParaRPr kumimoji="1" lang="ja-JP" altLang="en-US"/>
        </a:p>
      </dgm:t>
    </dgm:pt>
    <dgm:pt modelId="{160C477B-8B0F-430B-AD44-0276E2F414A1}">
      <dgm:prSet phldrT="[テキスト]"/>
      <dgm:spPr/>
      <dgm:t>
        <a:bodyPr/>
        <a:lstStyle/>
        <a:p>
          <a:r>
            <a:rPr kumimoji="1" lang="ja-JP" altLang="en-US" dirty="0"/>
            <a:t>所属ネットワーク</a:t>
          </a:r>
          <a:br>
            <a:rPr kumimoji="1" lang="en-US" altLang="ja-JP" dirty="0"/>
          </a:br>
          <a:r>
            <a:rPr kumimoji="1" lang="ja-JP" altLang="en-US" dirty="0"/>
            <a:t>の確認</a:t>
          </a:r>
        </a:p>
      </dgm:t>
    </dgm:pt>
    <dgm:pt modelId="{F734D394-22CC-452E-9EFE-229B6FC20915}" type="parTrans" cxnId="{D82E81AC-FEDD-42D1-B7B4-D27F580AB122}">
      <dgm:prSet/>
      <dgm:spPr/>
      <dgm:t>
        <a:bodyPr/>
        <a:lstStyle/>
        <a:p>
          <a:endParaRPr kumimoji="1" lang="ja-JP" altLang="en-US"/>
        </a:p>
      </dgm:t>
    </dgm:pt>
    <dgm:pt modelId="{BA35AECD-503B-4854-A759-29A39C6B6590}" type="sibTrans" cxnId="{D82E81AC-FEDD-42D1-B7B4-D27F580AB122}">
      <dgm:prSet/>
      <dgm:spPr/>
      <dgm:t>
        <a:bodyPr/>
        <a:lstStyle/>
        <a:p>
          <a:endParaRPr kumimoji="1" lang="ja-JP" altLang="en-US"/>
        </a:p>
      </dgm:t>
    </dgm:pt>
    <dgm:pt modelId="{61143736-2235-4471-889A-256F61449819}">
      <dgm:prSet phldrT="[テキスト]"/>
      <dgm:spPr/>
      <dgm:t>
        <a:bodyPr/>
        <a:lstStyle/>
        <a:p>
          <a:r>
            <a:rPr kumimoji="1" lang="ja-JP" altLang="en-US" dirty="0"/>
            <a:t>ルーティングの</a:t>
          </a:r>
          <a:br>
            <a:rPr kumimoji="1" lang="en-US" altLang="ja-JP" dirty="0"/>
          </a:br>
          <a:r>
            <a:rPr kumimoji="1" lang="ja-JP" altLang="en-US" dirty="0"/>
            <a:t>確認</a:t>
          </a:r>
        </a:p>
      </dgm:t>
    </dgm:pt>
    <dgm:pt modelId="{DF56B6DC-DF7A-4A2F-A273-6E9723D69A21}" type="parTrans" cxnId="{89BE2BE7-EBC8-42CD-B6A6-D75CF94E0C7E}">
      <dgm:prSet/>
      <dgm:spPr/>
      <dgm:t>
        <a:bodyPr/>
        <a:lstStyle/>
        <a:p>
          <a:endParaRPr kumimoji="1" lang="ja-JP" altLang="en-US"/>
        </a:p>
      </dgm:t>
    </dgm:pt>
    <dgm:pt modelId="{C7CD68C3-E4E9-42C5-B4F9-E70E27A7ABB2}" type="sibTrans" cxnId="{89BE2BE7-EBC8-42CD-B6A6-D75CF94E0C7E}">
      <dgm:prSet/>
      <dgm:spPr/>
      <dgm:t>
        <a:bodyPr/>
        <a:lstStyle/>
        <a:p>
          <a:endParaRPr kumimoji="1" lang="ja-JP" altLang="en-US"/>
        </a:p>
      </dgm:t>
    </dgm:pt>
    <dgm:pt modelId="{E1BBEF72-E600-41E9-B996-A6244BEDA593}">
      <dgm:prSet phldrT="[テキスト]"/>
      <dgm:spPr/>
      <dgm:t>
        <a:bodyPr/>
        <a:lstStyle/>
        <a:p>
          <a:r>
            <a:rPr kumimoji="1" lang="ja-JP" altLang="en-US" dirty="0"/>
            <a:t>共有フォルダへの</a:t>
          </a:r>
          <a:endParaRPr kumimoji="1" lang="en-US" altLang="ja-JP" dirty="0"/>
        </a:p>
        <a:p>
          <a:r>
            <a:rPr kumimoji="1" lang="ja-JP" altLang="en-US" dirty="0"/>
            <a:t>アクセス</a:t>
          </a:r>
        </a:p>
      </dgm:t>
    </dgm:pt>
    <dgm:pt modelId="{8DFF42FF-68E4-483A-98DB-3C46DE534673}" type="parTrans" cxnId="{0B24C582-011B-4577-9B3E-50CF9D8CECAA}">
      <dgm:prSet/>
      <dgm:spPr/>
      <dgm:t>
        <a:bodyPr/>
        <a:lstStyle/>
        <a:p>
          <a:endParaRPr kumimoji="1" lang="ja-JP" altLang="en-US"/>
        </a:p>
      </dgm:t>
    </dgm:pt>
    <dgm:pt modelId="{16299877-7472-47AE-9C0C-5618EB4631F7}" type="sibTrans" cxnId="{0B24C582-011B-4577-9B3E-50CF9D8CECAA}">
      <dgm:prSet/>
      <dgm:spPr/>
      <dgm:t>
        <a:bodyPr/>
        <a:lstStyle/>
        <a:p>
          <a:endParaRPr kumimoji="1" lang="ja-JP" altLang="en-US"/>
        </a:p>
      </dgm:t>
    </dgm:pt>
    <dgm:pt modelId="{90C8699F-8F34-4536-AD74-48834815536C}">
      <dgm:prSet phldrT="[テキスト]"/>
      <dgm:spPr/>
      <dgm:t>
        <a:bodyPr/>
        <a:lstStyle/>
        <a:p>
          <a:r>
            <a:rPr kumimoji="1" lang="ja-JP" altLang="en-US" dirty="0"/>
            <a:t>認証情報の</a:t>
          </a:r>
          <a:br>
            <a:rPr kumimoji="1" lang="en-US" altLang="ja-JP" dirty="0"/>
          </a:br>
          <a:r>
            <a:rPr kumimoji="1" lang="ja-JP" altLang="en-US" dirty="0"/>
            <a:t>確認</a:t>
          </a:r>
        </a:p>
      </dgm:t>
    </dgm:pt>
    <dgm:pt modelId="{33CE417F-7189-48A3-9BC1-40A4573E63E7}" type="parTrans" cxnId="{6C53DEF7-C028-49B9-BCCD-1C2A4E8C0F9E}">
      <dgm:prSet/>
      <dgm:spPr/>
      <dgm:t>
        <a:bodyPr/>
        <a:lstStyle/>
        <a:p>
          <a:endParaRPr kumimoji="1" lang="ja-JP" altLang="en-US"/>
        </a:p>
      </dgm:t>
    </dgm:pt>
    <dgm:pt modelId="{F7CB5036-8389-4040-AA36-D6C2C48AD457}" type="sibTrans" cxnId="{6C53DEF7-C028-49B9-BCCD-1C2A4E8C0F9E}">
      <dgm:prSet/>
      <dgm:spPr/>
      <dgm:t>
        <a:bodyPr/>
        <a:lstStyle/>
        <a:p>
          <a:endParaRPr kumimoji="1" lang="ja-JP" altLang="en-US"/>
        </a:p>
      </dgm:t>
    </dgm:pt>
    <dgm:pt modelId="{B2F0DC5D-77C7-49ED-B996-ED25D59B0975}">
      <dgm:prSet phldrT="[テキスト]"/>
      <dgm:spPr/>
      <dgm:t>
        <a:bodyPr/>
        <a:lstStyle/>
        <a:p>
          <a:r>
            <a:rPr kumimoji="1" lang="ja-JP" altLang="en-US" dirty="0"/>
            <a:t>ゲートウェイの</a:t>
          </a:r>
          <a:endParaRPr kumimoji="1" lang="en-US" altLang="ja-JP" dirty="0"/>
        </a:p>
        <a:p>
          <a:r>
            <a:rPr kumimoji="1" lang="ja-JP" altLang="en-US" dirty="0"/>
            <a:t>確認</a:t>
          </a:r>
        </a:p>
      </dgm:t>
    </dgm:pt>
    <dgm:pt modelId="{675DCFB9-BC51-4BF3-AF67-20F413BF90AE}" type="parTrans" cxnId="{B6E860B2-DC9F-4D11-BCCC-452EFDF64943}">
      <dgm:prSet/>
      <dgm:spPr/>
      <dgm:t>
        <a:bodyPr/>
        <a:lstStyle/>
        <a:p>
          <a:endParaRPr kumimoji="1" lang="ja-JP" altLang="en-US"/>
        </a:p>
      </dgm:t>
    </dgm:pt>
    <dgm:pt modelId="{13232656-07BC-4D9E-989E-E5C198434643}" type="sibTrans" cxnId="{B6E860B2-DC9F-4D11-BCCC-452EFDF64943}">
      <dgm:prSet/>
      <dgm:spPr/>
      <dgm:t>
        <a:bodyPr/>
        <a:lstStyle/>
        <a:p>
          <a:endParaRPr kumimoji="1" lang="ja-JP" altLang="en-US"/>
        </a:p>
      </dgm:t>
    </dgm:pt>
    <dgm:pt modelId="{3F26FECA-26DE-4850-9505-A48EB624E08F}">
      <dgm:prSet phldrT="[テキスト]"/>
      <dgm:spPr/>
      <dgm:t>
        <a:bodyPr/>
        <a:lstStyle/>
        <a:p>
          <a:r>
            <a:rPr kumimoji="1" lang="ja-JP" altLang="en-US" dirty="0"/>
            <a:t>配線の確認</a:t>
          </a:r>
        </a:p>
      </dgm:t>
    </dgm:pt>
    <dgm:pt modelId="{AF79D6BF-F697-4FA9-9ED7-A0A415524F24}" type="parTrans" cxnId="{F78E45D1-FF31-41AC-A268-286F387AC317}">
      <dgm:prSet/>
      <dgm:spPr/>
      <dgm:t>
        <a:bodyPr/>
        <a:lstStyle/>
        <a:p>
          <a:endParaRPr kumimoji="1" lang="ja-JP" altLang="en-US"/>
        </a:p>
      </dgm:t>
    </dgm:pt>
    <dgm:pt modelId="{3A679C36-CDC4-4839-8137-348AD7665C6C}" type="sibTrans" cxnId="{F78E45D1-FF31-41AC-A268-286F387AC317}">
      <dgm:prSet/>
      <dgm:spPr/>
      <dgm:t>
        <a:bodyPr/>
        <a:lstStyle/>
        <a:p>
          <a:endParaRPr kumimoji="1" lang="ja-JP" altLang="en-US"/>
        </a:p>
      </dgm:t>
    </dgm:pt>
    <dgm:pt modelId="{87D39CAF-D7B8-44F0-9C0F-04812CD80E22}">
      <dgm:prSet phldrT="[テキスト]"/>
      <dgm:spPr/>
      <dgm:t>
        <a:bodyPr/>
        <a:lstStyle/>
        <a:p>
          <a:r>
            <a:rPr kumimoji="1" lang="ja-JP" altLang="en-US" dirty="0"/>
            <a:t>中間ノードの</a:t>
          </a:r>
          <a:endParaRPr kumimoji="1" lang="en-US" altLang="ja-JP" dirty="0"/>
        </a:p>
        <a:p>
          <a:r>
            <a:rPr kumimoji="1" lang="ja-JP" altLang="en-US" dirty="0"/>
            <a:t>再起動</a:t>
          </a:r>
        </a:p>
      </dgm:t>
    </dgm:pt>
    <dgm:pt modelId="{A5609EEE-A34C-4642-8D46-4BFBE106CCB1}" type="parTrans" cxnId="{14622E2A-4A3B-4F80-9F23-1879DD8401A2}">
      <dgm:prSet/>
      <dgm:spPr/>
      <dgm:t>
        <a:bodyPr/>
        <a:lstStyle/>
        <a:p>
          <a:endParaRPr kumimoji="1" lang="ja-JP" altLang="en-US"/>
        </a:p>
      </dgm:t>
    </dgm:pt>
    <dgm:pt modelId="{663A541D-81C4-4B15-BE23-187174991C6E}" type="sibTrans" cxnId="{14622E2A-4A3B-4F80-9F23-1879DD8401A2}">
      <dgm:prSet/>
      <dgm:spPr/>
      <dgm:t>
        <a:bodyPr/>
        <a:lstStyle/>
        <a:p>
          <a:endParaRPr kumimoji="1" lang="ja-JP" altLang="en-US"/>
        </a:p>
      </dgm:t>
    </dgm:pt>
    <dgm:pt modelId="{20B75F31-A333-48FC-B3EC-B2C10A72BFF2}">
      <dgm:prSet phldrT="[テキスト]"/>
      <dgm:spPr/>
      <dgm:t>
        <a:bodyPr/>
        <a:lstStyle/>
        <a:p>
          <a:r>
            <a:rPr kumimoji="1" lang="ja-JP" altLang="en-US" dirty="0"/>
            <a:t>ポートの確認</a:t>
          </a:r>
        </a:p>
      </dgm:t>
    </dgm:pt>
    <dgm:pt modelId="{6C885065-3673-4950-960B-5299496DCBBE}" type="parTrans" cxnId="{3810F9D5-63ED-4F74-8EE6-AF7383A331D4}">
      <dgm:prSet/>
      <dgm:spPr/>
      <dgm:t>
        <a:bodyPr/>
        <a:lstStyle/>
        <a:p>
          <a:endParaRPr kumimoji="1" lang="ja-JP" altLang="en-US"/>
        </a:p>
      </dgm:t>
    </dgm:pt>
    <dgm:pt modelId="{E18E9955-4E1A-4923-AE62-CEA44F4CDA09}" type="sibTrans" cxnId="{3810F9D5-63ED-4F74-8EE6-AF7383A331D4}">
      <dgm:prSet/>
      <dgm:spPr/>
      <dgm:t>
        <a:bodyPr/>
        <a:lstStyle/>
        <a:p>
          <a:endParaRPr kumimoji="1" lang="ja-JP" altLang="en-US"/>
        </a:p>
      </dgm:t>
    </dgm:pt>
    <dgm:pt modelId="{D909F083-7995-49F9-A4C5-C04E46C24055}">
      <dgm:prSet phldrT="[テキスト]"/>
      <dgm:spPr/>
      <dgm:t>
        <a:bodyPr/>
        <a:lstStyle/>
        <a:p>
          <a:r>
            <a:rPr kumimoji="1" lang="ja-JP" altLang="en-US" dirty="0"/>
            <a:t>権限の確認</a:t>
          </a:r>
        </a:p>
      </dgm:t>
    </dgm:pt>
    <dgm:pt modelId="{BA180777-438D-4D3F-A0CC-BFD3FDAE2D49}" type="parTrans" cxnId="{5D4C28E6-9D07-4F33-A1C3-3EBAA209B34C}">
      <dgm:prSet/>
      <dgm:spPr/>
      <dgm:t>
        <a:bodyPr/>
        <a:lstStyle/>
        <a:p>
          <a:endParaRPr kumimoji="1" lang="ja-JP" altLang="en-US"/>
        </a:p>
      </dgm:t>
    </dgm:pt>
    <dgm:pt modelId="{47692D00-6B62-4F73-92D1-D2187639BBA9}" type="sibTrans" cxnId="{5D4C28E6-9D07-4F33-A1C3-3EBAA209B34C}">
      <dgm:prSet/>
      <dgm:spPr/>
      <dgm:t>
        <a:bodyPr/>
        <a:lstStyle/>
        <a:p>
          <a:endParaRPr kumimoji="1" lang="ja-JP" altLang="en-US"/>
        </a:p>
      </dgm:t>
    </dgm:pt>
    <dgm:pt modelId="{3B457FFF-3BAD-4FD5-BBA5-E3D8970BDECB}" type="pres">
      <dgm:prSet presAssocID="{D9A7D6A2-4338-401D-ABC0-56075779F714}" presName="diagram" presStyleCnt="0">
        <dgm:presLayoutVars>
          <dgm:chPref val="1"/>
          <dgm:dir/>
          <dgm:animOne val="branch"/>
          <dgm:animLvl val="lvl"/>
          <dgm:resizeHandles val="exact"/>
        </dgm:presLayoutVars>
      </dgm:prSet>
      <dgm:spPr/>
    </dgm:pt>
    <dgm:pt modelId="{AA6FD4E9-4548-4A8A-A5B7-6998395D88BA}" type="pres">
      <dgm:prSet presAssocID="{73BD1E33-BC91-46E2-A2B9-DAFC6488E70D}" presName="root1" presStyleCnt="0"/>
      <dgm:spPr/>
    </dgm:pt>
    <dgm:pt modelId="{090A3CE0-9E3E-49B0-B4D2-40A1EF5804FD}" type="pres">
      <dgm:prSet presAssocID="{73BD1E33-BC91-46E2-A2B9-DAFC6488E70D}" presName="LevelOneTextNode" presStyleLbl="node0" presStyleIdx="0" presStyleCnt="1">
        <dgm:presLayoutVars>
          <dgm:chPref val="3"/>
        </dgm:presLayoutVars>
      </dgm:prSet>
      <dgm:spPr/>
    </dgm:pt>
    <dgm:pt modelId="{471F6180-F7AA-43BB-889F-07A60D9B53B0}" type="pres">
      <dgm:prSet presAssocID="{73BD1E33-BC91-46E2-A2B9-DAFC6488E70D}" presName="level2hierChild" presStyleCnt="0"/>
      <dgm:spPr/>
    </dgm:pt>
    <dgm:pt modelId="{73A79818-A1B3-4A24-85CC-CA78874BF23F}" type="pres">
      <dgm:prSet presAssocID="{889BC622-D43C-4F6E-BC92-BDF8F35990FE}" presName="conn2-1" presStyleLbl="parChTrans1D2" presStyleIdx="0" presStyleCnt="2"/>
      <dgm:spPr/>
    </dgm:pt>
    <dgm:pt modelId="{642E40F9-F3CF-4BF9-921B-157B9F300113}" type="pres">
      <dgm:prSet presAssocID="{889BC622-D43C-4F6E-BC92-BDF8F35990FE}" presName="connTx" presStyleLbl="parChTrans1D2" presStyleIdx="0" presStyleCnt="2"/>
      <dgm:spPr/>
    </dgm:pt>
    <dgm:pt modelId="{3A56784E-8AC1-4627-B570-8B1A2FBB4B36}" type="pres">
      <dgm:prSet presAssocID="{6CD85C44-E989-463A-A404-0F54FFDCB907}" presName="root2" presStyleCnt="0"/>
      <dgm:spPr/>
    </dgm:pt>
    <dgm:pt modelId="{C5E76E6F-1702-44A1-9E7E-AEF286921F41}" type="pres">
      <dgm:prSet presAssocID="{6CD85C44-E989-463A-A404-0F54FFDCB907}" presName="LevelTwoTextNode" presStyleLbl="node2" presStyleIdx="0" presStyleCnt="2">
        <dgm:presLayoutVars>
          <dgm:chPref val="3"/>
        </dgm:presLayoutVars>
      </dgm:prSet>
      <dgm:spPr/>
    </dgm:pt>
    <dgm:pt modelId="{2141594D-B2EC-4D01-B0E5-C033EB6EF35E}" type="pres">
      <dgm:prSet presAssocID="{6CD85C44-E989-463A-A404-0F54FFDCB907}" presName="level3hierChild" presStyleCnt="0"/>
      <dgm:spPr/>
    </dgm:pt>
    <dgm:pt modelId="{7BFE0873-D4DA-4466-8CE3-0C00658D90DC}" type="pres">
      <dgm:prSet presAssocID="{F734D394-22CC-452E-9EFE-229B6FC20915}" presName="conn2-1" presStyleLbl="parChTrans1D3" presStyleIdx="0" presStyleCnt="4"/>
      <dgm:spPr/>
    </dgm:pt>
    <dgm:pt modelId="{27CF0114-635C-4F14-9D59-6E550B604A7E}" type="pres">
      <dgm:prSet presAssocID="{F734D394-22CC-452E-9EFE-229B6FC20915}" presName="connTx" presStyleLbl="parChTrans1D3" presStyleIdx="0" presStyleCnt="4"/>
      <dgm:spPr/>
    </dgm:pt>
    <dgm:pt modelId="{FBCECCBE-FD02-4868-8C9F-8CFB32A3C071}" type="pres">
      <dgm:prSet presAssocID="{160C477B-8B0F-430B-AD44-0276E2F414A1}" presName="root2" presStyleCnt="0"/>
      <dgm:spPr/>
    </dgm:pt>
    <dgm:pt modelId="{89642D2D-4C46-4DE1-898B-F931CC5F52BD}" type="pres">
      <dgm:prSet presAssocID="{160C477B-8B0F-430B-AD44-0276E2F414A1}" presName="LevelTwoTextNode" presStyleLbl="node3" presStyleIdx="0" presStyleCnt="4">
        <dgm:presLayoutVars>
          <dgm:chPref val="3"/>
        </dgm:presLayoutVars>
      </dgm:prSet>
      <dgm:spPr/>
    </dgm:pt>
    <dgm:pt modelId="{3489223C-6555-4663-BC33-C16C35E45C39}" type="pres">
      <dgm:prSet presAssocID="{160C477B-8B0F-430B-AD44-0276E2F414A1}" presName="level3hierChild" presStyleCnt="0"/>
      <dgm:spPr/>
    </dgm:pt>
    <dgm:pt modelId="{998F7062-566B-4E77-AA4E-36A83EA45974}" type="pres">
      <dgm:prSet presAssocID="{675DCFB9-BC51-4BF3-AF67-20F413BF90AE}" presName="conn2-1" presStyleLbl="parChTrans1D4" presStyleIdx="0" presStyleCnt="4"/>
      <dgm:spPr/>
    </dgm:pt>
    <dgm:pt modelId="{70974F3D-C082-417C-8761-1B65B3D3CF31}" type="pres">
      <dgm:prSet presAssocID="{675DCFB9-BC51-4BF3-AF67-20F413BF90AE}" presName="connTx" presStyleLbl="parChTrans1D4" presStyleIdx="0" presStyleCnt="4"/>
      <dgm:spPr/>
    </dgm:pt>
    <dgm:pt modelId="{FF055DA1-654D-4276-825C-0F707525AFB7}" type="pres">
      <dgm:prSet presAssocID="{B2F0DC5D-77C7-49ED-B996-ED25D59B0975}" presName="root2" presStyleCnt="0"/>
      <dgm:spPr/>
    </dgm:pt>
    <dgm:pt modelId="{416209BE-53B8-4161-82C9-E1F66E9CCD23}" type="pres">
      <dgm:prSet presAssocID="{B2F0DC5D-77C7-49ED-B996-ED25D59B0975}" presName="LevelTwoTextNode" presStyleLbl="node4" presStyleIdx="0" presStyleCnt="4">
        <dgm:presLayoutVars>
          <dgm:chPref val="3"/>
        </dgm:presLayoutVars>
      </dgm:prSet>
      <dgm:spPr/>
    </dgm:pt>
    <dgm:pt modelId="{816DD3FA-C4E5-4452-9AEC-2001B62FB3DC}" type="pres">
      <dgm:prSet presAssocID="{B2F0DC5D-77C7-49ED-B996-ED25D59B0975}" presName="level3hierChild" presStyleCnt="0"/>
      <dgm:spPr/>
    </dgm:pt>
    <dgm:pt modelId="{1C29EF34-ABCC-4699-A928-F1D7CAF9DCD1}" type="pres">
      <dgm:prSet presAssocID="{AF79D6BF-F697-4FA9-9ED7-A0A415524F24}" presName="conn2-1" presStyleLbl="parChTrans1D3" presStyleIdx="1" presStyleCnt="4"/>
      <dgm:spPr/>
    </dgm:pt>
    <dgm:pt modelId="{27ACD104-89FF-447B-84E7-2C505DFA7341}" type="pres">
      <dgm:prSet presAssocID="{AF79D6BF-F697-4FA9-9ED7-A0A415524F24}" presName="connTx" presStyleLbl="parChTrans1D3" presStyleIdx="1" presStyleCnt="4"/>
      <dgm:spPr/>
    </dgm:pt>
    <dgm:pt modelId="{0C18FC02-98E5-44FF-8588-4AA67D884DE0}" type="pres">
      <dgm:prSet presAssocID="{3F26FECA-26DE-4850-9505-A48EB624E08F}" presName="root2" presStyleCnt="0"/>
      <dgm:spPr/>
    </dgm:pt>
    <dgm:pt modelId="{1E04E59E-3850-4AFF-A274-910C12882399}" type="pres">
      <dgm:prSet presAssocID="{3F26FECA-26DE-4850-9505-A48EB624E08F}" presName="LevelTwoTextNode" presStyleLbl="node3" presStyleIdx="1" presStyleCnt="4">
        <dgm:presLayoutVars>
          <dgm:chPref val="3"/>
        </dgm:presLayoutVars>
      </dgm:prSet>
      <dgm:spPr/>
    </dgm:pt>
    <dgm:pt modelId="{27D1F4A6-9758-4DCF-A9A3-08CF37BE6449}" type="pres">
      <dgm:prSet presAssocID="{3F26FECA-26DE-4850-9505-A48EB624E08F}" presName="level3hierChild" presStyleCnt="0"/>
      <dgm:spPr/>
    </dgm:pt>
    <dgm:pt modelId="{4E22F308-F86E-4E5D-802D-C29EAD6AB906}" type="pres">
      <dgm:prSet presAssocID="{A5609EEE-A34C-4642-8D46-4BFBE106CCB1}" presName="conn2-1" presStyleLbl="parChTrans1D4" presStyleIdx="1" presStyleCnt="4"/>
      <dgm:spPr/>
    </dgm:pt>
    <dgm:pt modelId="{D57E40E9-AB0C-4BDC-8E9A-46BD250EDA0F}" type="pres">
      <dgm:prSet presAssocID="{A5609EEE-A34C-4642-8D46-4BFBE106CCB1}" presName="connTx" presStyleLbl="parChTrans1D4" presStyleIdx="1" presStyleCnt="4"/>
      <dgm:spPr/>
    </dgm:pt>
    <dgm:pt modelId="{BD875E70-EC91-48BE-995F-73789ED7A43A}" type="pres">
      <dgm:prSet presAssocID="{87D39CAF-D7B8-44F0-9C0F-04812CD80E22}" presName="root2" presStyleCnt="0"/>
      <dgm:spPr/>
    </dgm:pt>
    <dgm:pt modelId="{5D9209C5-5382-4C72-80D1-491E950838CB}" type="pres">
      <dgm:prSet presAssocID="{87D39CAF-D7B8-44F0-9C0F-04812CD80E22}" presName="LevelTwoTextNode" presStyleLbl="node4" presStyleIdx="1" presStyleCnt="4">
        <dgm:presLayoutVars>
          <dgm:chPref val="3"/>
        </dgm:presLayoutVars>
      </dgm:prSet>
      <dgm:spPr/>
    </dgm:pt>
    <dgm:pt modelId="{A7F60D86-EB61-4FC0-995B-EF28101B2FFF}" type="pres">
      <dgm:prSet presAssocID="{87D39CAF-D7B8-44F0-9C0F-04812CD80E22}" presName="level3hierChild" presStyleCnt="0"/>
      <dgm:spPr/>
    </dgm:pt>
    <dgm:pt modelId="{0B982122-FB34-433D-AACB-9728DE6E0804}" type="pres">
      <dgm:prSet presAssocID="{DF56B6DC-DF7A-4A2F-A273-6E9723D69A21}" presName="conn2-1" presStyleLbl="parChTrans1D3" presStyleIdx="2" presStyleCnt="4"/>
      <dgm:spPr/>
    </dgm:pt>
    <dgm:pt modelId="{C0FD2A79-3372-450E-AE93-914BC69820FF}" type="pres">
      <dgm:prSet presAssocID="{DF56B6DC-DF7A-4A2F-A273-6E9723D69A21}" presName="connTx" presStyleLbl="parChTrans1D3" presStyleIdx="2" presStyleCnt="4"/>
      <dgm:spPr/>
    </dgm:pt>
    <dgm:pt modelId="{20A80D91-B426-4BB4-86B8-5DDE43EC36E5}" type="pres">
      <dgm:prSet presAssocID="{61143736-2235-4471-889A-256F61449819}" presName="root2" presStyleCnt="0"/>
      <dgm:spPr/>
    </dgm:pt>
    <dgm:pt modelId="{FAE9F77D-E020-4A51-B9F1-F080461C9528}" type="pres">
      <dgm:prSet presAssocID="{61143736-2235-4471-889A-256F61449819}" presName="LevelTwoTextNode" presStyleLbl="node3" presStyleIdx="2" presStyleCnt="4">
        <dgm:presLayoutVars>
          <dgm:chPref val="3"/>
        </dgm:presLayoutVars>
      </dgm:prSet>
      <dgm:spPr/>
    </dgm:pt>
    <dgm:pt modelId="{AF15AC1E-9CFA-4712-8EA1-DAB831336F10}" type="pres">
      <dgm:prSet presAssocID="{61143736-2235-4471-889A-256F61449819}" presName="level3hierChild" presStyleCnt="0"/>
      <dgm:spPr/>
    </dgm:pt>
    <dgm:pt modelId="{BCC7367A-F54B-4681-B722-806D62DB94DA}" type="pres">
      <dgm:prSet presAssocID="{6C885065-3673-4950-960B-5299496DCBBE}" presName="conn2-1" presStyleLbl="parChTrans1D4" presStyleIdx="2" presStyleCnt="4"/>
      <dgm:spPr/>
    </dgm:pt>
    <dgm:pt modelId="{8346D07E-6B1C-4015-A759-393DF1C14774}" type="pres">
      <dgm:prSet presAssocID="{6C885065-3673-4950-960B-5299496DCBBE}" presName="connTx" presStyleLbl="parChTrans1D4" presStyleIdx="2" presStyleCnt="4"/>
      <dgm:spPr/>
    </dgm:pt>
    <dgm:pt modelId="{4116F933-8FF6-44CA-BFCB-BCD3C2A61105}" type="pres">
      <dgm:prSet presAssocID="{20B75F31-A333-48FC-B3EC-B2C10A72BFF2}" presName="root2" presStyleCnt="0"/>
      <dgm:spPr/>
    </dgm:pt>
    <dgm:pt modelId="{797D0C4D-5722-48EA-8042-1DBD0677C365}" type="pres">
      <dgm:prSet presAssocID="{20B75F31-A333-48FC-B3EC-B2C10A72BFF2}" presName="LevelTwoTextNode" presStyleLbl="node4" presStyleIdx="2" presStyleCnt="4">
        <dgm:presLayoutVars>
          <dgm:chPref val="3"/>
        </dgm:presLayoutVars>
      </dgm:prSet>
      <dgm:spPr/>
    </dgm:pt>
    <dgm:pt modelId="{172A3EF0-57CC-4C92-9053-5B51D69DF6E5}" type="pres">
      <dgm:prSet presAssocID="{20B75F31-A333-48FC-B3EC-B2C10A72BFF2}" presName="level3hierChild" presStyleCnt="0"/>
      <dgm:spPr/>
    </dgm:pt>
    <dgm:pt modelId="{8511C718-DA61-4BA8-9157-B06E7C9DD4A3}" type="pres">
      <dgm:prSet presAssocID="{8DFF42FF-68E4-483A-98DB-3C46DE534673}" presName="conn2-1" presStyleLbl="parChTrans1D2" presStyleIdx="1" presStyleCnt="2"/>
      <dgm:spPr/>
    </dgm:pt>
    <dgm:pt modelId="{4F3083BC-531A-4CCD-9703-0E063DDD3B35}" type="pres">
      <dgm:prSet presAssocID="{8DFF42FF-68E4-483A-98DB-3C46DE534673}" presName="connTx" presStyleLbl="parChTrans1D2" presStyleIdx="1" presStyleCnt="2"/>
      <dgm:spPr/>
    </dgm:pt>
    <dgm:pt modelId="{103A699C-CF16-4C22-A98F-0E4D91D55E25}" type="pres">
      <dgm:prSet presAssocID="{E1BBEF72-E600-41E9-B996-A6244BEDA593}" presName="root2" presStyleCnt="0"/>
      <dgm:spPr/>
    </dgm:pt>
    <dgm:pt modelId="{61CAC789-6D0E-4D6F-944A-9239527EDF16}" type="pres">
      <dgm:prSet presAssocID="{E1BBEF72-E600-41E9-B996-A6244BEDA593}" presName="LevelTwoTextNode" presStyleLbl="node2" presStyleIdx="1" presStyleCnt="2">
        <dgm:presLayoutVars>
          <dgm:chPref val="3"/>
        </dgm:presLayoutVars>
      </dgm:prSet>
      <dgm:spPr/>
    </dgm:pt>
    <dgm:pt modelId="{9B9BD600-3354-45BB-830A-9C27D8E55CB9}" type="pres">
      <dgm:prSet presAssocID="{E1BBEF72-E600-41E9-B996-A6244BEDA593}" presName="level3hierChild" presStyleCnt="0"/>
      <dgm:spPr/>
    </dgm:pt>
    <dgm:pt modelId="{A40BCCCA-1518-491A-BA1F-65F6407049D3}" type="pres">
      <dgm:prSet presAssocID="{33CE417F-7189-48A3-9BC1-40A4573E63E7}" presName="conn2-1" presStyleLbl="parChTrans1D3" presStyleIdx="3" presStyleCnt="4"/>
      <dgm:spPr/>
    </dgm:pt>
    <dgm:pt modelId="{F1F58FDF-B445-4DF0-A2FD-F156FC2193DE}" type="pres">
      <dgm:prSet presAssocID="{33CE417F-7189-48A3-9BC1-40A4573E63E7}" presName="connTx" presStyleLbl="parChTrans1D3" presStyleIdx="3" presStyleCnt="4"/>
      <dgm:spPr/>
    </dgm:pt>
    <dgm:pt modelId="{D03ACC95-5177-4534-975D-10355E289E9B}" type="pres">
      <dgm:prSet presAssocID="{90C8699F-8F34-4536-AD74-48834815536C}" presName="root2" presStyleCnt="0"/>
      <dgm:spPr/>
    </dgm:pt>
    <dgm:pt modelId="{17B840DE-2966-455B-9EF3-D2BCC6F49AC6}" type="pres">
      <dgm:prSet presAssocID="{90C8699F-8F34-4536-AD74-48834815536C}" presName="LevelTwoTextNode" presStyleLbl="node3" presStyleIdx="3" presStyleCnt="4">
        <dgm:presLayoutVars>
          <dgm:chPref val="3"/>
        </dgm:presLayoutVars>
      </dgm:prSet>
      <dgm:spPr/>
    </dgm:pt>
    <dgm:pt modelId="{D780213D-2EB1-48EE-848A-D9BBC5127D2E}" type="pres">
      <dgm:prSet presAssocID="{90C8699F-8F34-4536-AD74-48834815536C}" presName="level3hierChild" presStyleCnt="0"/>
      <dgm:spPr/>
    </dgm:pt>
    <dgm:pt modelId="{D2A929F8-0A07-4353-9727-19BDB2CEF309}" type="pres">
      <dgm:prSet presAssocID="{BA180777-438D-4D3F-A0CC-BFD3FDAE2D49}" presName="conn2-1" presStyleLbl="parChTrans1D4" presStyleIdx="3" presStyleCnt="4"/>
      <dgm:spPr/>
    </dgm:pt>
    <dgm:pt modelId="{B89EADA7-6A37-4E0C-B70B-C6E5555B8D02}" type="pres">
      <dgm:prSet presAssocID="{BA180777-438D-4D3F-A0CC-BFD3FDAE2D49}" presName="connTx" presStyleLbl="parChTrans1D4" presStyleIdx="3" presStyleCnt="4"/>
      <dgm:spPr/>
    </dgm:pt>
    <dgm:pt modelId="{83DFCF5E-B759-408E-905E-7CC9AE9F9C10}" type="pres">
      <dgm:prSet presAssocID="{D909F083-7995-49F9-A4C5-C04E46C24055}" presName="root2" presStyleCnt="0"/>
      <dgm:spPr/>
    </dgm:pt>
    <dgm:pt modelId="{E5F84641-E01D-4CA2-AD43-103AA95C5E87}" type="pres">
      <dgm:prSet presAssocID="{D909F083-7995-49F9-A4C5-C04E46C24055}" presName="LevelTwoTextNode" presStyleLbl="node4" presStyleIdx="3" presStyleCnt="4">
        <dgm:presLayoutVars>
          <dgm:chPref val="3"/>
        </dgm:presLayoutVars>
      </dgm:prSet>
      <dgm:spPr/>
    </dgm:pt>
    <dgm:pt modelId="{04F7F535-B98E-4E04-8505-B924CDF6F187}" type="pres">
      <dgm:prSet presAssocID="{D909F083-7995-49F9-A4C5-C04E46C24055}" presName="level3hierChild" presStyleCnt="0"/>
      <dgm:spPr/>
    </dgm:pt>
  </dgm:ptLst>
  <dgm:cxnLst>
    <dgm:cxn modelId="{4C4AD70B-8553-4594-9554-0282FB2E993C}" type="presOf" srcId="{675DCFB9-BC51-4BF3-AF67-20F413BF90AE}" destId="{998F7062-566B-4E77-AA4E-36A83EA45974}" srcOrd="0" destOrd="0" presId="urn:microsoft.com/office/officeart/2005/8/layout/hierarchy2"/>
    <dgm:cxn modelId="{BCBE7810-2BAE-435D-A9DF-DDEADE47C792}" type="presOf" srcId="{889BC622-D43C-4F6E-BC92-BDF8F35990FE}" destId="{642E40F9-F3CF-4BF9-921B-157B9F300113}" srcOrd="1" destOrd="0" presId="urn:microsoft.com/office/officeart/2005/8/layout/hierarchy2"/>
    <dgm:cxn modelId="{D3996D21-C667-423B-AD17-D7E5E40DD551}" type="presOf" srcId="{87D39CAF-D7B8-44F0-9C0F-04812CD80E22}" destId="{5D9209C5-5382-4C72-80D1-491E950838CB}" srcOrd="0" destOrd="0" presId="urn:microsoft.com/office/officeart/2005/8/layout/hierarchy2"/>
    <dgm:cxn modelId="{8694C626-C22D-4B8D-9571-F0A2EF409444}" type="presOf" srcId="{33CE417F-7189-48A3-9BC1-40A4573E63E7}" destId="{F1F58FDF-B445-4DF0-A2FD-F156FC2193DE}" srcOrd="1" destOrd="0" presId="urn:microsoft.com/office/officeart/2005/8/layout/hierarchy2"/>
    <dgm:cxn modelId="{14622E2A-4A3B-4F80-9F23-1879DD8401A2}" srcId="{3F26FECA-26DE-4850-9505-A48EB624E08F}" destId="{87D39CAF-D7B8-44F0-9C0F-04812CD80E22}" srcOrd="0" destOrd="0" parTransId="{A5609EEE-A34C-4642-8D46-4BFBE106CCB1}" sibTransId="{663A541D-81C4-4B15-BE23-187174991C6E}"/>
    <dgm:cxn modelId="{AFB5FD32-2AE3-41A9-A5DF-4F4C6A6F2BDC}" type="presOf" srcId="{8DFF42FF-68E4-483A-98DB-3C46DE534673}" destId="{4F3083BC-531A-4CCD-9703-0E063DDD3B35}" srcOrd="1" destOrd="0" presId="urn:microsoft.com/office/officeart/2005/8/layout/hierarchy2"/>
    <dgm:cxn modelId="{E70F8D33-B990-4F0B-9672-A64AB5E1BE73}" type="presOf" srcId="{DF56B6DC-DF7A-4A2F-A273-6E9723D69A21}" destId="{C0FD2A79-3372-450E-AE93-914BC69820FF}" srcOrd="1" destOrd="0" presId="urn:microsoft.com/office/officeart/2005/8/layout/hierarchy2"/>
    <dgm:cxn modelId="{F468B034-9593-45AE-8442-76C52E0D06CD}" type="presOf" srcId="{B2F0DC5D-77C7-49ED-B996-ED25D59B0975}" destId="{416209BE-53B8-4161-82C9-E1F66E9CCD23}" srcOrd="0" destOrd="0" presId="urn:microsoft.com/office/officeart/2005/8/layout/hierarchy2"/>
    <dgm:cxn modelId="{31A2DA43-A549-4304-9C4D-3C751449394C}" type="presOf" srcId="{BA180777-438D-4D3F-A0CC-BFD3FDAE2D49}" destId="{D2A929F8-0A07-4353-9727-19BDB2CEF309}" srcOrd="0" destOrd="0" presId="urn:microsoft.com/office/officeart/2005/8/layout/hierarchy2"/>
    <dgm:cxn modelId="{5F8DDB66-E602-4A36-938B-67FA3603D906}" type="presOf" srcId="{F734D394-22CC-452E-9EFE-229B6FC20915}" destId="{7BFE0873-D4DA-4466-8CE3-0C00658D90DC}" srcOrd="0" destOrd="0" presId="urn:microsoft.com/office/officeart/2005/8/layout/hierarchy2"/>
    <dgm:cxn modelId="{60B5324A-0950-42BB-83FA-C650C265F4E2}" type="presOf" srcId="{61143736-2235-4471-889A-256F61449819}" destId="{FAE9F77D-E020-4A51-B9F1-F080461C9528}" srcOrd="0" destOrd="0" presId="urn:microsoft.com/office/officeart/2005/8/layout/hierarchy2"/>
    <dgm:cxn modelId="{5F8C664C-3843-45F9-B913-9F138DB4976A}" type="presOf" srcId="{A5609EEE-A34C-4642-8D46-4BFBE106CCB1}" destId="{D57E40E9-AB0C-4BDC-8E9A-46BD250EDA0F}" srcOrd="1" destOrd="0" presId="urn:microsoft.com/office/officeart/2005/8/layout/hierarchy2"/>
    <dgm:cxn modelId="{218AE96D-FB89-4267-80B9-98D781847AA1}" type="presOf" srcId="{E1BBEF72-E600-41E9-B996-A6244BEDA593}" destId="{61CAC789-6D0E-4D6F-944A-9239527EDF16}" srcOrd="0" destOrd="0" presId="urn:microsoft.com/office/officeart/2005/8/layout/hierarchy2"/>
    <dgm:cxn modelId="{ED15C757-CC1A-4CF7-9304-D75496DF710F}" srcId="{73BD1E33-BC91-46E2-A2B9-DAFC6488E70D}" destId="{6CD85C44-E989-463A-A404-0F54FFDCB907}" srcOrd="0" destOrd="0" parTransId="{889BC622-D43C-4F6E-BC92-BDF8F35990FE}" sibTransId="{7D24C20E-1549-49CC-80B6-18A9C80FE8DC}"/>
    <dgm:cxn modelId="{6ED66E58-FFCC-4DA6-8595-D34763685E98}" type="presOf" srcId="{73BD1E33-BC91-46E2-A2B9-DAFC6488E70D}" destId="{090A3CE0-9E3E-49B0-B4D2-40A1EF5804FD}" srcOrd="0" destOrd="0" presId="urn:microsoft.com/office/officeart/2005/8/layout/hierarchy2"/>
    <dgm:cxn modelId="{AF36BA58-6C3A-49C5-9020-44C5201C4F44}" type="presOf" srcId="{20B75F31-A333-48FC-B3EC-B2C10A72BFF2}" destId="{797D0C4D-5722-48EA-8042-1DBD0677C365}" srcOrd="0" destOrd="0" presId="urn:microsoft.com/office/officeart/2005/8/layout/hierarchy2"/>
    <dgm:cxn modelId="{D9C43179-0A50-4CC8-907A-169E476E7B30}" type="presOf" srcId="{AF79D6BF-F697-4FA9-9ED7-A0A415524F24}" destId="{27ACD104-89FF-447B-84E7-2C505DFA7341}" srcOrd="1" destOrd="0" presId="urn:microsoft.com/office/officeart/2005/8/layout/hierarchy2"/>
    <dgm:cxn modelId="{0B24C582-011B-4577-9B3E-50CF9D8CECAA}" srcId="{73BD1E33-BC91-46E2-A2B9-DAFC6488E70D}" destId="{E1BBEF72-E600-41E9-B996-A6244BEDA593}" srcOrd="1" destOrd="0" parTransId="{8DFF42FF-68E4-483A-98DB-3C46DE534673}" sibTransId="{16299877-7472-47AE-9C0C-5618EB4631F7}"/>
    <dgm:cxn modelId="{9496D382-9F7D-4EE3-923A-FADE860AA907}" type="presOf" srcId="{6CD85C44-E989-463A-A404-0F54FFDCB907}" destId="{C5E76E6F-1702-44A1-9E7E-AEF286921F41}" srcOrd="0" destOrd="0" presId="urn:microsoft.com/office/officeart/2005/8/layout/hierarchy2"/>
    <dgm:cxn modelId="{0877C183-6369-4874-92D1-AD8578B23122}" type="presOf" srcId="{D9A7D6A2-4338-401D-ABC0-56075779F714}" destId="{3B457FFF-3BAD-4FD5-BBA5-E3D8970BDECB}" srcOrd="0" destOrd="0" presId="urn:microsoft.com/office/officeart/2005/8/layout/hierarchy2"/>
    <dgm:cxn modelId="{DDFA9A8E-81CD-4BD9-9655-733996BE1DD1}" type="presOf" srcId="{160C477B-8B0F-430B-AD44-0276E2F414A1}" destId="{89642D2D-4C46-4DE1-898B-F931CC5F52BD}" srcOrd="0" destOrd="0" presId="urn:microsoft.com/office/officeart/2005/8/layout/hierarchy2"/>
    <dgm:cxn modelId="{2C142B9A-B0B4-4558-9D39-A20AFDF3042E}" type="presOf" srcId="{6C885065-3673-4950-960B-5299496DCBBE}" destId="{BCC7367A-F54B-4681-B722-806D62DB94DA}" srcOrd="0" destOrd="0" presId="urn:microsoft.com/office/officeart/2005/8/layout/hierarchy2"/>
    <dgm:cxn modelId="{77A1C89F-10A2-47C3-99D4-77A2A6031538}" srcId="{D9A7D6A2-4338-401D-ABC0-56075779F714}" destId="{73BD1E33-BC91-46E2-A2B9-DAFC6488E70D}" srcOrd="0" destOrd="0" parTransId="{328915FA-0FAE-442D-9A8F-3F00CAAC0B51}" sibTransId="{D3973433-253D-486A-82DF-8F89841B65D6}"/>
    <dgm:cxn modelId="{8E562FA0-2F93-4F01-B850-830506138AE0}" type="presOf" srcId="{6C885065-3673-4950-960B-5299496DCBBE}" destId="{8346D07E-6B1C-4015-A759-393DF1C14774}" srcOrd="1" destOrd="0" presId="urn:microsoft.com/office/officeart/2005/8/layout/hierarchy2"/>
    <dgm:cxn modelId="{E9661AA7-9F05-4615-A9A3-D0EBA6D19B24}" type="presOf" srcId="{90C8699F-8F34-4536-AD74-48834815536C}" destId="{17B840DE-2966-455B-9EF3-D2BCC6F49AC6}" srcOrd="0" destOrd="0" presId="urn:microsoft.com/office/officeart/2005/8/layout/hierarchy2"/>
    <dgm:cxn modelId="{519F37A8-89B0-4775-8044-872AEF4AB7AE}" type="presOf" srcId="{889BC622-D43C-4F6E-BC92-BDF8F35990FE}" destId="{73A79818-A1B3-4A24-85CC-CA78874BF23F}" srcOrd="0" destOrd="0" presId="urn:microsoft.com/office/officeart/2005/8/layout/hierarchy2"/>
    <dgm:cxn modelId="{D82E81AC-FEDD-42D1-B7B4-D27F580AB122}" srcId="{6CD85C44-E989-463A-A404-0F54FFDCB907}" destId="{160C477B-8B0F-430B-AD44-0276E2F414A1}" srcOrd="0" destOrd="0" parTransId="{F734D394-22CC-452E-9EFE-229B6FC20915}" sibTransId="{BA35AECD-503B-4854-A759-29A39C6B6590}"/>
    <dgm:cxn modelId="{B6E860B2-DC9F-4D11-BCCC-452EFDF64943}" srcId="{160C477B-8B0F-430B-AD44-0276E2F414A1}" destId="{B2F0DC5D-77C7-49ED-B996-ED25D59B0975}" srcOrd="0" destOrd="0" parTransId="{675DCFB9-BC51-4BF3-AF67-20F413BF90AE}" sibTransId="{13232656-07BC-4D9E-989E-E5C198434643}"/>
    <dgm:cxn modelId="{7A6B8EBA-F146-4F7E-AF43-E1EAA52AF9D6}" type="presOf" srcId="{A5609EEE-A34C-4642-8D46-4BFBE106CCB1}" destId="{4E22F308-F86E-4E5D-802D-C29EAD6AB906}" srcOrd="0" destOrd="0" presId="urn:microsoft.com/office/officeart/2005/8/layout/hierarchy2"/>
    <dgm:cxn modelId="{57D03CC2-44A0-4503-8F42-B44313A5FA40}" type="presOf" srcId="{675DCFB9-BC51-4BF3-AF67-20F413BF90AE}" destId="{70974F3D-C082-417C-8761-1B65B3D3CF31}" srcOrd="1" destOrd="0" presId="urn:microsoft.com/office/officeart/2005/8/layout/hierarchy2"/>
    <dgm:cxn modelId="{F1F71FC7-8229-466D-944C-B17A305EE842}" type="presOf" srcId="{D909F083-7995-49F9-A4C5-C04E46C24055}" destId="{E5F84641-E01D-4CA2-AD43-103AA95C5E87}" srcOrd="0" destOrd="0" presId="urn:microsoft.com/office/officeart/2005/8/layout/hierarchy2"/>
    <dgm:cxn modelId="{B33383C7-3BC3-465B-BCC9-1F6AC427E54A}" type="presOf" srcId="{DF56B6DC-DF7A-4A2F-A273-6E9723D69A21}" destId="{0B982122-FB34-433D-AACB-9728DE6E0804}" srcOrd="0" destOrd="0" presId="urn:microsoft.com/office/officeart/2005/8/layout/hierarchy2"/>
    <dgm:cxn modelId="{F78E45D1-FF31-41AC-A268-286F387AC317}" srcId="{6CD85C44-E989-463A-A404-0F54FFDCB907}" destId="{3F26FECA-26DE-4850-9505-A48EB624E08F}" srcOrd="1" destOrd="0" parTransId="{AF79D6BF-F697-4FA9-9ED7-A0A415524F24}" sibTransId="{3A679C36-CDC4-4839-8137-348AD7665C6C}"/>
    <dgm:cxn modelId="{3810F9D5-63ED-4F74-8EE6-AF7383A331D4}" srcId="{61143736-2235-4471-889A-256F61449819}" destId="{20B75F31-A333-48FC-B3EC-B2C10A72BFF2}" srcOrd="0" destOrd="0" parTransId="{6C885065-3673-4950-960B-5299496DCBBE}" sibTransId="{E18E9955-4E1A-4923-AE62-CEA44F4CDA09}"/>
    <dgm:cxn modelId="{A8BA92D7-DEB4-40BF-A773-FED742737A1D}" type="presOf" srcId="{AF79D6BF-F697-4FA9-9ED7-A0A415524F24}" destId="{1C29EF34-ABCC-4699-A928-F1D7CAF9DCD1}" srcOrd="0" destOrd="0" presId="urn:microsoft.com/office/officeart/2005/8/layout/hierarchy2"/>
    <dgm:cxn modelId="{7192F1D8-C443-41B1-8280-A069031E3859}" type="presOf" srcId="{BA180777-438D-4D3F-A0CC-BFD3FDAE2D49}" destId="{B89EADA7-6A37-4E0C-B70B-C6E5555B8D02}" srcOrd="1" destOrd="0" presId="urn:microsoft.com/office/officeart/2005/8/layout/hierarchy2"/>
    <dgm:cxn modelId="{5D4C28E6-9D07-4F33-A1C3-3EBAA209B34C}" srcId="{90C8699F-8F34-4536-AD74-48834815536C}" destId="{D909F083-7995-49F9-A4C5-C04E46C24055}" srcOrd="0" destOrd="0" parTransId="{BA180777-438D-4D3F-A0CC-BFD3FDAE2D49}" sibTransId="{47692D00-6B62-4F73-92D1-D2187639BBA9}"/>
    <dgm:cxn modelId="{89BE2BE7-EBC8-42CD-B6A6-D75CF94E0C7E}" srcId="{6CD85C44-E989-463A-A404-0F54FFDCB907}" destId="{61143736-2235-4471-889A-256F61449819}" srcOrd="2" destOrd="0" parTransId="{DF56B6DC-DF7A-4A2F-A273-6E9723D69A21}" sibTransId="{C7CD68C3-E4E9-42C5-B4F9-E70E27A7ABB2}"/>
    <dgm:cxn modelId="{85C287EB-C4A6-4D6B-A45E-7075AF2935D6}" type="presOf" srcId="{8DFF42FF-68E4-483A-98DB-3C46DE534673}" destId="{8511C718-DA61-4BA8-9157-B06E7C9DD4A3}" srcOrd="0" destOrd="0" presId="urn:microsoft.com/office/officeart/2005/8/layout/hierarchy2"/>
    <dgm:cxn modelId="{F7F571F7-3586-44BF-AE63-78060C8EDD31}" type="presOf" srcId="{33CE417F-7189-48A3-9BC1-40A4573E63E7}" destId="{A40BCCCA-1518-491A-BA1F-65F6407049D3}" srcOrd="0" destOrd="0" presId="urn:microsoft.com/office/officeart/2005/8/layout/hierarchy2"/>
    <dgm:cxn modelId="{6C53DEF7-C028-49B9-BCCD-1C2A4E8C0F9E}" srcId="{E1BBEF72-E600-41E9-B996-A6244BEDA593}" destId="{90C8699F-8F34-4536-AD74-48834815536C}" srcOrd="0" destOrd="0" parTransId="{33CE417F-7189-48A3-9BC1-40A4573E63E7}" sibTransId="{F7CB5036-8389-4040-AA36-D6C2C48AD457}"/>
    <dgm:cxn modelId="{13C5E1F7-850E-4A33-A2F1-3623D9F24D3F}" type="presOf" srcId="{F734D394-22CC-452E-9EFE-229B6FC20915}" destId="{27CF0114-635C-4F14-9D59-6E550B604A7E}" srcOrd="1" destOrd="0" presId="urn:microsoft.com/office/officeart/2005/8/layout/hierarchy2"/>
    <dgm:cxn modelId="{7FD2D6F8-2B34-43AC-830F-BEF8B4B58EE8}" type="presOf" srcId="{3F26FECA-26DE-4850-9505-A48EB624E08F}" destId="{1E04E59E-3850-4AFF-A274-910C12882399}" srcOrd="0" destOrd="0" presId="urn:microsoft.com/office/officeart/2005/8/layout/hierarchy2"/>
    <dgm:cxn modelId="{34357EA5-DF0F-451E-B7C5-55D4E4E5107B}" type="presParOf" srcId="{3B457FFF-3BAD-4FD5-BBA5-E3D8970BDECB}" destId="{AA6FD4E9-4548-4A8A-A5B7-6998395D88BA}" srcOrd="0" destOrd="0" presId="urn:microsoft.com/office/officeart/2005/8/layout/hierarchy2"/>
    <dgm:cxn modelId="{B6FAB2DA-9DD5-40B0-A05B-3777022C8900}" type="presParOf" srcId="{AA6FD4E9-4548-4A8A-A5B7-6998395D88BA}" destId="{090A3CE0-9E3E-49B0-B4D2-40A1EF5804FD}" srcOrd="0" destOrd="0" presId="urn:microsoft.com/office/officeart/2005/8/layout/hierarchy2"/>
    <dgm:cxn modelId="{5DDB4668-1438-4822-AD36-8C72FB7CE8DE}" type="presParOf" srcId="{AA6FD4E9-4548-4A8A-A5B7-6998395D88BA}" destId="{471F6180-F7AA-43BB-889F-07A60D9B53B0}" srcOrd="1" destOrd="0" presId="urn:microsoft.com/office/officeart/2005/8/layout/hierarchy2"/>
    <dgm:cxn modelId="{902F3FEE-F6BF-48B4-A6FE-1A141EA92266}" type="presParOf" srcId="{471F6180-F7AA-43BB-889F-07A60D9B53B0}" destId="{73A79818-A1B3-4A24-85CC-CA78874BF23F}" srcOrd="0" destOrd="0" presId="urn:microsoft.com/office/officeart/2005/8/layout/hierarchy2"/>
    <dgm:cxn modelId="{BE33E5F9-B1CB-4B67-BA1D-B7FBC4473249}" type="presParOf" srcId="{73A79818-A1B3-4A24-85CC-CA78874BF23F}" destId="{642E40F9-F3CF-4BF9-921B-157B9F300113}" srcOrd="0" destOrd="0" presId="urn:microsoft.com/office/officeart/2005/8/layout/hierarchy2"/>
    <dgm:cxn modelId="{71C7E510-5936-4F8F-A6B9-B06A50ACA2C2}" type="presParOf" srcId="{471F6180-F7AA-43BB-889F-07A60D9B53B0}" destId="{3A56784E-8AC1-4627-B570-8B1A2FBB4B36}" srcOrd="1" destOrd="0" presId="urn:microsoft.com/office/officeart/2005/8/layout/hierarchy2"/>
    <dgm:cxn modelId="{7D4B40C5-FE9D-403E-A961-E309B0819514}" type="presParOf" srcId="{3A56784E-8AC1-4627-B570-8B1A2FBB4B36}" destId="{C5E76E6F-1702-44A1-9E7E-AEF286921F41}" srcOrd="0" destOrd="0" presId="urn:microsoft.com/office/officeart/2005/8/layout/hierarchy2"/>
    <dgm:cxn modelId="{985B15B8-F529-4CAC-BFE9-5A9858057323}" type="presParOf" srcId="{3A56784E-8AC1-4627-B570-8B1A2FBB4B36}" destId="{2141594D-B2EC-4D01-B0E5-C033EB6EF35E}" srcOrd="1" destOrd="0" presId="urn:microsoft.com/office/officeart/2005/8/layout/hierarchy2"/>
    <dgm:cxn modelId="{A38529BA-3FE7-4B92-88A5-32449FA81518}" type="presParOf" srcId="{2141594D-B2EC-4D01-B0E5-C033EB6EF35E}" destId="{7BFE0873-D4DA-4466-8CE3-0C00658D90DC}" srcOrd="0" destOrd="0" presId="urn:microsoft.com/office/officeart/2005/8/layout/hierarchy2"/>
    <dgm:cxn modelId="{BE0695F1-99D5-43C6-AB3A-C5B3EFD4AD02}" type="presParOf" srcId="{7BFE0873-D4DA-4466-8CE3-0C00658D90DC}" destId="{27CF0114-635C-4F14-9D59-6E550B604A7E}" srcOrd="0" destOrd="0" presId="urn:microsoft.com/office/officeart/2005/8/layout/hierarchy2"/>
    <dgm:cxn modelId="{2DB76D65-B688-4DF5-BCC7-4E9698A4C5D6}" type="presParOf" srcId="{2141594D-B2EC-4D01-B0E5-C033EB6EF35E}" destId="{FBCECCBE-FD02-4868-8C9F-8CFB32A3C071}" srcOrd="1" destOrd="0" presId="urn:microsoft.com/office/officeart/2005/8/layout/hierarchy2"/>
    <dgm:cxn modelId="{2D9C9593-50D1-45C4-A1F9-CD48881CEAD6}" type="presParOf" srcId="{FBCECCBE-FD02-4868-8C9F-8CFB32A3C071}" destId="{89642D2D-4C46-4DE1-898B-F931CC5F52BD}" srcOrd="0" destOrd="0" presId="urn:microsoft.com/office/officeart/2005/8/layout/hierarchy2"/>
    <dgm:cxn modelId="{9A022993-76F3-4CA0-B4A4-1618482E5C91}" type="presParOf" srcId="{FBCECCBE-FD02-4868-8C9F-8CFB32A3C071}" destId="{3489223C-6555-4663-BC33-C16C35E45C39}" srcOrd="1" destOrd="0" presId="urn:microsoft.com/office/officeart/2005/8/layout/hierarchy2"/>
    <dgm:cxn modelId="{B49EC085-3BF5-4C0D-8DA5-3982B47FF6B2}" type="presParOf" srcId="{3489223C-6555-4663-BC33-C16C35E45C39}" destId="{998F7062-566B-4E77-AA4E-36A83EA45974}" srcOrd="0" destOrd="0" presId="urn:microsoft.com/office/officeart/2005/8/layout/hierarchy2"/>
    <dgm:cxn modelId="{73707329-6CE4-4FF7-B44F-FA044FE0FA0F}" type="presParOf" srcId="{998F7062-566B-4E77-AA4E-36A83EA45974}" destId="{70974F3D-C082-417C-8761-1B65B3D3CF31}" srcOrd="0" destOrd="0" presId="urn:microsoft.com/office/officeart/2005/8/layout/hierarchy2"/>
    <dgm:cxn modelId="{73F152D6-7A2C-4A51-8C21-3CC0029F4B58}" type="presParOf" srcId="{3489223C-6555-4663-BC33-C16C35E45C39}" destId="{FF055DA1-654D-4276-825C-0F707525AFB7}" srcOrd="1" destOrd="0" presId="urn:microsoft.com/office/officeart/2005/8/layout/hierarchy2"/>
    <dgm:cxn modelId="{B4B83FD3-57FF-404D-AF37-F5CC916D2E5C}" type="presParOf" srcId="{FF055DA1-654D-4276-825C-0F707525AFB7}" destId="{416209BE-53B8-4161-82C9-E1F66E9CCD23}" srcOrd="0" destOrd="0" presId="urn:microsoft.com/office/officeart/2005/8/layout/hierarchy2"/>
    <dgm:cxn modelId="{8B80B80C-D43E-4325-A487-56A3923729F5}" type="presParOf" srcId="{FF055DA1-654D-4276-825C-0F707525AFB7}" destId="{816DD3FA-C4E5-4452-9AEC-2001B62FB3DC}" srcOrd="1" destOrd="0" presId="urn:microsoft.com/office/officeart/2005/8/layout/hierarchy2"/>
    <dgm:cxn modelId="{BFEAC823-BF28-41C5-A3A4-DC8378AA41A4}" type="presParOf" srcId="{2141594D-B2EC-4D01-B0E5-C033EB6EF35E}" destId="{1C29EF34-ABCC-4699-A928-F1D7CAF9DCD1}" srcOrd="2" destOrd="0" presId="urn:microsoft.com/office/officeart/2005/8/layout/hierarchy2"/>
    <dgm:cxn modelId="{90318AFA-966B-4277-99E6-D84B8E6990E4}" type="presParOf" srcId="{1C29EF34-ABCC-4699-A928-F1D7CAF9DCD1}" destId="{27ACD104-89FF-447B-84E7-2C505DFA7341}" srcOrd="0" destOrd="0" presId="urn:microsoft.com/office/officeart/2005/8/layout/hierarchy2"/>
    <dgm:cxn modelId="{D78036FA-385F-43D0-94C9-34802BA462E7}" type="presParOf" srcId="{2141594D-B2EC-4D01-B0E5-C033EB6EF35E}" destId="{0C18FC02-98E5-44FF-8588-4AA67D884DE0}" srcOrd="3" destOrd="0" presId="urn:microsoft.com/office/officeart/2005/8/layout/hierarchy2"/>
    <dgm:cxn modelId="{2E5D6152-6921-4A5D-A640-FE678A71A2EB}" type="presParOf" srcId="{0C18FC02-98E5-44FF-8588-4AA67D884DE0}" destId="{1E04E59E-3850-4AFF-A274-910C12882399}" srcOrd="0" destOrd="0" presId="urn:microsoft.com/office/officeart/2005/8/layout/hierarchy2"/>
    <dgm:cxn modelId="{BE518BF9-F27F-47DD-B168-03374CD68BE6}" type="presParOf" srcId="{0C18FC02-98E5-44FF-8588-4AA67D884DE0}" destId="{27D1F4A6-9758-4DCF-A9A3-08CF37BE6449}" srcOrd="1" destOrd="0" presId="urn:microsoft.com/office/officeart/2005/8/layout/hierarchy2"/>
    <dgm:cxn modelId="{F56015E7-27CB-4352-8BDB-0E7DE6F7ACE3}" type="presParOf" srcId="{27D1F4A6-9758-4DCF-A9A3-08CF37BE6449}" destId="{4E22F308-F86E-4E5D-802D-C29EAD6AB906}" srcOrd="0" destOrd="0" presId="urn:microsoft.com/office/officeart/2005/8/layout/hierarchy2"/>
    <dgm:cxn modelId="{78902754-C47E-4A2F-9643-E0FF24B77008}" type="presParOf" srcId="{4E22F308-F86E-4E5D-802D-C29EAD6AB906}" destId="{D57E40E9-AB0C-4BDC-8E9A-46BD250EDA0F}" srcOrd="0" destOrd="0" presId="urn:microsoft.com/office/officeart/2005/8/layout/hierarchy2"/>
    <dgm:cxn modelId="{64DC0E6E-F7FF-4540-A981-476B84172752}" type="presParOf" srcId="{27D1F4A6-9758-4DCF-A9A3-08CF37BE6449}" destId="{BD875E70-EC91-48BE-995F-73789ED7A43A}" srcOrd="1" destOrd="0" presId="urn:microsoft.com/office/officeart/2005/8/layout/hierarchy2"/>
    <dgm:cxn modelId="{AD4FB387-9711-4B63-A4E8-0D06D479B2B1}" type="presParOf" srcId="{BD875E70-EC91-48BE-995F-73789ED7A43A}" destId="{5D9209C5-5382-4C72-80D1-491E950838CB}" srcOrd="0" destOrd="0" presId="urn:microsoft.com/office/officeart/2005/8/layout/hierarchy2"/>
    <dgm:cxn modelId="{A1799F40-770F-4300-A082-20C810209A0D}" type="presParOf" srcId="{BD875E70-EC91-48BE-995F-73789ED7A43A}" destId="{A7F60D86-EB61-4FC0-995B-EF28101B2FFF}" srcOrd="1" destOrd="0" presId="urn:microsoft.com/office/officeart/2005/8/layout/hierarchy2"/>
    <dgm:cxn modelId="{7B15A251-EEEF-43D5-8348-BBA200F67A7C}" type="presParOf" srcId="{2141594D-B2EC-4D01-B0E5-C033EB6EF35E}" destId="{0B982122-FB34-433D-AACB-9728DE6E0804}" srcOrd="4" destOrd="0" presId="urn:microsoft.com/office/officeart/2005/8/layout/hierarchy2"/>
    <dgm:cxn modelId="{7F026C2D-4E83-4D52-B419-9A3C1048BE7E}" type="presParOf" srcId="{0B982122-FB34-433D-AACB-9728DE6E0804}" destId="{C0FD2A79-3372-450E-AE93-914BC69820FF}" srcOrd="0" destOrd="0" presId="urn:microsoft.com/office/officeart/2005/8/layout/hierarchy2"/>
    <dgm:cxn modelId="{B9DFBB8F-09A0-437F-9FD1-A24A3D75FD8C}" type="presParOf" srcId="{2141594D-B2EC-4D01-B0E5-C033EB6EF35E}" destId="{20A80D91-B426-4BB4-86B8-5DDE43EC36E5}" srcOrd="5" destOrd="0" presId="urn:microsoft.com/office/officeart/2005/8/layout/hierarchy2"/>
    <dgm:cxn modelId="{5781C643-9C76-4355-B81C-2DF227578453}" type="presParOf" srcId="{20A80D91-B426-4BB4-86B8-5DDE43EC36E5}" destId="{FAE9F77D-E020-4A51-B9F1-F080461C9528}" srcOrd="0" destOrd="0" presId="urn:microsoft.com/office/officeart/2005/8/layout/hierarchy2"/>
    <dgm:cxn modelId="{96DAA72E-1D64-4B7E-90A2-3F136C98C218}" type="presParOf" srcId="{20A80D91-B426-4BB4-86B8-5DDE43EC36E5}" destId="{AF15AC1E-9CFA-4712-8EA1-DAB831336F10}" srcOrd="1" destOrd="0" presId="urn:microsoft.com/office/officeart/2005/8/layout/hierarchy2"/>
    <dgm:cxn modelId="{1ADC9A3C-1BB8-463D-8B66-061591DF1594}" type="presParOf" srcId="{AF15AC1E-9CFA-4712-8EA1-DAB831336F10}" destId="{BCC7367A-F54B-4681-B722-806D62DB94DA}" srcOrd="0" destOrd="0" presId="urn:microsoft.com/office/officeart/2005/8/layout/hierarchy2"/>
    <dgm:cxn modelId="{53749CBC-0678-42A7-81EB-9E7CC7B7E26A}" type="presParOf" srcId="{BCC7367A-F54B-4681-B722-806D62DB94DA}" destId="{8346D07E-6B1C-4015-A759-393DF1C14774}" srcOrd="0" destOrd="0" presId="urn:microsoft.com/office/officeart/2005/8/layout/hierarchy2"/>
    <dgm:cxn modelId="{2576703C-69BA-472B-A7C7-DADCF7FFC263}" type="presParOf" srcId="{AF15AC1E-9CFA-4712-8EA1-DAB831336F10}" destId="{4116F933-8FF6-44CA-BFCB-BCD3C2A61105}" srcOrd="1" destOrd="0" presId="urn:microsoft.com/office/officeart/2005/8/layout/hierarchy2"/>
    <dgm:cxn modelId="{CA5BBE93-E701-4CC5-B47B-94B49F02FE5E}" type="presParOf" srcId="{4116F933-8FF6-44CA-BFCB-BCD3C2A61105}" destId="{797D0C4D-5722-48EA-8042-1DBD0677C365}" srcOrd="0" destOrd="0" presId="urn:microsoft.com/office/officeart/2005/8/layout/hierarchy2"/>
    <dgm:cxn modelId="{6497F789-EBFC-40AC-B186-9B274EA5F738}" type="presParOf" srcId="{4116F933-8FF6-44CA-BFCB-BCD3C2A61105}" destId="{172A3EF0-57CC-4C92-9053-5B51D69DF6E5}" srcOrd="1" destOrd="0" presId="urn:microsoft.com/office/officeart/2005/8/layout/hierarchy2"/>
    <dgm:cxn modelId="{0D4FE79B-7641-4928-9C03-EDA6CF3CA7F6}" type="presParOf" srcId="{471F6180-F7AA-43BB-889F-07A60D9B53B0}" destId="{8511C718-DA61-4BA8-9157-B06E7C9DD4A3}" srcOrd="2" destOrd="0" presId="urn:microsoft.com/office/officeart/2005/8/layout/hierarchy2"/>
    <dgm:cxn modelId="{B8FD2FF6-F2C3-4438-88F5-C934AC62939A}" type="presParOf" srcId="{8511C718-DA61-4BA8-9157-B06E7C9DD4A3}" destId="{4F3083BC-531A-4CCD-9703-0E063DDD3B35}" srcOrd="0" destOrd="0" presId="urn:microsoft.com/office/officeart/2005/8/layout/hierarchy2"/>
    <dgm:cxn modelId="{B114FE1C-C5BB-4520-8E7E-BF8B0C083F56}" type="presParOf" srcId="{471F6180-F7AA-43BB-889F-07A60D9B53B0}" destId="{103A699C-CF16-4C22-A98F-0E4D91D55E25}" srcOrd="3" destOrd="0" presId="urn:microsoft.com/office/officeart/2005/8/layout/hierarchy2"/>
    <dgm:cxn modelId="{8B427E8B-224A-486B-8AEA-5381F6AEDD68}" type="presParOf" srcId="{103A699C-CF16-4C22-A98F-0E4D91D55E25}" destId="{61CAC789-6D0E-4D6F-944A-9239527EDF16}" srcOrd="0" destOrd="0" presId="urn:microsoft.com/office/officeart/2005/8/layout/hierarchy2"/>
    <dgm:cxn modelId="{2842320C-D3FB-4DA3-8C5C-18C099893A0E}" type="presParOf" srcId="{103A699C-CF16-4C22-A98F-0E4D91D55E25}" destId="{9B9BD600-3354-45BB-830A-9C27D8E55CB9}" srcOrd="1" destOrd="0" presId="urn:microsoft.com/office/officeart/2005/8/layout/hierarchy2"/>
    <dgm:cxn modelId="{40DF8242-9C4E-4A24-8556-931AF6D8DCCE}" type="presParOf" srcId="{9B9BD600-3354-45BB-830A-9C27D8E55CB9}" destId="{A40BCCCA-1518-491A-BA1F-65F6407049D3}" srcOrd="0" destOrd="0" presId="urn:microsoft.com/office/officeart/2005/8/layout/hierarchy2"/>
    <dgm:cxn modelId="{75CE66BF-E7C1-4D48-929E-558E21EC7AD1}" type="presParOf" srcId="{A40BCCCA-1518-491A-BA1F-65F6407049D3}" destId="{F1F58FDF-B445-4DF0-A2FD-F156FC2193DE}" srcOrd="0" destOrd="0" presId="urn:microsoft.com/office/officeart/2005/8/layout/hierarchy2"/>
    <dgm:cxn modelId="{C1001E9A-AF8F-4407-8D5C-BCD6B31A240D}" type="presParOf" srcId="{9B9BD600-3354-45BB-830A-9C27D8E55CB9}" destId="{D03ACC95-5177-4534-975D-10355E289E9B}" srcOrd="1" destOrd="0" presId="urn:microsoft.com/office/officeart/2005/8/layout/hierarchy2"/>
    <dgm:cxn modelId="{5454345D-B2C6-49F0-90CB-E19FF85F4939}" type="presParOf" srcId="{D03ACC95-5177-4534-975D-10355E289E9B}" destId="{17B840DE-2966-455B-9EF3-D2BCC6F49AC6}" srcOrd="0" destOrd="0" presId="urn:microsoft.com/office/officeart/2005/8/layout/hierarchy2"/>
    <dgm:cxn modelId="{5F2CF4CE-0B2C-47AD-B379-8A0AD61823D5}" type="presParOf" srcId="{D03ACC95-5177-4534-975D-10355E289E9B}" destId="{D780213D-2EB1-48EE-848A-D9BBC5127D2E}" srcOrd="1" destOrd="0" presId="urn:microsoft.com/office/officeart/2005/8/layout/hierarchy2"/>
    <dgm:cxn modelId="{F24CD6A9-3E35-4DFE-A9F4-597250B11BBB}" type="presParOf" srcId="{D780213D-2EB1-48EE-848A-D9BBC5127D2E}" destId="{D2A929F8-0A07-4353-9727-19BDB2CEF309}" srcOrd="0" destOrd="0" presId="urn:microsoft.com/office/officeart/2005/8/layout/hierarchy2"/>
    <dgm:cxn modelId="{6EB28303-B1B0-4628-ACD3-527132E35B82}" type="presParOf" srcId="{D2A929F8-0A07-4353-9727-19BDB2CEF309}" destId="{B89EADA7-6A37-4E0C-B70B-C6E5555B8D02}" srcOrd="0" destOrd="0" presId="urn:microsoft.com/office/officeart/2005/8/layout/hierarchy2"/>
    <dgm:cxn modelId="{5300AF01-80B3-4F72-80D7-BACE04B2192A}" type="presParOf" srcId="{D780213D-2EB1-48EE-848A-D9BBC5127D2E}" destId="{83DFCF5E-B759-408E-905E-7CC9AE9F9C10}" srcOrd="1" destOrd="0" presId="urn:microsoft.com/office/officeart/2005/8/layout/hierarchy2"/>
    <dgm:cxn modelId="{6A0D1E23-B4CF-429A-A0FA-909C33D4D83C}" type="presParOf" srcId="{83DFCF5E-B759-408E-905E-7CC9AE9F9C10}" destId="{E5F84641-E01D-4CA2-AD43-103AA95C5E87}" srcOrd="0" destOrd="0" presId="urn:microsoft.com/office/officeart/2005/8/layout/hierarchy2"/>
    <dgm:cxn modelId="{80A28289-78EB-4797-BB18-967F6870EA4C}" type="presParOf" srcId="{83DFCF5E-B759-408E-905E-7CC9AE9F9C10}" destId="{04F7F535-B98E-4E04-8505-B924CDF6F187}"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519028C-103C-4929-9554-912E7930D4D4}" type="doc">
      <dgm:prSet loTypeId="urn:microsoft.com/office/officeart/2016/7/layout/RepeatingBendingProcessNew" loCatId="process" qsTypeId="urn:microsoft.com/office/officeart/2005/8/quickstyle/simple2" qsCatId="simple" csTypeId="urn:microsoft.com/office/officeart/2005/8/colors/accent1_2" csCatId="accent1"/>
      <dgm:spPr/>
      <dgm:t>
        <a:bodyPr/>
        <a:lstStyle/>
        <a:p>
          <a:endParaRPr lang="en-US"/>
        </a:p>
      </dgm:t>
    </dgm:pt>
    <dgm:pt modelId="{D203BA38-DF4B-4BD1-8348-1CD0D667D00C}">
      <dgm:prSet/>
      <dgm:spPr/>
      <dgm:t>
        <a:bodyPr/>
        <a:lstStyle/>
        <a:p>
          <a:r>
            <a:rPr kumimoji="1" lang="ja-JP" b="0" i="0"/>
            <a:t>ネットワークのポート番号とは</a:t>
          </a:r>
          <a:r>
            <a:rPr kumimoji="1" lang="en-US" b="0" i="0"/>
            <a:t>1</a:t>
          </a:r>
          <a:r>
            <a:rPr kumimoji="1" lang="ja-JP" b="0" i="0"/>
            <a:t>つの</a:t>
          </a:r>
          <a:r>
            <a:rPr kumimoji="1" lang="en-US" b="0" i="0"/>
            <a:t>IP</a:t>
          </a:r>
          <a:r>
            <a:rPr kumimoji="1" lang="ja-JP" b="0" i="0"/>
            <a:t>アドレスでどのアプリやサービス宛てかを区別する為の番号です。</a:t>
          </a:r>
          <a:endParaRPr lang="en-US"/>
        </a:p>
      </dgm:t>
    </dgm:pt>
    <dgm:pt modelId="{3AEBDF2E-9790-4387-AA1F-EEE804085874}" type="parTrans" cxnId="{9253FD39-B13A-4136-8936-0F57D0EFCC2F}">
      <dgm:prSet/>
      <dgm:spPr/>
      <dgm:t>
        <a:bodyPr/>
        <a:lstStyle/>
        <a:p>
          <a:endParaRPr lang="en-US"/>
        </a:p>
      </dgm:t>
    </dgm:pt>
    <dgm:pt modelId="{EF841CBA-3B36-4569-897D-1493B919E41A}" type="sibTrans" cxnId="{9253FD39-B13A-4136-8936-0F57D0EFCC2F}">
      <dgm:prSet/>
      <dgm:spPr/>
      <dgm:t>
        <a:bodyPr/>
        <a:lstStyle/>
        <a:p>
          <a:endParaRPr lang="en-US"/>
        </a:p>
      </dgm:t>
    </dgm:pt>
    <dgm:pt modelId="{05F87DF3-DF1E-4FA5-82AC-7376DCDFCBD8}">
      <dgm:prSet/>
      <dgm:spPr/>
      <dgm:t>
        <a:bodyPr/>
        <a:lstStyle/>
        <a:p>
          <a:r>
            <a:rPr kumimoji="1" lang="ja-JP" b="0" i="0"/>
            <a:t>よくある例えとして集合住宅の部屋番号があげられます。</a:t>
          </a:r>
          <a:endParaRPr lang="en-US"/>
        </a:p>
      </dgm:t>
    </dgm:pt>
    <dgm:pt modelId="{4DDDAAF0-3266-46F9-A630-73D8068401AD}" type="parTrans" cxnId="{D3AA06A6-B024-4C41-809E-71EDDC1B213E}">
      <dgm:prSet/>
      <dgm:spPr/>
      <dgm:t>
        <a:bodyPr/>
        <a:lstStyle/>
        <a:p>
          <a:endParaRPr lang="en-US"/>
        </a:p>
      </dgm:t>
    </dgm:pt>
    <dgm:pt modelId="{00FFB8A7-6EC4-443E-A3B3-DD4BB05BE703}" type="sibTrans" cxnId="{D3AA06A6-B024-4C41-809E-71EDDC1B213E}">
      <dgm:prSet/>
      <dgm:spPr/>
      <dgm:t>
        <a:bodyPr/>
        <a:lstStyle/>
        <a:p>
          <a:endParaRPr lang="en-US"/>
        </a:p>
      </dgm:t>
    </dgm:pt>
    <dgm:pt modelId="{8848EB97-EE83-4D3D-B259-96D7FD35C2DB}">
      <dgm:prSet/>
      <dgm:spPr/>
      <dgm:t>
        <a:bodyPr/>
        <a:lstStyle/>
        <a:p>
          <a:r>
            <a:rPr kumimoji="1" lang="ja-JP" b="0" i="0"/>
            <a:t>同じ建物</a:t>
          </a:r>
          <a:r>
            <a:rPr kumimoji="1" lang="en-US" b="0" i="0"/>
            <a:t>(IP</a:t>
          </a:r>
          <a:r>
            <a:rPr kumimoji="1" lang="ja-JP" b="0" i="0"/>
            <a:t>アドレス</a:t>
          </a:r>
          <a:r>
            <a:rPr kumimoji="1" lang="en-US" b="0" i="0"/>
            <a:t>)</a:t>
          </a:r>
          <a:r>
            <a:rPr kumimoji="1" lang="ja-JP" b="0" i="0"/>
            <a:t>でも</a:t>
          </a:r>
          <a:r>
            <a:rPr kumimoji="1" lang="en-US" b="0" i="0"/>
            <a:t>101</a:t>
          </a:r>
          <a:r>
            <a:rPr kumimoji="1" lang="ja-JP" b="0" i="0"/>
            <a:t>号は</a:t>
          </a:r>
          <a:r>
            <a:rPr kumimoji="1" lang="en-US" b="0" i="0"/>
            <a:t>Web</a:t>
          </a:r>
          <a:r>
            <a:rPr kumimoji="1" lang="ja-JP" b="0" i="0"/>
            <a:t>サイト閲覧、</a:t>
          </a:r>
          <a:r>
            <a:rPr kumimoji="1" lang="en-US" b="0" i="0"/>
            <a:t>102</a:t>
          </a:r>
          <a:r>
            <a:rPr kumimoji="1" lang="ja-JP" b="0" i="0"/>
            <a:t>号室はリモート操作というようにポート番号を使う事でどのアプリに通信をしたいのかを指定することが可能です。</a:t>
          </a:r>
          <a:endParaRPr lang="en-US"/>
        </a:p>
      </dgm:t>
    </dgm:pt>
    <dgm:pt modelId="{0E36B0A2-6317-456E-B322-41A3A2BEB65A}" type="parTrans" cxnId="{F5D3E70C-4D22-4EA2-A067-5F26C32A630C}">
      <dgm:prSet/>
      <dgm:spPr/>
      <dgm:t>
        <a:bodyPr/>
        <a:lstStyle/>
        <a:p>
          <a:endParaRPr lang="en-US"/>
        </a:p>
      </dgm:t>
    </dgm:pt>
    <dgm:pt modelId="{1C1956B9-F3F4-4938-8CEB-2F0E63018625}" type="sibTrans" cxnId="{F5D3E70C-4D22-4EA2-A067-5F26C32A630C}">
      <dgm:prSet/>
      <dgm:spPr/>
      <dgm:t>
        <a:bodyPr/>
        <a:lstStyle/>
        <a:p>
          <a:endParaRPr lang="en-US"/>
        </a:p>
      </dgm:t>
    </dgm:pt>
    <dgm:pt modelId="{2A99DEE2-FBE1-4538-A10A-E761A2263194}">
      <dgm:prSet/>
      <dgm:spPr/>
      <dgm:t>
        <a:bodyPr/>
        <a:lstStyle/>
        <a:p>
          <a:r>
            <a:rPr kumimoji="1" lang="ja-JP" b="0" i="0"/>
            <a:t>ポート番号は</a:t>
          </a:r>
          <a:r>
            <a:rPr kumimoji="1" lang="en-US" b="0" i="0"/>
            <a:t>0</a:t>
          </a:r>
          <a:r>
            <a:rPr kumimoji="1" lang="ja-JP" b="0" i="0"/>
            <a:t>番から</a:t>
          </a:r>
          <a:r>
            <a:rPr kumimoji="1" lang="en-US" b="0" i="0"/>
            <a:t>65535</a:t>
          </a:r>
          <a:r>
            <a:rPr kumimoji="1" lang="ja-JP" b="0" i="0"/>
            <a:t>番まであり用途や管理の仕方でウェルノウンポート、登録済みポート、プライベートポートに分けられます。</a:t>
          </a:r>
          <a:endParaRPr lang="en-US"/>
        </a:p>
      </dgm:t>
    </dgm:pt>
    <dgm:pt modelId="{B778626A-9E9F-40F5-B3B6-731FB0DB3263}" type="parTrans" cxnId="{19FF0F6E-27F8-4C64-85F6-674371C9E459}">
      <dgm:prSet/>
      <dgm:spPr/>
      <dgm:t>
        <a:bodyPr/>
        <a:lstStyle/>
        <a:p>
          <a:endParaRPr lang="en-US"/>
        </a:p>
      </dgm:t>
    </dgm:pt>
    <dgm:pt modelId="{12BCB8BA-4742-4C7E-9B8D-FCC3667C3FB8}" type="sibTrans" cxnId="{19FF0F6E-27F8-4C64-85F6-674371C9E459}">
      <dgm:prSet/>
      <dgm:spPr/>
      <dgm:t>
        <a:bodyPr/>
        <a:lstStyle/>
        <a:p>
          <a:endParaRPr lang="en-US"/>
        </a:p>
      </dgm:t>
    </dgm:pt>
    <dgm:pt modelId="{2E5CD706-E0C4-4C9C-B6E7-737AE3C3C648}">
      <dgm:prSet/>
      <dgm:spPr/>
      <dgm:t>
        <a:bodyPr/>
        <a:lstStyle/>
        <a:p>
          <a:r>
            <a:rPr kumimoji="1" lang="ja-JP" b="0" i="0"/>
            <a:t>ウェルノウンポート</a:t>
          </a:r>
          <a:r>
            <a:rPr kumimoji="1" lang="en-US" b="0" i="0"/>
            <a:t>:0-1023</a:t>
          </a:r>
          <a:r>
            <a:rPr kumimoji="1" lang="ja-JP" b="0" i="0"/>
            <a:t>　特定のサービスやアプリケーションに標準的に割り当てられいるポートです。</a:t>
          </a:r>
          <a:br>
            <a:rPr kumimoji="1" lang="en-US" b="0" i="0"/>
          </a:br>
          <a:r>
            <a:rPr kumimoji="1" lang="ja-JP" b="0" i="0"/>
            <a:t>使用者はユーザーです。</a:t>
          </a:r>
          <a:endParaRPr lang="en-US"/>
        </a:p>
      </dgm:t>
    </dgm:pt>
    <dgm:pt modelId="{BC6DC390-C9A5-4CEA-B596-52DB448D7F0B}" type="parTrans" cxnId="{77657BA1-B0CC-4F41-85DE-873D925BAFA4}">
      <dgm:prSet/>
      <dgm:spPr/>
      <dgm:t>
        <a:bodyPr/>
        <a:lstStyle/>
        <a:p>
          <a:endParaRPr lang="en-US"/>
        </a:p>
      </dgm:t>
    </dgm:pt>
    <dgm:pt modelId="{2ABA39AD-CFF1-483E-85A5-2E1034E40604}" type="sibTrans" cxnId="{77657BA1-B0CC-4F41-85DE-873D925BAFA4}">
      <dgm:prSet/>
      <dgm:spPr/>
      <dgm:t>
        <a:bodyPr/>
        <a:lstStyle/>
        <a:p>
          <a:endParaRPr lang="en-US"/>
        </a:p>
      </dgm:t>
    </dgm:pt>
    <dgm:pt modelId="{E35A82AD-1DA6-4E30-81EE-62EB179DECF4}">
      <dgm:prSet/>
      <dgm:spPr/>
      <dgm:t>
        <a:bodyPr/>
        <a:lstStyle/>
        <a:p>
          <a:r>
            <a:rPr kumimoji="1" lang="ja-JP" b="0" i="0"/>
            <a:t>登録済みポート</a:t>
          </a:r>
          <a:r>
            <a:rPr kumimoji="1" lang="en-US" b="0" i="0"/>
            <a:t>:1024-49151 </a:t>
          </a:r>
          <a:r>
            <a:rPr kumimoji="1" lang="ja-JP" b="0" i="0"/>
            <a:t>特定のアプリケーションやサービス向けに登録されているポートです。</a:t>
          </a:r>
          <a:br>
            <a:rPr kumimoji="1" lang="en-US" b="0" i="0"/>
          </a:br>
          <a:r>
            <a:rPr kumimoji="1" lang="ja-JP" b="0" i="0"/>
            <a:t>使用者はソフトウェアです。</a:t>
          </a:r>
          <a:endParaRPr lang="en-US"/>
        </a:p>
      </dgm:t>
    </dgm:pt>
    <dgm:pt modelId="{588E380E-B3AD-4896-932F-919B2C895958}" type="parTrans" cxnId="{CCEC5AF5-0ABD-4D5A-8C4B-63281BF7EC4D}">
      <dgm:prSet/>
      <dgm:spPr/>
      <dgm:t>
        <a:bodyPr/>
        <a:lstStyle/>
        <a:p>
          <a:endParaRPr lang="en-US"/>
        </a:p>
      </dgm:t>
    </dgm:pt>
    <dgm:pt modelId="{157EE551-CF3D-4766-BF13-56DBC8B43D71}" type="sibTrans" cxnId="{CCEC5AF5-0ABD-4D5A-8C4B-63281BF7EC4D}">
      <dgm:prSet/>
      <dgm:spPr/>
      <dgm:t>
        <a:bodyPr/>
        <a:lstStyle/>
        <a:p>
          <a:endParaRPr lang="en-US"/>
        </a:p>
      </dgm:t>
    </dgm:pt>
    <dgm:pt modelId="{0B1681B2-E4F3-4407-81FA-7AA87557C7D1}">
      <dgm:prSet/>
      <dgm:spPr/>
      <dgm:t>
        <a:bodyPr/>
        <a:lstStyle/>
        <a:p>
          <a:r>
            <a:rPr kumimoji="1" lang="ja-JP" b="0" i="0"/>
            <a:t>プライベートポート</a:t>
          </a:r>
          <a:r>
            <a:rPr kumimoji="1" lang="en-US" b="0" i="0"/>
            <a:t>:49152-65535 </a:t>
          </a:r>
          <a:r>
            <a:rPr kumimoji="1" lang="ja-JP" b="0" i="0"/>
            <a:t>クライアントが一時的に接続するときに自動で割り当てられるポートです。</a:t>
          </a:r>
          <a:endParaRPr lang="en-US"/>
        </a:p>
      </dgm:t>
    </dgm:pt>
    <dgm:pt modelId="{9693D24B-FC3D-4F49-92C6-A099AFAA89F9}" type="parTrans" cxnId="{073351F4-F252-4724-8EE1-723B78D7B969}">
      <dgm:prSet/>
      <dgm:spPr/>
      <dgm:t>
        <a:bodyPr/>
        <a:lstStyle/>
        <a:p>
          <a:endParaRPr lang="en-US"/>
        </a:p>
      </dgm:t>
    </dgm:pt>
    <dgm:pt modelId="{3E56E8D9-0831-49BA-906F-C939755F7245}" type="sibTrans" cxnId="{073351F4-F252-4724-8EE1-723B78D7B969}">
      <dgm:prSet/>
      <dgm:spPr/>
      <dgm:t>
        <a:bodyPr/>
        <a:lstStyle/>
        <a:p>
          <a:endParaRPr lang="en-US"/>
        </a:p>
      </dgm:t>
    </dgm:pt>
    <dgm:pt modelId="{86362761-4DEC-423A-B7FA-705BE6544934}" type="pres">
      <dgm:prSet presAssocID="{1519028C-103C-4929-9554-912E7930D4D4}" presName="Name0" presStyleCnt="0">
        <dgm:presLayoutVars>
          <dgm:dir/>
          <dgm:resizeHandles val="exact"/>
        </dgm:presLayoutVars>
      </dgm:prSet>
      <dgm:spPr/>
    </dgm:pt>
    <dgm:pt modelId="{C3DC9D57-126B-42AE-8A99-B7F907E02B3B}" type="pres">
      <dgm:prSet presAssocID="{D203BA38-DF4B-4BD1-8348-1CD0D667D00C}" presName="node" presStyleLbl="node1" presStyleIdx="0" presStyleCnt="7">
        <dgm:presLayoutVars>
          <dgm:bulletEnabled val="1"/>
        </dgm:presLayoutVars>
      </dgm:prSet>
      <dgm:spPr/>
    </dgm:pt>
    <dgm:pt modelId="{A4FA2A62-A0D0-4E66-B0D7-005CBCE9BC5C}" type="pres">
      <dgm:prSet presAssocID="{EF841CBA-3B36-4569-897D-1493B919E41A}" presName="sibTrans" presStyleLbl="sibTrans1D1" presStyleIdx="0" presStyleCnt="6"/>
      <dgm:spPr/>
    </dgm:pt>
    <dgm:pt modelId="{B653C71D-963A-4137-BD05-CDC8A59501FB}" type="pres">
      <dgm:prSet presAssocID="{EF841CBA-3B36-4569-897D-1493B919E41A}" presName="connectorText" presStyleLbl="sibTrans1D1" presStyleIdx="0" presStyleCnt="6"/>
      <dgm:spPr/>
    </dgm:pt>
    <dgm:pt modelId="{0E8B83FD-CFED-45FA-A200-47F41804F110}" type="pres">
      <dgm:prSet presAssocID="{05F87DF3-DF1E-4FA5-82AC-7376DCDFCBD8}" presName="node" presStyleLbl="node1" presStyleIdx="1" presStyleCnt="7">
        <dgm:presLayoutVars>
          <dgm:bulletEnabled val="1"/>
        </dgm:presLayoutVars>
      </dgm:prSet>
      <dgm:spPr/>
    </dgm:pt>
    <dgm:pt modelId="{E1A537FA-8DE4-43D2-BF2E-AB4EC8DBC063}" type="pres">
      <dgm:prSet presAssocID="{00FFB8A7-6EC4-443E-A3B3-DD4BB05BE703}" presName="sibTrans" presStyleLbl="sibTrans1D1" presStyleIdx="1" presStyleCnt="6"/>
      <dgm:spPr/>
    </dgm:pt>
    <dgm:pt modelId="{AEEAB833-0563-4C6A-A022-758A93A386B7}" type="pres">
      <dgm:prSet presAssocID="{00FFB8A7-6EC4-443E-A3B3-DD4BB05BE703}" presName="connectorText" presStyleLbl="sibTrans1D1" presStyleIdx="1" presStyleCnt="6"/>
      <dgm:spPr/>
    </dgm:pt>
    <dgm:pt modelId="{E83E4398-85CC-43C1-8A9A-2D13DEB41404}" type="pres">
      <dgm:prSet presAssocID="{8848EB97-EE83-4D3D-B259-96D7FD35C2DB}" presName="node" presStyleLbl="node1" presStyleIdx="2" presStyleCnt="7">
        <dgm:presLayoutVars>
          <dgm:bulletEnabled val="1"/>
        </dgm:presLayoutVars>
      </dgm:prSet>
      <dgm:spPr/>
    </dgm:pt>
    <dgm:pt modelId="{E222ACD4-3E2C-4872-A5D1-8AE72DD26E55}" type="pres">
      <dgm:prSet presAssocID="{1C1956B9-F3F4-4938-8CEB-2F0E63018625}" presName="sibTrans" presStyleLbl="sibTrans1D1" presStyleIdx="2" presStyleCnt="6"/>
      <dgm:spPr/>
    </dgm:pt>
    <dgm:pt modelId="{41D7F4B9-2552-45CE-A497-176D2BDA1475}" type="pres">
      <dgm:prSet presAssocID="{1C1956B9-F3F4-4938-8CEB-2F0E63018625}" presName="connectorText" presStyleLbl="sibTrans1D1" presStyleIdx="2" presStyleCnt="6"/>
      <dgm:spPr/>
    </dgm:pt>
    <dgm:pt modelId="{04918620-C9B7-4F40-9E32-B2502D74915A}" type="pres">
      <dgm:prSet presAssocID="{2A99DEE2-FBE1-4538-A10A-E761A2263194}" presName="node" presStyleLbl="node1" presStyleIdx="3" presStyleCnt="7">
        <dgm:presLayoutVars>
          <dgm:bulletEnabled val="1"/>
        </dgm:presLayoutVars>
      </dgm:prSet>
      <dgm:spPr/>
    </dgm:pt>
    <dgm:pt modelId="{5FB088BF-F08A-4903-8F35-E7F5C119F83A}" type="pres">
      <dgm:prSet presAssocID="{12BCB8BA-4742-4C7E-9B8D-FCC3667C3FB8}" presName="sibTrans" presStyleLbl="sibTrans1D1" presStyleIdx="3" presStyleCnt="6"/>
      <dgm:spPr/>
    </dgm:pt>
    <dgm:pt modelId="{EA22664C-F39A-4CB1-9995-C85630C348D3}" type="pres">
      <dgm:prSet presAssocID="{12BCB8BA-4742-4C7E-9B8D-FCC3667C3FB8}" presName="connectorText" presStyleLbl="sibTrans1D1" presStyleIdx="3" presStyleCnt="6"/>
      <dgm:spPr/>
    </dgm:pt>
    <dgm:pt modelId="{E94BDC13-5C87-41A3-B340-74C4C9D8EC57}" type="pres">
      <dgm:prSet presAssocID="{2E5CD706-E0C4-4C9C-B6E7-737AE3C3C648}" presName="node" presStyleLbl="node1" presStyleIdx="4" presStyleCnt="7">
        <dgm:presLayoutVars>
          <dgm:bulletEnabled val="1"/>
        </dgm:presLayoutVars>
      </dgm:prSet>
      <dgm:spPr/>
    </dgm:pt>
    <dgm:pt modelId="{CFBACBEE-68AF-4865-9680-3E059E7FEAFD}" type="pres">
      <dgm:prSet presAssocID="{2ABA39AD-CFF1-483E-85A5-2E1034E40604}" presName="sibTrans" presStyleLbl="sibTrans1D1" presStyleIdx="4" presStyleCnt="6"/>
      <dgm:spPr/>
    </dgm:pt>
    <dgm:pt modelId="{30B59166-9F4B-4C14-B75D-5EF61144ACBF}" type="pres">
      <dgm:prSet presAssocID="{2ABA39AD-CFF1-483E-85A5-2E1034E40604}" presName="connectorText" presStyleLbl="sibTrans1D1" presStyleIdx="4" presStyleCnt="6"/>
      <dgm:spPr/>
    </dgm:pt>
    <dgm:pt modelId="{DD84B2BC-DAAB-4FC4-9B6B-20A91E7B54D7}" type="pres">
      <dgm:prSet presAssocID="{E35A82AD-1DA6-4E30-81EE-62EB179DECF4}" presName="node" presStyleLbl="node1" presStyleIdx="5" presStyleCnt="7">
        <dgm:presLayoutVars>
          <dgm:bulletEnabled val="1"/>
        </dgm:presLayoutVars>
      </dgm:prSet>
      <dgm:spPr/>
    </dgm:pt>
    <dgm:pt modelId="{93E6CC07-A488-46E2-8F95-04C1A46BD2B2}" type="pres">
      <dgm:prSet presAssocID="{157EE551-CF3D-4766-BF13-56DBC8B43D71}" presName="sibTrans" presStyleLbl="sibTrans1D1" presStyleIdx="5" presStyleCnt="6"/>
      <dgm:spPr/>
    </dgm:pt>
    <dgm:pt modelId="{C4549E61-787E-4D11-9CEA-CACA2F0877C0}" type="pres">
      <dgm:prSet presAssocID="{157EE551-CF3D-4766-BF13-56DBC8B43D71}" presName="connectorText" presStyleLbl="sibTrans1D1" presStyleIdx="5" presStyleCnt="6"/>
      <dgm:spPr/>
    </dgm:pt>
    <dgm:pt modelId="{108D30BE-C2F4-4E4F-A223-F4510176AA36}" type="pres">
      <dgm:prSet presAssocID="{0B1681B2-E4F3-4407-81FA-7AA87557C7D1}" presName="node" presStyleLbl="node1" presStyleIdx="6" presStyleCnt="7">
        <dgm:presLayoutVars>
          <dgm:bulletEnabled val="1"/>
        </dgm:presLayoutVars>
      </dgm:prSet>
      <dgm:spPr/>
    </dgm:pt>
  </dgm:ptLst>
  <dgm:cxnLst>
    <dgm:cxn modelId="{7B197D00-80CD-4F7D-AAA9-CD62BE8B60BB}" type="presOf" srcId="{157EE551-CF3D-4766-BF13-56DBC8B43D71}" destId="{93E6CC07-A488-46E2-8F95-04C1A46BD2B2}" srcOrd="0" destOrd="0" presId="urn:microsoft.com/office/officeart/2016/7/layout/RepeatingBendingProcessNew"/>
    <dgm:cxn modelId="{F5D3E70C-4D22-4EA2-A067-5F26C32A630C}" srcId="{1519028C-103C-4929-9554-912E7930D4D4}" destId="{8848EB97-EE83-4D3D-B259-96D7FD35C2DB}" srcOrd="2" destOrd="0" parTransId="{0E36B0A2-6317-456E-B322-41A3A2BEB65A}" sibTransId="{1C1956B9-F3F4-4938-8CEB-2F0E63018625}"/>
    <dgm:cxn modelId="{1D6AA61B-5341-4696-B84C-1EC93B38CE3E}" type="presOf" srcId="{E35A82AD-1DA6-4E30-81EE-62EB179DECF4}" destId="{DD84B2BC-DAAB-4FC4-9B6B-20A91E7B54D7}" srcOrd="0" destOrd="0" presId="urn:microsoft.com/office/officeart/2016/7/layout/RepeatingBendingProcessNew"/>
    <dgm:cxn modelId="{CAF6C325-A270-40C9-A92E-433CBEEF812D}" type="presOf" srcId="{12BCB8BA-4742-4C7E-9B8D-FCC3667C3FB8}" destId="{5FB088BF-F08A-4903-8F35-E7F5C119F83A}" srcOrd="0" destOrd="0" presId="urn:microsoft.com/office/officeart/2016/7/layout/RepeatingBendingProcessNew"/>
    <dgm:cxn modelId="{5D2C1035-56F2-4A71-BC1D-84F0B50AEC95}" type="presOf" srcId="{8848EB97-EE83-4D3D-B259-96D7FD35C2DB}" destId="{E83E4398-85CC-43C1-8A9A-2D13DEB41404}" srcOrd="0" destOrd="0" presId="urn:microsoft.com/office/officeart/2016/7/layout/RepeatingBendingProcessNew"/>
    <dgm:cxn modelId="{9253FD39-B13A-4136-8936-0F57D0EFCC2F}" srcId="{1519028C-103C-4929-9554-912E7930D4D4}" destId="{D203BA38-DF4B-4BD1-8348-1CD0D667D00C}" srcOrd="0" destOrd="0" parTransId="{3AEBDF2E-9790-4387-AA1F-EEE804085874}" sibTransId="{EF841CBA-3B36-4569-897D-1493B919E41A}"/>
    <dgm:cxn modelId="{FCDF3342-D26A-4BC6-92D4-CF98DB0B947E}" type="presOf" srcId="{EF841CBA-3B36-4569-897D-1493B919E41A}" destId="{A4FA2A62-A0D0-4E66-B0D7-005CBCE9BC5C}" srcOrd="0" destOrd="0" presId="urn:microsoft.com/office/officeart/2016/7/layout/RepeatingBendingProcessNew"/>
    <dgm:cxn modelId="{115BCD46-DB9E-49C8-A10B-D342A2BC3DB1}" type="presOf" srcId="{0B1681B2-E4F3-4407-81FA-7AA87557C7D1}" destId="{108D30BE-C2F4-4E4F-A223-F4510176AA36}" srcOrd="0" destOrd="0" presId="urn:microsoft.com/office/officeart/2016/7/layout/RepeatingBendingProcessNew"/>
    <dgm:cxn modelId="{66F4E566-547F-4BEB-8ACD-E6F06AC2D5F5}" type="presOf" srcId="{EF841CBA-3B36-4569-897D-1493B919E41A}" destId="{B653C71D-963A-4137-BD05-CDC8A59501FB}" srcOrd="1" destOrd="0" presId="urn:microsoft.com/office/officeart/2016/7/layout/RepeatingBendingProcessNew"/>
    <dgm:cxn modelId="{FB4B3B67-0A21-4B84-ACC8-A2448A2CF57D}" type="presOf" srcId="{2A99DEE2-FBE1-4538-A10A-E761A2263194}" destId="{04918620-C9B7-4F40-9E32-B2502D74915A}" srcOrd="0" destOrd="0" presId="urn:microsoft.com/office/officeart/2016/7/layout/RepeatingBendingProcessNew"/>
    <dgm:cxn modelId="{19FF0F6E-27F8-4C64-85F6-674371C9E459}" srcId="{1519028C-103C-4929-9554-912E7930D4D4}" destId="{2A99DEE2-FBE1-4538-A10A-E761A2263194}" srcOrd="3" destOrd="0" parTransId="{B778626A-9E9F-40F5-B3B6-731FB0DB3263}" sibTransId="{12BCB8BA-4742-4C7E-9B8D-FCC3667C3FB8}"/>
    <dgm:cxn modelId="{D1469E78-4C40-4709-BA24-BA2EF8C615B6}" type="presOf" srcId="{2E5CD706-E0C4-4C9C-B6E7-737AE3C3C648}" destId="{E94BDC13-5C87-41A3-B340-74C4C9D8EC57}" srcOrd="0" destOrd="0" presId="urn:microsoft.com/office/officeart/2016/7/layout/RepeatingBendingProcessNew"/>
    <dgm:cxn modelId="{54D6937F-8B42-4346-A90B-3C1E4185D671}" type="presOf" srcId="{157EE551-CF3D-4766-BF13-56DBC8B43D71}" destId="{C4549E61-787E-4D11-9CEA-CACA2F0877C0}" srcOrd="1" destOrd="0" presId="urn:microsoft.com/office/officeart/2016/7/layout/RepeatingBendingProcessNew"/>
    <dgm:cxn modelId="{69AE9C84-2E80-42E5-A369-2F04ACC606C3}" type="presOf" srcId="{2ABA39AD-CFF1-483E-85A5-2E1034E40604}" destId="{30B59166-9F4B-4C14-B75D-5EF61144ACBF}" srcOrd="1" destOrd="0" presId="urn:microsoft.com/office/officeart/2016/7/layout/RepeatingBendingProcessNew"/>
    <dgm:cxn modelId="{77657BA1-B0CC-4F41-85DE-873D925BAFA4}" srcId="{1519028C-103C-4929-9554-912E7930D4D4}" destId="{2E5CD706-E0C4-4C9C-B6E7-737AE3C3C648}" srcOrd="4" destOrd="0" parTransId="{BC6DC390-C9A5-4CEA-B596-52DB448D7F0B}" sibTransId="{2ABA39AD-CFF1-483E-85A5-2E1034E40604}"/>
    <dgm:cxn modelId="{D3AA06A6-B024-4C41-809E-71EDDC1B213E}" srcId="{1519028C-103C-4929-9554-912E7930D4D4}" destId="{05F87DF3-DF1E-4FA5-82AC-7376DCDFCBD8}" srcOrd="1" destOrd="0" parTransId="{4DDDAAF0-3266-46F9-A630-73D8068401AD}" sibTransId="{00FFB8A7-6EC4-443E-A3B3-DD4BB05BE703}"/>
    <dgm:cxn modelId="{0FD727A9-6CE8-4BA7-B723-059C0E0297A4}" type="presOf" srcId="{1C1956B9-F3F4-4938-8CEB-2F0E63018625}" destId="{E222ACD4-3E2C-4872-A5D1-8AE72DD26E55}" srcOrd="0" destOrd="0" presId="urn:microsoft.com/office/officeart/2016/7/layout/RepeatingBendingProcessNew"/>
    <dgm:cxn modelId="{E8945DB9-C8B8-47AE-965C-51AA7AD07406}" type="presOf" srcId="{00FFB8A7-6EC4-443E-A3B3-DD4BB05BE703}" destId="{AEEAB833-0563-4C6A-A022-758A93A386B7}" srcOrd="1" destOrd="0" presId="urn:microsoft.com/office/officeart/2016/7/layout/RepeatingBendingProcessNew"/>
    <dgm:cxn modelId="{64F8B7B9-4832-4957-837D-E43074928089}" type="presOf" srcId="{12BCB8BA-4742-4C7E-9B8D-FCC3667C3FB8}" destId="{EA22664C-F39A-4CB1-9995-C85630C348D3}" srcOrd="1" destOrd="0" presId="urn:microsoft.com/office/officeart/2016/7/layout/RepeatingBendingProcessNew"/>
    <dgm:cxn modelId="{70000EBA-BDA1-4246-9885-59661993393B}" type="presOf" srcId="{D203BA38-DF4B-4BD1-8348-1CD0D667D00C}" destId="{C3DC9D57-126B-42AE-8A99-B7F907E02B3B}" srcOrd="0" destOrd="0" presId="urn:microsoft.com/office/officeart/2016/7/layout/RepeatingBendingProcessNew"/>
    <dgm:cxn modelId="{3D6ADBBC-6056-4F19-80F7-39B14E190E28}" type="presOf" srcId="{1519028C-103C-4929-9554-912E7930D4D4}" destId="{86362761-4DEC-423A-B7FA-705BE6544934}" srcOrd="0" destOrd="0" presId="urn:microsoft.com/office/officeart/2016/7/layout/RepeatingBendingProcessNew"/>
    <dgm:cxn modelId="{230D7CC9-E975-40C2-AB1C-08E5B8803269}" type="presOf" srcId="{1C1956B9-F3F4-4938-8CEB-2F0E63018625}" destId="{41D7F4B9-2552-45CE-A497-176D2BDA1475}" srcOrd="1" destOrd="0" presId="urn:microsoft.com/office/officeart/2016/7/layout/RepeatingBendingProcessNew"/>
    <dgm:cxn modelId="{6B02AEE0-A921-40B9-9A19-5F280199B5D4}" type="presOf" srcId="{05F87DF3-DF1E-4FA5-82AC-7376DCDFCBD8}" destId="{0E8B83FD-CFED-45FA-A200-47F41804F110}" srcOrd="0" destOrd="0" presId="urn:microsoft.com/office/officeart/2016/7/layout/RepeatingBendingProcessNew"/>
    <dgm:cxn modelId="{C4C2F0F2-D4DD-4742-9589-51E0A8AB698A}" type="presOf" srcId="{2ABA39AD-CFF1-483E-85A5-2E1034E40604}" destId="{CFBACBEE-68AF-4865-9680-3E059E7FEAFD}" srcOrd="0" destOrd="0" presId="urn:microsoft.com/office/officeart/2016/7/layout/RepeatingBendingProcessNew"/>
    <dgm:cxn modelId="{90C3A4F3-A638-405B-9630-4DDC346DD196}" type="presOf" srcId="{00FFB8A7-6EC4-443E-A3B3-DD4BB05BE703}" destId="{E1A537FA-8DE4-43D2-BF2E-AB4EC8DBC063}" srcOrd="0" destOrd="0" presId="urn:microsoft.com/office/officeart/2016/7/layout/RepeatingBendingProcessNew"/>
    <dgm:cxn modelId="{073351F4-F252-4724-8EE1-723B78D7B969}" srcId="{1519028C-103C-4929-9554-912E7930D4D4}" destId="{0B1681B2-E4F3-4407-81FA-7AA87557C7D1}" srcOrd="6" destOrd="0" parTransId="{9693D24B-FC3D-4F49-92C6-A099AFAA89F9}" sibTransId="{3E56E8D9-0831-49BA-906F-C939755F7245}"/>
    <dgm:cxn modelId="{CCEC5AF5-0ABD-4D5A-8C4B-63281BF7EC4D}" srcId="{1519028C-103C-4929-9554-912E7930D4D4}" destId="{E35A82AD-1DA6-4E30-81EE-62EB179DECF4}" srcOrd="5" destOrd="0" parTransId="{588E380E-B3AD-4896-932F-919B2C895958}" sibTransId="{157EE551-CF3D-4766-BF13-56DBC8B43D71}"/>
    <dgm:cxn modelId="{96527F33-7552-4478-8977-7DF3F575CEA4}" type="presParOf" srcId="{86362761-4DEC-423A-B7FA-705BE6544934}" destId="{C3DC9D57-126B-42AE-8A99-B7F907E02B3B}" srcOrd="0" destOrd="0" presId="urn:microsoft.com/office/officeart/2016/7/layout/RepeatingBendingProcessNew"/>
    <dgm:cxn modelId="{AD7D5069-9FEC-4CEF-9309-3E6518E7FA91}" type="presParOf" srcId="{86362761-4DEC-423A-B7FA-705BE6544934}" destId="{A4FA2A62-A0D0-4E66-B0D7-005CBCE9BC5C}" srcOrd="1" destOrd="0" presId="urn:microsoft.com/office/officeart/2016/7/layout/RepeatingBendingProcessNew"/>
    <dgm:cxn modelId="{211B60B1-427B-4B13-A23F-123C745E6F87}" type="presParOf" srcId="{A4FA2A62-A0D0-4E66-B0D7-005CBCE9BC5C}" destId="{B653C71D-963A-4137-BD05-CDC8A59501FB}" srcOrd="0" destOrd="0" presId="urn:microsoft.com/office/officeart/2016/7/layout/RepeatingBendingProcessNew"/>
    <dgm:cxn modelId="{B8957E6D-0294-429A-B8AD-A822A511F943}" type="presParOf" srcId="{86362761-4DEC-423A-B7FA-705BE6544934}" destId="{0E8B83FD-CFED-45FA-A200-47F41804F110}" srcOrd="2" destOrd="0" presId="urn:microsoft.com/office/officeart/2016/7/layout/RepeatingBendingProcessNew"/>
    <dgm:cxn modelId="{5F5709B9-66B3-4D93-8265-8BB660B850E7}" type="presParOf" srcId="{86362761-4DEC-423A-B7FA-705BE6544934}" destId="{E1A537FA-8DE4-43D2-BF2E-AB4EC8DBC063}" srcOrd="3" destOrd="0" presId="urn:microsoft.com/office/officeart/2016/7/layout/RepeatingBendingProcessNew"/>
    <dgm:cxn modelId="{C3C77AD9-B478-4104-8FAE-49C492D5203D}" type="presParOf" srcId="{E1A537FA-8DE4-43D2-BF2E-AB4EC8DBC063}" destId="{AEEAB833-0563-4C6A-A022-758A93A386B7}" srcOrd="0" destOrd="0" presId="urn:microsoft.com/office/officeart/2016/7/layout/RepeatingBendingProcessNew"/>
    <dgm:cxn modelId="{693F8DE2-572F-4DF8-8201-126321BF0698}" type="presParOf" srcId="{86362761-4DEC-423A-B7FA-705BE6544934}" destId="{E83E4398-85CC-43C1-8A9A-2D13DEB41404}" srcOrd="4" destOrd="0" presId="urn:microsoft.com/office/officeart/2016/7/layout/RepeatingBendingProcessNew"/>
    <dgm:cxn modelId="{5C68CF16-C7F8-442D-9A49-41F7758B590A}" type="presParOf" srcId="{86362761-4DEC-423A-B7FA-705BE6544934}" destId="{E222ACD4-3E2C-4872-A5D1-8AE72DD26E55}" srcOrd="5" destOrd="0" presId="urn:microsoft.com/office/officeart/2016/7/layout/RepeatingBendingProcessNew"/>
    <dgm:cxn modelId="{3C8340F9-7994-44C5-B396-1A14541C3006}" type="presParOf" srcId="{E222ACD4-3E2C-4872-A5D1-8AE72DD26E55}" destId="{41D7F4B9-2552-45CE-A497-176D2BDA1475}" srcOrd="0" destOrd="0" presId="urn:microsoft.com/office/officeart/2016/7/layout/RepeatingBendingProcessNew"/>
    <dgm:cxn modelId="{83B17C13-43AB-4FF5-815F-122537E57CFF}" type="presParOf" srcId="{86362761-4DEC-423A-B7FA-705BE6544934}" destId="{04918620-C9B7-4F40-9E32-B2502D74915A}" srcOrd="6" destOrd="0" presId="urn:microsoft.com/office/officeart/2016/7/layout/RepeatingBendingProcessNew"/>
    <dgm:cxn modelId="{D9282487-6BE2-46A3-9C04-6672FB0E11D3}" type="presParOf" srcId="{86362761-4DEC-423A-B7FA-705BE6544934}" destId="{5FB088BF-F08A-4903-8F35-E7F5C119F83A}" srcOrd="7" destOrd="0" presId="urn:microsoft.com/office/officeart/2016/7/layout/RepeatingBendingProcessNew"/>
    <dgm:cxn modelId="{EC485E87-B090-4CA5-A029-EB2132D2220C}" type="presParOf" srcId="{5FB088BF-F08A-4903-8F35-E7F5C119F83A}" destId="{EA22664C-F39A-4CB1-9995-C85630C348D3}" srcOrd="0" destOrd="0" presId="urn:microsoft.com/office/officeart/2016/7/layout/RepeatingBendingProcessNew"/>
    <dgm:cxn modelId="{E3335404-A30A-4DFC-9A0B-3F26969250E9}" type="presParOf" srcId="{86362761-4DEC-423A-B7FA-705BE6544934}" destId="{E94BDC13-5C87-41A3-B340-74C4C9D8EC57}" srcOrd="8" destOrd="0" presId="urn:microsoft.com/office/officeart/2016/7/layout/RepeatingBendingProcessNew"/>
    <dgm:cxn modelId="{6324B793-D147-4B81-9FEF-FD61FBCF25C5}" type="presParOf" srcId="{86362761-4DEC-423A-B7FA-705BE6544934}" destId="{CFBACBEE-68AF-4865-9680-3E059E7FEAFD}" srcOrd="9" destOrd="0" presId="urn:microsoft.com/office/officeart/2016/7/layout/RepeatingBendingProcessNew"/>
    <dgm:cxn modelId="{1D31B86D-3497-42B9-ACEC-968A9E50DB59}" type="presParOf" srcId="{CFBACBEE-68AF-4865-9680-3E059E7FEAFD}" destId="{30B59166-9F4B-4C14-B75D-5EF61144ACBF}" srcOrd="0" destOrd="0" presId="urn:microsoft.com/office/officeart/2016/7/layout/RepeatingBendingProcessNew"/>
    <dgm:cxn modelId="{A51F161A-8998-40F7-B0B5-BCC9515888A4}" type="presParOf" srcId="{86362761-4DEC-423A-B7FA-705BE6544934}" destId="{DD84B2BC-DAAB-4FC4-9B6B-20A91E7B54D7}" srcOrd="10" destOrd="0" presId="urn:microsoft.com/office/officeart/2016/7/layout/RepeatingBendingProcessNew"/>
    <dgm:cxn modelId="{1B0E0472-CD19-4EA7-B9AF-FE4655EBA99F}" type="presParOf" srcId="{86362761-4DEC-423A-B7FA-705BE6544934}" destId="{93E6CC07-A488-46E2-8F95-04C1A46BD2B2}" srcOrd="11" destOrd="0" presId="urn:microsoft.com/office/officeart/2016/7/layout/RepeatingBendingProcessNew"/>
    <dgm:cxn modelId="{DA740C36-0D0E-43B9-88F1-78DEEB3C44F1}" type="presParOf" srcId="{93E6CC07-A488-46E2-8F95-04C1A46BD2B2}" destId="{C4549E61-787E-4D11-9CEA-CACA2F0877C0}" srcOrd="0" destOrd="0" presId="urn:microsoft.com/office/officeart/2016/7/layout/RepeatingBendingProcessNew"/>
    <dgm:cxn modelId="{A832CC4C-EA3B-4B41-9CA5-9C7A1E945422}" type="presParOf" srcId="{86362761-4DEC-423A-B7FA-705BE6544934}" destId="{108D30BE-C2F4-4E4F-A223-F4510176AA36}" srcOrd="12" destOrd="0" presId="urn:microsoft.com/office/officeart/2016/7/layout/RepeatingBendingProcessNew"/>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782B9D-6DA2-4BFB-B52B-1BC4F6154583}" type="doc">
      <dgm:prSet loTypeId="urn:microsoft.com/office/officeart/2016/7/layout/LinearArrowProcessNumbered" loCatId="process" qsTypeId="urn:microsoft.com/office/officeart/2005/8/quickstyle/simple2" qsCatId="simple" csTypeId="urn:microsoft.com/office/officeart/2005/8/colors/accent3_2" csCatId="accent3"/>
      <dgm:spPr/>
      <dgm:t>
        <a:bodyPr/>
        <a:lstStyle/>
        <a:p>
          <a:endParaRPr lang="en-US"/>
        </a:p>
      </dgm:t>
    </dgm:pt>
    <dgm:pt modelId="{80E8CE65-E80E-41AF-93B4-C9A2D526F346}">
      <dgm:prSet/>
      <dgm:spPr/>
      <dgm:t>
        <a:bodyPr/>
        <a:lstStyle/>
        <a:p>
          <a:r>
            <a:rPr kumimoji="1" lang="ja-JP" b="0" i="0"/>
            <a:t>ネットワークのポート番号とは</a:t>
          </a:r>
          <a:r>
            <a:rPr kumimoji="1" lang="en-US" b="0" i="0"/>
            <a:t>1</a:t>
          </a:r>
          <a:r>
            <a:rPr kumimoji="1" lang="ja-JP" b="0" i="0"/>
            <a:t>つの</a:t>
          </a:r>
          <a:r>
            <a:rPr kumimoji="1" lang="en-US" b="0" i="0"/>
            <a:t>IP</a:t>
          </a:r>
          <a:r>
            <a:rPr kumimoji="1" lang="ja-JP" b="0" i="0"/>
            <a:t>アドレスでどのアプリやサービス宛てかを区別する為の番号です。</a:t>
          </a:r>
          <a:endParaRPr lang="en-US"/>
        </a:p>
      </dgm:t>
    </dgm:pt>
    <dgm:pt modelId="{45F53B39-D1ED-4CD8-8E62-99F101C53AF0}" type="parTrans" cxnId="{E7B7DCC3-D532-4BF6-8982-FD3760EFA8C1}">
      <dgm:prSet/>
      <dgm:spPr/>
      <dgm:t>
        <a:bodyPr/>
        <a:lstStyle/>
        <a:p>
          <a:endParaRPr lang="en-US"/>
        </a:p>
      </dgm:t>
    </dgm:pt>
    <dgm:pt modelId="{77806915-D070-4CAF-BA15-EBC010137068}" type="sibTrans" cxnId="{E7B7DCC3-D532-4BF6-8982-FD3760EFA8C1}">
      <dgm:prSet phldrT="1" phldr="0"/>
      <dgm:spPr/>
      <dgm:t>
        <a:bodyPr/>
        <a:lstStyle/>
        <a:p>
          <a:r>
            <a:rPr lang="en-US"/>
            <a:t>1</a:t>
          </a:r>
        </a:p>
      </dgm:t>
    </dgm:pt>
    <dgm:pt modelId="{7E475F44-1258-4BB8-81E0-75728ACA3464}">
      <dgm:prSet/>
      <dgm:spPr/>
      <dgm:t>
        <a:bodyPr/>
        <a:lstStyle/>
        <a:p>
          <a:r>
            <a:rPr kumimoji="1" lang="ja-JP" b="0" i="0"/>
            <a:t>よくある例えとして集合住宅の部屋番号があげられます。</a:t>
          </a:r>
          <a:endParaRPr lang="en-US"/>
        </a:p>
      </dgm:t>
    </dgm:pt>
    <dgm:pt modelId="{A5F51AC0-F483-4781-BB65-8C8249748038}" type="parTrans" cxnId="{CFEEA5B7-5433-4167-A121-B9829EF00C51}">
      <dgm:prSet/>
      <dgm:spPr/>
      <dgm:t>
        <a:bodyPr/>
        <a:lstStyle/>
        <a:p>
          <a:endParaRPr lang="en-US"/>
        </a:p>
      </dgm:t>
    </dgm:pt>
    <dgm:pt modelId="{7029FA61-2930-4A6B-A1B2-F0C7BCEA1CD4}" type="sibTrans" cxnId="{CFEEA5B7-5433-4167-A121-B9829EF00C51}">
      <dgm:prSet phldrT="2" phldr="0"/>
      <dgm:spPr/>
      <dgm:t>
        <a:bodyPr/>
        <a:lstStyle/>
        <a:p>
          <a:r>
            <a:rPr lang="en-US"/>
            <a:t>2</a:t>
          </a:r>
        </a:p>
      </dgm:t>
    </dgm:pt>
    <dgm:pt modelId="{5CBC0296-629B-4EE8-AE65-F4C68A1F1C36}">
      <dgm:prSet/>
      <dgm:spPr/>
      <dgm:t>
        <a:bodyPr/>
        <a:lstStyle/>
        <a:p>
          <a:r>
            <a:rPr kumimoji="1" lang="ja-JP" b="0" i="0"/>
            <a:t>同じ建物</a:t>
          </a:r>
          <a:r>
            <a:rPr kumimoji="1" lang="en-US" b="0" i="0"/>
            <a:t>(IP</a:t>
          </a:r>
          <a:r>
            <a:rPr kumimoji="1" lang="ja-JP" b="0" i="0"/>
            <a:t>アドレス</a:t>
          </a:r>
          <a:r>
            <a:rPr kumimoji="1" lang="en-US" b="0" i="0"/>
            <a:t>)</a:t>
          </a:r>
          <a:r>
            <a:rPr kumimoji="1" lang="ja-JP" b="0" i="0"/>
            <a:t>でも</a:t>
          </a:r>
          <a:r>
            <a:rPr kumimoji="1" lang="en-US" b="0" i="0"/>
            <a:t>101</a:t>
          </a:r>
          <a:r>
            <a:rPr kumimoji="1" lang="ja-JP" b="0" i="0"/>
            <a:t>号は</a:t>
          </a:r>
          <a:r>
            <a:rPr kumimoji="1" lang="en-US" b="0" i="0"/>
            <a:t>Web</a:t>
          </a:r>
          <a:r>
            <a:rPr kumimoji="1" lang="ja-JP" b="0" i="0"/>
            <a:t>サイト閲覧、</a:t>
          </a:r>
          <a:r>
            <a:rPr kumimoji="1" lang="en-US" b="0" i="0"/>
            <a:t>102</a:t>
          </a:r>
          <a:r>
            <a:rPr kumimoji="1" lang="ja-JP" b="0" i="0"/>
            <a:t>号室はリモート操作というようにポート番号を使う事でどのアプリに通信をしたいのかを指定することが可能です。</a:t>
          </a:r>
          <a:endParaRPr lang="en-US"/>
        </a:p>
      </dgm:t>
    </dgm:pt>
    <dgm:pt modelId="{4F5F01FA-7888-40D7-B3BE-EB4A9E5F0221}" type="parTrans" cxnId="{20768748-BF0C-41E2-9956-22E69BB3C205}">
      <dgm:prSet/>
      <dgm:spPr/>
      <dgm:t>
        <a:bodyPr/>
        <a:lstStyle/>
        <a:p>
          <a:endParaRPr lang="en-US"/>
        </a:p>
      </dgm:t>
    </dgm:pt>
    <dgm:pt modelId="{49216026-2553-4835-A0DD-94783FAD512F}" type="sibTrans" cxnId="{20768748-BF0C-41E2-9956-22E69BB3C205}">
      <dgm:prSet phldrT="3" phldr="0"/>
      <dgm:spPr/>
      <dgm:t>
        <a:bodyPr/>
        <a:lstStyle/>
        <a:p>
          <a:r>
            <a:rPr lang="en-US"/>
            <a:t>3</a:t>
          </a:r>
        </a:p>
      </dgm:t>
    </dgm:pt>
    <dgm:pt modelId="{D78A50DF-E4EF-4AAE-9F47-79E23971180D}">
      <dgm:prSet/>
      <dgm:spPr/>
      <dgm:t>
        <a:bodyPr/>
        <a:lstStyle/>
        <a:p>
          <a:r>
            <a:rPr kumimoji="1" lang="ja-JP" b="0" i="0"/>
            <a:t>ポート番号は</a:t>
          </a:r>
          <a:r>
            <a:rPr kumimoji="1" lang="en-US" b="0" i="0"/>
            <a:t>0</a:t>
          </a:r>
          <a:r>
            <a:rPr kumimoji="1" lang="ja-JP" b="0" i="0"/>
            <a:t>番から</a:t>
          </a:r>
          <a:r>
            <a:rPr kumimoji="1" lang="en-US" b="0" i="0"/>
            <a:t>65535</a:t>
          </a:r>
          <a:r>
            <a:rPr kumimoji="1" lang="ja-JP" b="0" i="0"/>
            <a:t>番まであり用途や管理の仕方でウェルノウンポート、登録済みポート、プライベートポートに分けられます。</a:t>
          </a:r>
          <a:endParaRPr lang="en-US"/>
        </a:p>
      </dgm:t>
    </dgm:pt>
    <dgm:pt modelId="{E9531BD4-42A6-4104-A14F-0AA36455583E}" type="parTrans" cxnId="{99A5DAEB-C2E7-4576-94E6-7A35E2A42032}">
      <dgm:prSet/>
      <dgm:spPr/>
      <dgm:t>
        <a:bodyPr/>
        <a:lstStyle/>
        <a:p>
          <a:endParaRPr lang="en-US"/>
        </a:p>
      </dgm:t>
    </dgm:pt>
    <dgm:pt modelId="{3C32EB6A-BB34-497D-A14A-BBEC45F00FFD}" type="sibTrans" cxnId="{99A5DAEB-C2E7-4576-94E6-7A35E2A42032}">
      <dgm:prSet phldrT="4" phldr="0"/>
      <dgm:spPr/>
      <dgm:t>
        <a:bodyPr/>
        <a:lstStyle/>
        <a:p>
          <a:r>
            <a:rPr lang="en-US"/>
            <a:t>4</a:t>
          </a:r>
        </a:p>
      </dgm:t>
    </dgm:pt>
    <dgm:pt modelId="{A89C0E6E-BE5A-4D7D-9B05-8DE071DEA505}">
      <dgm:prSet/>
      <dgm:spPr/>
      <dgm:t>
        <a:bodyPr/>
        <a:lstStyle/>
        <a:p>
          <a:r>
            <a:rPr kumimoji="1" lang="ja-JP" b="0" i="0"/>
            <a:t>ウェルノウンポート</a:t>
          </a:r>
          <a:r>
            <a:rPr kumimoji="1" lang="en-US" b="0" i="0"/>
            <a:t>:0-1023</a:t>
          </a:r>
          <a:r>
            <a:rPr kumimoji="1" lang="ja-JP" b="0" i="0"/>
            <a:t>　特定のサービスやアプリケーションに標準的に割り当てられいるポートです。</a:t>
          </a:r>
          <a:br>
            <a:rPr kumimoji="1" lang="en-US" b="0" i="0"/>
          </a:br>
          <a:r>
            <a:rPr kumimoji="1" lang="ja-JP" b="0" i="0"/>
            <a:t>使用者はユーザーです。</a:t>
          </a:r>
          <a:endParaRPr lang="en-US"/>
        </a:p>
      </dgm:t>
    </dgm:pt>
    <dgm:pt modelId="{22C1FDF0-EF7E-4329-B9EA-E0B0B233A48A}" type="parTrans" cxnId="{47FBE6A7-9921-4DBD-8F9B-5BD202BC4AA0}">
      <dgm:prSet/>
      <dgm:spPr/>
      <dgm:t>
        <a:bodyPr/>
        <a:lstStyle/>
        <a:p>
          <a:endParaRPr lang="en-US"/>
        </a:p>
      </dgm:t>
    </dgm:pt>
    <dgm:pt modelId="{EFA56317-082B-45BC-A000-9E30A305B3ED}" type="sibTrans" cxnId="{47FBE6A7-9921-4DBD-8F9B-5BD202BC4AA0}">
      <dgm:prSet phldrT="5" phldr="0"/>
      <dgm:spPr/>
      <dgm:t>
        <a:bodyPr/>
        <a:lstStyle/>
        <a:p>
          <a:r>
            <a:rPr lang="en-US"/>
            <a:t>5</a:t>
          </a:r>
        </a:p>
      </dgm:t>
    </dgm:pt>
    <dgm:pt modelId="{7078B1EB-B30C-4071-9F0F-551C04AD0AA7}">
      <dgm:prSet/>
      <dgm:spPr/>
      <dgm:t>
        <a:bodyPr/>
        <a:lstStyle/>
        <a:p>
          <a:r>
            <a:rPr kumimoji="1" lang="ja-JP" b="0" i="0"/>
            <a:t>登録済みポート</a:t>
          </a:r>
          <a:r>
            <a:rPr kumimoji="1" lang="en-US" b="0" i="0"/>
            <a:t>:1024-49151 </a:t>
          </a:r>
          <a:r>
            <a:rPr kumimoji="1" lang="ja-JP" b="0" i="0"/>
            <a:t>特定のアプリケーションやサービス向けに登録されているポートです。</a:t>
          </a:r>
          <a:br>
            <a:rPr kumimoji="1" lang="en-US" b="0" i="0"/>
          </a:br>
          <a:r>
            <a:rPr kumimoji="1" lang="ja-JP" b="0" i="0"/>
            <a:t>使用者はソフトウェアです。</a:t>
          </a:r>
          <a:endParaRPr lang="en-US"/>
        </a:p>
      </dgm:t>
    </dgm:pt>
    <dgm:pt modelId="{8325F79A-9A72-4951-902B-CC1D6A8945C4}" type="parTrans" cxnId="{E7B25DA2-9FA8-4E7E-9D71-F1F513A6DEE5}">
      <dgm:prSet/>
      <dgm:spPr/>
      <dgm:t>
        <a:bodyPr/>
        <a:lstStyle/>
        <a:p>
          <a:endParaRPr lang="en-US"/>
        </a:p>
      </dgm:t>
    </dgm:pt>
    <dgm:pt modelId="{A3D59AE7-3738-44BF-8C89-7C1BCE65F8F0}" type="sibTrans" cxnId="{E7B25DA2-9FA8-4E7E-9D71-F1F513A6DEE5}">
      <dgm:prSet phldrT="6" phldr="0"/>
      <dgm:spPr/>
      <dgm:t>
        <a:bodyPr/>
        <a:lstStyle/>
        <a:p>
          <a:r>
            <a:rPr lang="en-US"/>
            <a:t>6</a:t>
          </a:r>
        </a:p>
      </dgm:t>
    </dgm:pt>
    <dgm:pt modelId="{90B64D84-7C2B-4689-8D46-A1EC222766CA}">
      <dgm:prSet/>
      <dgm:spPr/>
      <dgm:t>
        <a:bodyPr/>
        <a:lstStyle/>
        <a:p>
          <a:r>
            <a:rPr kumimoji="1" lang="ja-JP" b="0" i="0"/>
            <a:t>プライベートポート</a:t>
          </a:r>
          <a:r>
            <a:rPr kumimoji="1" lang="en-US" b="0" i="0"/>
            <a:t>:49152-65535 </a:t>
          </a:r>
          <a:r>
            <a:rPr kumimoji="1" lang="ja-JP" b="0" i="0"/>
            <a:t>クライアントが一時的に接続するときに自動で割り当てられるポートです。</a:t>
          </a:r>
          <a:endParaRPr lang="en-US"/>
        </a:p>
      </dgm:t>
    </dgm:pt>
    <dgm:pt modelId="{3B599D5C-7867-49AD-BCBD-2FCA7DFE1B9D}" type="parTrans" cxnId="{6F2F4E87-DC29-4AFB-8FA7-5CBF994D7DF8}">
      <dgm:prSet/>
      <dgm:spPr/>
      <dgm:t>
        <a:bodyPr/>
        <a:lstStyle/>
        <a:p>
          <a:endParaRPr lang="en-US"/>
        </a:p>
      </dgm:t>
    </dgm:pt>
    <dgm:pt modelId="{0743C65A-0F38-494B-8289-6EF151571CE6}" type="sibTrans" cxnId="{6F2F4E87-DC29-4AFB-8FA7-5CBF994D7DF8}">
      <dgm:prSet phldrT="7" phldr="0"/>
      <dgm:spPr/>
      <dgm:t>
        <a:bodyPr/>
        <a:lstStyle/>
        <a:p>
          <a:r>
            <a:rPr lang="en-US"/>
            <a:t>7</a:t>
          </a:r>
        </a:p>
      </dgm:t>
    </dgm:pt>
    <dgm:pt modelId="{F13D9D44-B37E-45E8-A75D-79A1DBE8CD50}" type="pres">
      <dgm:prSet presAssocID="{B1782B9D-6DA2-4BFB-B52B-1BC4F6154583}" presName="linearFlow" presStyleCnt="0">
        <dgm:presLayoutVars>
          <dgm:dir/>
          <dgm:animLvl val="lvl"/>
          <dgm:resizeHandles val="exact"/>
        </dgm:presLayoutVars>
      </dgm:prSet>
      <dgm:spPr/>
    </dgm:pt>
    <dgm:pt modelId="{66CC8477-AF0C-4980-ADC6-BB5170E22484}" type="pres">
      <dgm:prSet presAssocID="{80E8CE65-E80E-41AF-93B4-C9A2D526F346}" presName="compositeNode" presStyleCnt="0"/>
      <dgm:spPr/>
    </dgm:pt>
    <dgm:pt modelId="{8C4A122F-84E3-47CA-9FBC-0C2EA879C490}" type="pres">
      <dgm:prSet presAssocID="{80E8CE65-E80E-41AF-93B4-C9A2D526F346}" presName="parTx" presStyleLbl="node1" presStyleIdx="0" presStyleCnt="0">
        <dgm:presLayoutVars>
          <dgm:chMax val="0"/>
          <dgm:chPref val="0"/>
          <dgm:bulletEnabled val="1"/>
        </dgm:presLayoutVars>
      </dgm:prSet>
      <dgm:spPr/>
    </dgm:pt>
    <dgm:pt modelId="{46F5223A-214A-4530-9FCC-0705FD5BBE0C}" type="pres">
      <dgm:prSet presAssocID="{80E8CE65-E80E-41AF-93B4-C9A2D526F346}" presName="parSh" presStyleCnt="0"/>
      <dgm:spPr/>
    </dgm:pt>
    <dgm:pt modelId="{5FE581B7-3DE0-4FFB-9014-6A285F9F97B8}" type="pres">
      <dgm:prSet presAssocID="{80E8CE65-E80E-41AF-93B4-C9A2D526F346}" presName="lineNode" presStyleLbl="alignAccFollowNode1" presStyleIdx="0" presStyleCnt="21"/>
      <dgm:spPr/>
    </dgm:pt>
    <dgm:pt modelId="{443EC463-74B5-487F-B111-E1BF7805CEB0}" type="pres">
      <dgm:prSet presAssocID="{80E8CE65-E80E-41AF-93B4-C9A2D526F346}" presName="lineArrowNode" presStyleLbl="alignAccFollowNode1" presStyleIdx="1" presStyleCnt="21"/>
      <dgm:spPr/>
    </dgm:pt>
    <dgm:pt modelId="{D9A4329F-76BF-4E2C-BE38-26C6BD96C5A2}" type="pres">
      <dgm:prSet presAssocID="{77806915-D070-4CAF-BA15-EBC010137068}" presName="sibTransNodeCircle" presStyleLbl="alignNode1" presStyleIdx="0" presStyleCnt="7">
        <dgm:presLayoutVars>
          <dgm:chMax val="0"/>
          <dgm:bulletEnabled/>
        </dgm:presLayoutVars>
      </dgm:prSet>
      <dgm:spPr/>
    </dgm:pt>
    <dgm:pt modelId="{E6F85F4B-AEBC-405F-B4F5-E497DE0A578C}" type="pres">
      <dgm:prSet presAssocID="{77806915-D070-4CAF-BA15-EBC010137068}" presName="spacerBetweenCircleAndCallout" presStyleCnt="0">
        <dgm:presLayoutVars/>
      </dgm:prSet>
      <dgm:spPr/>
    </dgm:pt>
    <dgm:pt modelId="{1D250FE3-3960-4509-A33E-83DE668A5D2D}" type="pres">
      <dgm:prSet presAssocID="{80E8CE65-E80E-41AF-93B4-C9A2D526F346}" presName="nodeText" presStyleLbl="alignAccFollowNode1" presStyleIdx="2" presStyleCnt="21">
        <dgm:presLayoutVars>
          <dgm:bulletEnabled val="1"/>
        </dgm:presLayoutVars>
      </dgm:prSet>
      <dgm:spPr/>
    </dgm:pt>
    <dgm:pt modelId="{3221753B-C1E8-4EED-94F7-497AE78A2438}" type="pres">
      <dgm:prSet presAssocID="{77806915-D070-4CAF-BA15-EBC010137068}" presName="sibTransComposite" presStyleCnt="0"/>
      <dgm:spPr/>
    </dgm:pt>
    <dgm:pt modelId="{49DCC672-D246-49E7-B128-42F64F462503}" type="pres">
      <dgm:prSet presAssocID="{7E475F44-1258-4BB8-81E0-75728ACA3464}" presName="compositeNode" presStyleCnt="0"/>
      <dgm:spPr/>
    </dgm:pt>
    <dgm:pt modelId="{3EE92F94-2258-4FBD-A2F5-934046340F74}" type="pres">
      <dgm:prSet presAssocID="{7E475F44-1258-4BB8-81E0-75728ACA3464}" presName="parTx" presStyleLbl="node1" presStyleIdx="0" presStyleCnt="0">
        <dgm:presLayoutVars>
          <dgm:chMax val="0"/>
          <dgm:chPref val="0"/>
          <dgm:bulletEnabled val="1"/>
        </dgm:presLayoutVars>
      </dgm:prSet>
      <dgm:spPr/>
    </dgm:pt>
    <dgm:pt modelId="{31443CFF-966C-416B-86EE-6EFBB26A8F16}" type="pres">
      <dgm:prSet presAssocID="{7E475F44-1258-4BB8-81E0-75728ACA3464}" presName="parSh" presStyleCnt="0"/>
      <dgm:spPr/>
    </dgm:pt>
    <dgm:pt modelId="{0030BA17-019A-4DC2-83A3-8DABBBBC65DB}" type="pres">
      <dgm:prSet presAssocID="{7E475F44-1258-4BB8-81E0-75728ACA3464}" presName="lineNode" presStyleLbl="alignAccFollowNode1" presStyleIdx="3" presStyleCnt="21"/>
      <dgm:spPr/>
    </dgm:pt>
    <dgm:pt modelId="{668F7254-1AAC-4557-A5C8-BF3573430453}" type="pres">
      <dgm:prSet presAssocID="{7E475F44-1258-4BB8-81E0-75728ACA3464}" presName="lineArrowNode" presStyleLbl="alignAccFollowNode1" presStyleIdx="4" presStyleCnt="21"/>
      <dgm:spPr/>
    </dgm:pt>
    <dgm:pt modelId="{63D5EBB1-CB54-4FF3-92D1-183004EB37D5}" type="pres">
      <dgm:prSet presAssocID="{7029FA61-2930-4A6B-A1B2-F0C7BCEA1CD4}" presName="sibTransNodeCircle" presStyleLbl="alignNode1" presStyleIdx="1" presStyleCnt="7">
        <dgm:presLayoutVars>
          <dgm:chMax val="0"/>
          <dgm:bulletEnabled/>
        </dgm:presLayoutVars>
      </dgm:prSet>
      <dgm:spPr/>
    </dgm:pt>
    <dgm:pt modelId="{2D5F2F66-A8AD-4A28-928C-4F3BEEEB2A9C}" type="pres">
      <dgm:prSet presAssocID="{7029FA61-2930-4A6B-A1B2-F0C7BCEA1CD4}" presName="spacerBetweenCircleAndCallout" presStyleCnt="0">
        <dgm:presLayoutVars/>
      </dgm:prSet>
      <dgm:spPr/>
    </dgm:pt>
    <dgm:pt modelId="{292381C2-D145-4A4C-A120-BD1A81189E8B}" type="pres">
      <dgm:prSet presAssocID="{7E475F44-1258-4BB8-81E0-75728ACA3464}" presName="nodeText" presStyleLbl="alignAccFollowNode1" presStyleIdx="5" presStyleCnt="21">
        <dgm:presLayoutVars>
          <dgm:bulletEnabled val="1"/>
        </dgm:presLayoutVars>
      </dgm:prSet>
      <dgm:spPr/>
    </dgm:pt>
    <dgm:pt modelId="{F7344FA8-23AC-49BC-861A-A02BC909E9F1}" type="pres">
      <dgm:prSet presAssocID="{7029FA61-2930-4A6B-A1B2-F0C7BCEA1CD4}" presName="sibTransComposite" presStyleCnt="0"/>
      <dgm:spPr/>
    </dgm:pt>
    <dgm:pt modelId="{08A4F24A-550E-41FA-B31C-1345715D6782}" type="pres">
      <dgm:prSet presAssocID="{5CBC0296-629B-4EE8-AE65-F4C68A1F1C36}" presName="compositeNode" presStyleCnt="0"/>
      <dgm:spPr/>
    </dgm:pt>
    <dgm:pt modelId="{1138B08C-F0CF-453E-B5F7-1A9897DA82D2}" type="pres">
      <dgm:prSet presAssocID="{5CBC0296-629B-4EE8-AE65-F4C68A1F1C36}" presName="parTx" presStyleLbl="node1" presStyleIdx="0" presStyleCnt="0">
        <dgm:presLayoutVars>
          <dgm:chMax val="0"/>
          <dgm:chPref val="0"/>
          <dgm:bulletEnabled val="1"/>
        </dgm:presLayoutVars>
      </dgm:prSet>
      <dgm:spPr/>
    </dgm:pt>
    <dgm:pt modelId="{AA32DE42-521F-41EB-B3F5-CB83B850E4C6}" type="pres">
      <dgm:prSet presAssocID="{5CBC0296-629B-4EE8-AE65-F4C68A1F1C36}" presName="parSh" presStyleCnt="0"/>
      <dgm:spPr/>
    </dgm:pt>
    <dgm:pt modelId="{D92FF2C9-B44D-476E-9E2C-325F9E0694BC}" type="pres">
      <dgm:prSet presAssocID="{5CBC0296-629B-4EE8-AE65-F4C68A1F1C36}" presName="lineNode" presStyleLbl="alignAccFollowNode1" presStyleIdx="6" presStyleCnt="21"/>
      <dgm:spPr/>
    </dgm:pt>
    <dgm:pt modelId="{4C14AE06-D966-495B-9A99-7041E7EC0BD1}" type="pres">
      <dgm:prSet presAssocID="{5CBC0296-629B-4EE8-AE65-F4C68A1F1C36}" presName="lineArrowNode" presStyleLbl="alignAccFollowNode1" presStyleIdx="7" presStyleCnt="21"/>
      <dgm:spPr/>
    </dgm:pt>
    <dgm:pt modelId="{F7146EB3-83A8-48CC-A50A-4915EDBE9EE4}" type="pres">
      <dgm:prSet presAssocID="{49216026-2553-4835-A0DD-94783FAD512F}" presName="sibTransNodeCircle" presStyleLbl="alignNode1" presStyleIdx="2" presStyleCnt="7">
        <dgm:presLayoutVars>
          <dgm:chMax val="0"/>
          <dgm:bulletEnabled/>
        </dgm:presLayoutVars>
      </dgm:prSet>
      <dgm:spPr/>
    </dgm:pt>
    <dgm:pt modelId="{DC46D88F-A837-4523-94F8-83665A02E0A2}" type="pres">
      <dgm:prSet presAssocID="{49216026-2553-4835-A0DD-94783FAD512F}" presName="spacerBetweenCircleAndCallout" presStyleCnt="0">
        <dgm:presLayoutVars/>
      </dgm:prSet>
      <dgm:spPr/>
    </dgm:pt>
    <dgm:pt modelId="{728CE9C7-0725-4CC8-A673-49DB89D1BC58}" type="pres">
      <dgm:prSet presAssocID="{5CBC0296-629B-4EE8-AE65-F4C68A1F1C36}" presName="nodeText" presStyleLbl="alignAccFollowNode1" presStyleIdx="8" presStyleCnt="21">
        <dgm:presLayoutVars>
          <dgm:bulletEnabled val="1"/>
        </dgm:presLayoutVars>
      </dgm:prSet>
      <dgm:spPr/>
    </dgm:pt>
    <dgm:pt modelId="{5B55E340-B89E-4D44-AAD0-B90C52B0686F}" type="pres">
      <dgm:prSet presAssocID="{49216026-2553-4835-A0DD-94783FAD512F}" presName="sibTransComposite" presStyleCnt="0"/>
      <dgm:spPr/>
    </dgm:pt>
    <dgm:pt modelId="{C0CC60F0-B5D4-4AFD-A846-6EA0810CE1F9}" type="pres">
      <dgm:prSet presAssocID="{D78A50DF-E4EF-4AAE-9F47-79E23971180D}" presName="compositeNode" presStyleCnt="0"/>
      <dgm:spPr/>
    </dgm:pt>
    <dgm:pt modelId="{F0BE18FB-B5E4-4D2F-B739-3A5B4FBF3407}" type="pres">
      <dgm:prSet presAssocID="{D78A50DF-E4EF-4AAE-9F47-79E23971180D}" presName="parTx" presStyleLbl="node1" presStyleIdx="0" presStyleCnt="0">
        <dgm:presLayoutVars>
          <dgm:chMax val="0"/>
          <dgm:chPref val="0"/>
          <dgm:bulletEnabled val="1"/>
        </dgm:presLayoutVars>
      </dgm:prSet>
      <dgm:spPr/>
    </dgm:pt>
    <dgm:pt modelId="{41FABD0E-0766-42A7-9556-3C429F94C2D0}" type="pres">
      <dgm:prSet presAssocID="{D78A50DF-E4EF-4AAE-9F47-79E23971180D}" presName="parSh" presStyleCnt="0"/>
      <dgm:spPr/>
    </dgm:pt>
    <dgm:pt modelId="{943EBC94-A5CB-4703-B6E8-B9F2D42397CD}" type="pres">
      <dgm:prSet presAssocID="{D78A50DF-E4EF-4AAE-9F47-79E23971180D}" presName="lineNode" presStyleLbl="alignAccFollowNode1" presStyleIdx="9" presStyleCnt="21"/>
      <dgm:spPr/>
    </dgm:pt>
    <dgm:pt modelId="{528BC17A-AF72-489D-9278-AC7CE5BA3D27}" type="pres">
      <dgm:prSet presAssocID="{D78A50DF-E4EF-4AAE-9F47-79E23971180D}" presName="lineArrowNode" presStyleLbl="alignAccFollowNode1" presStyleIdx="10" presStyleCnt="21"/>
      <dgm:spPr/>
    </dgm:pt>
    <dgm:pt modelId="{19BEEDDF-2584-433E-891C-6F3142EAB163}" type="pres">
      <dgm:prSet presAssocID="{3C32EB6A-BB34-497D-A14A-BBEC45F00FFD}" presName="sibTransNodeCircle" presStyleLbl="alignNode1" presStyleIdx="3" presStyleCnt="7">
        <dgm:presLayoutVars>
          <dgm:chMax val="0"/>
          <dgm:bulletEnabled/>
        </dgm:presLayoutVars>
      </dgm:prSet>
      <dgm:spPr/>
    </dgm:pt>
    <dgm:pt modelId="{5287ABED-B920-4A80-A529-22BEF5D72E30}" type="pres">
      <dgm:prSet presAssocID="{3C32EB6A-BB34-497D-A14A-BBEC45F00FFD}" presName="spacerBetweenCircleAndCallout" presStyleCnt="0">
        <dgm:presLayoutVars/>
      </dgm:prSet>
      <dgm:spPr/>
    </dgm:pt>
    <dgm:pt modelId="{0665052F-45AB-48CD-8D47-453951E166C1}" type="pres">
      <dgm:prSet presAssocID="{D78A50DF-E4EF-4AAE-9F47-79E23971180D}" presName="nodeText" presStyleLbl="alignAccFollowNode1" presStyleIdx="11" presStyleCnt="21">
        <dgm:presLayoutVars>
          <dgm:bulletEnabled val="1"/>
        </dgm:presLayoutVars>
      </dgm:prSet>
      <dgm:spPr/>
    </dgm:pt>
    <dgm:pt modelId="{03F9FEC9-FC56-4E86-95CD-22F60F3B3BA7}" type="pres">
      <dgm:prSet presAssocID="{3C32EB6A-BB34-497D-A14A-BBEC45F00FFD}" presName="sibTransComposite" presStyleCnt="0"/>
      <dgm:spPr/>
    </dgm:pt>
    <dgm:pt modelId="{FCC9C4CA-8F08-4623-AAE5-B12EB4808351}" type="pres">
      <dgm:prSet presAssocID="{A89C0E6E-BE5A-4D7D-9B05-8DE071DEA505}" presName="compositeNode" presStyleCnt="0"/>
      <dgm:spPr/>
    </dgm:pt>
    <dgm:pt modelId="{42355D95-C348-458C-9A03-E5056B893C41}" type="pres">
      <dgm:prSet presAssocID="{A89C0E6E-BE5A-4D7D-9B05-8DE071DEA505}" presName="parTx" presStyleLbl="node1" presStyleIdx="0" presStyleCnt="0">
        <dgm:presLayoutVars>
          <dgm:chMax val="0"/>
          <dgm:chPref val="0"/>
          <dgm:bulletEnabled val="1"/>
        </dgm:presLayoutVars>
      </dgm:prSet>
      <dgm:spPr/>
    </dgm:pt>
    <dgm:pt modelId="{41FCE04C-7CD1-49A9-9583-55860E1718F8}" type="pres">
      <dgm:prSet presAssocID="{A89C0E6E-BE5A-4D7D-9B05-8DE071DEA505}" presName="parSh" presStyleCnt="0"/>
      <dgm:spPr/>
    </dgm:pt>
    <dgm:pt modelId="{F5664EC7-5244-4D70-9CB2-521D5F2A9B62}" type="pres">
      <dgm:prSet presAssocID="{A89C0E6E-BE5A-4D7D-9B05-8DE071DEA505}" presName="lineNode" presStyleLbl="alignAccFollowNode1" presStyleIdx="12" presStyleCnt="21"/>
      <dgm:spPr/>
    </dgm:pt>
    <dgm:pt modelId="{BE651792-DBF7-4833-B9E1-E346A757C7F3}" type="pres">
      <dgm:prSet presAssocID="{A89C0E6E-BE5A-4D7D-9B05-8DE071DEA505}" presName="lineArrowNode" presStyleLbl="alignAccFollowNode1" presStyleIdx="13" presStyleCnt="21"/>
      <dgm:spPr/>
    </dgm:pt>
    <dgm:pt modelId="{23D2E350-1534-4509-9771-972422611B5D}" type="pres">
      <dgm:prSet presAssocID="{EFA56317-082B-45BC-A000-9E30A305B3ED}" presName="sibTransNodeCircle" presStyleLbl="alignNode1" presStyleIdx="4" presStyleCnt="7">
        <dgm:presLayoutVars>
          <dgm:chMax val="0"/>
          <dgm:bulletEnabled/>
        </dgm:presLayoutVars>
      </dgm:prSet>
      <dgm:spPr/>
    </dgm:pt>
    <dgm:pt modelId="{514AB340-7CCF-447F-93C9-CC1B14FF31F5}" type="pres">
      <dgm:prSet presAssocID="{EFA56317-082B-45BC-A000-9E30A305B3ED}" presName="spacerBetweenCircleAndCallout" presStyleCnt="0">
        <dgm:presLayoutVars/>
      </dgm:prSet>
      <dgm:spPr/>
    </dgm:pt>
    <dgm:pt modelId="{73D9C830-4E1A-4EC9-8675-FF686C05AD67}" type="pres">
      <dgm:prSet presAssocID="{A89C0E6E-BE5A-4D7D-9B05-8DE071DEA505}" presName="nodeText" presStyleLbl="alignAccFollowNode1" presStyleIdx="14" presStyleCnt="21">
        <dgm:presLayoutVars>
          <dgm:bulletEnabled val="1"/>
        </dgm:presLayoutVars>
      </dgm:prSet>
      <dgm:spPr/>
    </dgm:pt>
    <dgm:pt modelId="{3EB1F824-17CD-47E0-8262-128E75B69CBE}" type="pres">
      <dgm:prSet presAssocID="{EFA56317-082B-45BC-A000-9E30A305B3ED}" presName="sibTransComposite" presStyleCnt="0"/>
      <dgm:spPr/>
    </dgm:pt>
    <dgm:pt modelId="{CC18E87D-FCF6-4A46-A7F5-DA792FC1BB06}" type="pres">
      <dgm:prSet presAssocID="{7078B1EB-B30C-4071-9F0F-551C04AD0AA7}" presName="compositeNode" presStyleCnt="0"/>
      <dgm:spPr/>
    </dgm:pt>
    <dgm:pt modelId="{58172F81-4E30-47EA-9192-633CE2FABC29}" type="pres">
      <dgm:prSet presAssocID="{7078B1EB-B30C-4071-9F0F-551C04AD0AA7}" presName="parTx" presStyleLbl="node1" presStyleIdx="0" presStyleCnt="0">
        <dgm:presLayoutVars>
          <dgm:chMax val="0"/>
          <dgm:chPref val="0"/>
          <dgm:bulletEnabled val="1"/>
        </dgm:presLayoutVars>
      </dgm:prSet>
      <dgm:spPr/>
    </dgm:pt>
    <dgm:pt modelId="{E80D5E5C-E1AC-469A-8620-3059225087C5}" type="pres">
      <dgm:prSet presAssocID="{7078B1EB-B30C-4071-9F0F-551C04AD0AA7}" presName="parSh" presStyleCnt="0"/>
      <dgm:spPr/>
    </dgm:pt>
    <dgm:pt modelId="{D214D838-4FDE-4B86-A01A-35320FA6550D}" type="pres">
      <dgm:prSet presAssocID="{7078B1EB-B30C-4071-9F0F-551C04AD0AA7}" presName="lineNode" presStyleLbl="alignAccFollowNode1" presStyleIdx="15" presStyleCnt="21"/>
      <dgm:spPr/>
    </dgm:pt>
    <dgm:pt modelId="{5748A453-B824-42CE-927D-4C2CF5D7D4D7}" type="pres">
      <dgm:prSet presAssocID="{7078B1EB-B30C-4071-9F0F-551C04AD0AA7}" presName="lineArrowNode" presStyleLbl="alignAccFollowNode1" presStyleIdx="16" presStyleCnt="21"/>
      <dgm:spPr/>
    </dgm:pt>
    <dgm:pt modelId="{8E16EF77-D7AB-46C3-B683-D2A84E8CCC68}" type="pres">
      <dgm:prSet presAssocID="{A3D59AE7-3738-44BF-8C89-7C1BCE65F8F0}" presName="sibTransNodeCircle" presStyleLbl="alignNode1" presStyleIdx="5" presStyleCnt="7">
        <dgm:presLayoutVars>
          <dgm:chMax val="0"/>
          <dgm:bulletEnabled/>
        </dgm:presLayoutVars>
      </dgm:prSet>
      <dgm:spPr/>
    </dgm:pt>
    <dgm:pt modelId="{29003CBE-C10B-415D-A736-A8FA3D735925}" type="pres">
      <dgm:prSet presAssocID="{A3D59AE7-3738-44BF-8C89-7C1BCE65F8F0}" presName="spacerBetweenCircleAndCallout" presStyleCnt="0">
        <dgm:presLayoutVars/>
      </dgm:prSet>
      <dgm:spPr/>
    </dgm:pt>
    <dgm:pt modelId="{33C846BC-33F8-468A-AE11-412503144692}" type="pres">
      <dgm:prSet presAssocID="{7078B1EB-B30C-4071-9F0F-551C04AD0AA7}" presName="nodeText" presStyleLbl="alignAccFollowNode1" presStyleIdx="17" presStyleCnt="21">
        <dgm:presLayoutVars>
          <dgm:bulletEnabled val="1"/>
        </dgm:presLayoutVars>
      </dgm:prSet>
      <dgm:spPr/>
    </dgm:pt>
    <dgm:pt modelId="{07BEB74B-9A0B-4C2A-B4D9-FD5B4BEE24CD}" type="pres">
      <dgm:prSet presAssocID="{A3D59AE7-3738-44BF-8C89-7C1BCE65F8F0}" presName="sibTransComposite" presStyleCnt="0"/>
      <dgm:spPr/>
    </dgm:pt>
    <dgm:pt modelId="{8B384D25-BC71-4D43-AE22-C3CDC8BD8ACA}" type="pres">
      <dgm:prSet presAssocID="{90B64D84-7C2B-4689-8D46-A1EC222766CA}" presName="compositeNode" presStyleCnt="0"/>
      <dgm:spPr/>
    </dgm:pt>
    <dgm:pt modelId="{28602CAB-1BD1-4E74-A5DA-ADBCFD769CE5}" type="pres">
      <dgm:prSet presAssocID="{90B64D84-7C2B-4689-8D46-A1EC222766CA}" presName="parTx" presStyleLbl="node1" presStyleIdx="0" presStyleCnt="0">
        <dgm:presLayoutVars>
          <dgm:chMax val="0"/>
          <dgm:chPref val="0"/>
          <dgm:bulletEnabled val="1"/>
        </dgm:presLayoutVars>
      </dgm:prSet>
      <dgm:spPr/>
    </dgm:pt>
    <dgm:pt modelId="{F8A9793A-8561-49C4-B29F-D2AA6C67D0F4}" type="pres">
      <dgm:prSet presAssocID="{90B64D84-7C2B-4689-8D46-A1EC222766CA}" presName="parSh" presStyleCnt="0"/>
      <dgm:spPr/>
    </dgm:pt>
    <dgm:pt modelId="{355AE72E-6889-4AAC-A994-295AECC30844}" type="pres">
      <dgm:prSet presAssocID="{90B64D84-7C2B-4689-8D46-A1EC222766CA}" presName="lineNode" presStyleLbl="alignAccFollowNode1" presStyleIdx="18" presStyleCnt="21"/>
      <dgm:spPr/>
    </dgm:pt>
    <dgm:pt modelId="{C5250F7D-E6D7-483B-9A9E-F094B1A2EC1D}" type="pres">
      <dgm:prSet presAssocID="{90B64D84-7C2B-4689-8D46-A1EC222766CA}" presName="lineArrowNode" presStyleLbl="alignAccFollowNode1" presStyleIdx="19" presStyleCnt="21"/>
      <dgm:spPr/>
    </dgm:pt>
    <dgm:pt modelId="{F33AF72D-4EC2-43BB-A6FF-E060A8D96B40}" type="pres">
      <dgm:prSet presAssocID="{0743C65A-0F38-494B-8289-6EF151571CE6}" presName="sibTransNodeCircle" presStyleLbl="alignNode1" presStyleIdx="6" presStyleCnt="7">
        <dgm:presLayoutVars>
          <dgm:chMax val="0"/>
          <dgm:bulletEnabled/>
        </dgm:presLayoutVars>
      </dgm:prSet>
      <dgm:spPr/>
    </dgm:pt>
    <dgm:pt modelId="{EE2CE43B-9E0C-46B7-B633-F44AF4CB8CC0}" type="pres">
      <dgm:prSet presAssocID="{0743C65A-0F38-494B-8289-6EF151571CE6}" presName="spacerBetweenCircleAndCallout" presStyleCnt="0">
        <dgm:presLayoutVars/>
      </dgm:prSet>
      <dgm:spPr/>
    </dgm:pt>
    <dgm:pt modelId="{C9D4F39D-E5FF-4CDD-A4C6-BC5D3529407E}" type="pres">
      <dgm:prSet presAssocID="{90B64D84-7C2B-4689-8D46-A1EC222766CA}" presName="nodeText" presStyleLbl="alignAccFollowNode1" presStyleIdx="20" presStyleCnt="21">
        <dgm:presLayoutVars>
          <dgm:bulletEnabled val="1"/>
        </dgm:presLayoutVars>
      </dgm:prSet>
      <dgm:spPr/>
    </dgm:pt>
  </dgm:ptLst>
  <dgm:cxnLst>
    <dgm:cxn modelId="{1273020C-977F-40BA-8C47-D51913C9BAE9}" type="presOf" srcId="{7029FA61-2930-4A6B-A1B2-F0C7BCEA1CD4}" destId="{63D5EBB1-CB54-4FF3-92D1-183004EB37D5}" srcOrd="0" destOrd="0" presId="urn:microsoft.com/office/officeart/2016/7/layout/LinearArrowProcessNumbered"/>
    <dgm:cxn modelId="{46384E21-20A6-4C0A-955E-CD63A39250CB}" type="presOf" srcId="{3C32EB6A-BB34-497D-A14A-BBEC45F00FFD}" destId="{19BEEDDF-2584-433E-891C-6F3142EAB163}" srcOrd="0" destOrd="0" presId="urn:microsoft.com/office/officeart/2016/7/layout/LinearArrowProcessNumbered"/>
    <dgm:cxn modelId="{D7992227-C8ED-4FC1-ACD3-5AA6F923BD41}" type="presOf" srcId="{7078B1EB-B30C-4071-9F0F-551C04AD0AA7}" destId="{33C846BC-33F8-468A-AE11-412503144692}" srcOrd="0" destOrd="0" presId="urn:microsoft.com/office/officeart/2016/7/layout/LinearArrowProcessNumbered"/>
    <dgm:cxn modelId="{D712803C-4EC4-41CE-9C0D-F73EE8540F47}" type="presOf" srcId="{B1782B9D-6DA2-4BFB-B52B-1BC4F6154583}" destId="{F13D9D44-B37E-45E8-A75D-79A1DBE8CD50}" srcOrd="0" destOrd="0" presId="urn:microsoft.com/office/officeart/2016/7/layout/LinearArrowProcessNumbered"/>
    <dgm:cxn modelId="{32263941-6031-46BF-8905-69954329342F}" type="presOf" srcId="{A3D59AE7-3738-44BF-8C89-7C1BCE65F8F0}" destId="{8E16EF77-D7AB-46C3-B683-D2A84E8CCC68}" srcOrd="0" destOrd="0" presId="urn:microsoft.com/office/officeart/2016/7/layout/LinearArrowProcessNumbered"/>
    <dgm:cxn modelId="{39611543-8CB4-45EF-A491-9DE4AF04F159}" type="presOf" srcId="{5CBC0296-629B-4EE8-AE65-F4C68A1F1C36}" destId="{728CE9C7-0725-4CC8-A673-49DB89D1BC58}" srcOrd="0" destOrd="0" presId="urn:microsoft.com/office/officeart/2016/7/layout/LinearArrowProcessNumbered"/>
    <dgm:cxn modelId="{4D429146-9DD4-4DD0-8EC8-425375DAF146}" type="presOf" srcId="{EFA56317-082B-45BC-A000-9E30A305B3ED}" destId="{23D2E350-1534-4509-9771-972422611B5D}" srcOrd="0" destOrd="0" presId="urn:microsoft.com/office/officeart/2016/7/layout/LinearArrowProcessNumbered"/>
    <dgm:cxn modelId="{20768748-BF0C-41E2-9956-22E69BB3C205}" srcId="{B1782B9D-6DA2-4BFB-B52B-1BC4F6154583}" destId="{5CBC0296-629B-4EE8-AE65-F4C68A1F1C36}" srcOrd="2" destOrd="0" parTransId="{4F5F01FA-7888-40D7-B3BE-EB4A9E5F0221}" sibTransId="{49216026-2553-4835-A0DD-94783FAD512F}"/>
    <dgm:cxn modelId="{161D704E-76A1-478D-AE1D-73A848BE764F}" type="presOf" srcId="{49216026-2553-4835-A0DD-94783FAD512F}" destId="{F7146EB3-83A8-48CC-A50A-4915EDBE9EE4}" srcOrd="0" destOrd="0" presId="urn:microsoft.com/office/officeart/2016/7/layout/LinearArrowProcessNumbered"/>
    <dgm:cxn modelId="{14CC9F78-3F9F-4B16-BF15-8CD1C52BAA61}" type="presOf" srcId="{77806915-D070-4CAF-BA15-EBC010137068}" destId="{D9A4329F-76BF-4E2C-BE38-26C6BD96C5A2}" srcOrd="0" destOrd="0" presId="urn:microsoft.com/office/officeart/2016/7/layout/LinearArrowProcessNumbered"/>
    <dgm:cxn modelId="{6F2F4E87-DC29-4AFB-8FA7-5CBF994D7DF8}" srcId="{B1782B9D-6DA2-4BFB-B52B-1BC4F6154583}" destId="{90B64D84-7C2B-4689-8D46-A1EC222766CA}" srcOrd="6" destOrd="0" parTransId="{3B599D5C-7867-49AD-BCBD-2FCA7DFE1B9D}" sibTransId="{0743C65A-0F38-494B-8289-6EF151571CE6}"/>
    <dgm:cxn modelId="{E1B73192-B616-4C37-BC44-E34C0C405E4B}" type="presOf" srcId="{0743C65A-0F38-494B-8289-6EF151571CE6}" destId="{F33AF72D-4EC2-43BB-A6FF-E060A8D96B40}" srcOrd="0" destOrd="0" presId="urn:microsoft.com/office/officeart/2016/7/layout/LinearArrowProcessNumbered"/>
    <dgm:cxn modelId="{C26647A1-C530-4C54-AB93-0BC916AFDFFE}" type="presOf" srcId="{D78A50DF-E4EF-4AAE-9F47-79E23971180D}" destId="{0665052F-45AB-48CD-8D47-453951E166C1}" srcOrd="0" destOrd="0" presId="urn:microsoft.com/office/officeart/2016/7/layout/LinearArrowProcessNumbered"/>
    <dgm:cxn modelId="{E7B25DA2-9FA8-4E7E-9D71-F1F513A6DEE5}" srcId="{B1782B9D-6DA2-4BFB-B52B-1BC4F6154583}" destId="{7078B1EB-B30C-4071-9F0F-551C04AD0AA7}" srcOrd="5" destOrd="0" parTransId="{8325F79A-9A72-4951-902B-CC1D6A8945C4}" sibTransId="{A3D59AE7-3738-44BF-8C89-7C1BCE65F8F0}"/>
    <dgm:cxn modelId="{47FBE6A7-9921-4DBD-8F9B-5BD202BC4AA0}" srcId="{B1782B9D-6DA2-4BFB-B52B-1BC4F6154583}" destId="{A89C0E6E-BE5A-4D7D-9B05-8DE071DEA505}" srcOrd="4" destOrd="0" parTransId="{22C1FDF0-EF7E-4329-B9EA-E0B0B233A48A}" sibTransId="{EFA56317-082B-45BC-A000-9E30A305B3ED}"/>
    <dgm:cxn modelId="{CFEEA5B7-5433-4167-A121-B9829EF00C51}" srcId="{B1782B9D-6DA2-4BFB-B52B-1BC4F6154583}" destId="{7E475F44-1258-4BB8-81E0-75728ACA3464}" srcOrd="1" destOrd="0" parTransId="{A5F51AC0-F483-4781-BB65-8C8249748038}" sibTransId="{7029FA61-2930-4A6B-A1B2-F0C7BCEA1CD4}"/>
    <dgm:cxn modelId="{E7B7DCC3-D532-4BF6-8982-FD3760EFA8C1}" srcId="{B1782B9D-6DA2-4BFB-B52B-1BC4F6154583}" destId="{80E8CE65-E80E-41AF-93B4-C9A2D526F346}" srcOrd="0" destOrd="0" parTransId="{45F53B39-D1ED-4CD8-8E62-99F101C53AF0}" sibTransId="{77806915-D070-4CAF-BA15-EBC010137068}"/>
    <dgm:cxn modelId="{270951C7-C5D5-45D2-9E83-9D04740C6CF1}" type="presOf" srcId="{80E8CE65-E80E-41AF-93B4-C9A2D526F346}" destId="{1D250FE3-3960-4509-A33E-83DE668A5D2D}" srcOrd="0" destOrd="0" presId="urn:microsoft.com/office/officeart/2016/7/layout/LinearArrowProcessNumbered"/>
    <dgm:cxn modelId="{5E0CD9D3-F2B9-4659-96F2-987D016B4EF4}" type="presOf" srcId="{90B64D84-7C2B-4689-8D46-A1EC222766CA}" destId="{C9D4F39D-E5FF-4CDD-A4C6-BC5D3529407E}" srcOrd="0" destOrd="0" presId="urn:microsoft.com/office/officeart/2016/7/layout/LinearArrowProcessNumbered"/>
    <dgm:cxn modelId="{979B16DE-EEB2-4C14-812A-F6767310DE5D}" type="presOf" srcId="{7E475F44-1258-4BB8-81E0-75728ACA3464}" destId="{292381C2-D145-4A4C-A120-BD1A81189E8B}" srcOrd="0" destOrd="0" presId="urn:microsoft.com/office/officeart/2016/7/layout/LinearArrowProcessNumbered"/>
    <dgm:cxn modelId="{99A5DAEB-C2E7-4576-94E6-7A35E2A42032}" srcId="{B1782B9D-6DA2-4BFB-B52B-1BC4F6154583}" destId="{D78A50DF-E4EF-4AAE-9F47-79E23971180D}" srcOrd="3" destOrd="0" parTransId="{E9531BD4-42A6-4104-A14F-0AA36455583E}" sibTransId="{3C32EB6A-BB34-497D-A14A-BBEC45F00FFD}"/>
    <dgm:cxn modelId="{45AF0FFA-7C45-42F4-8A37-5D640101C961}" type="presOf" srcId="{A89C0E6E-BE5A-4D7D-9B05-8DE071DEA505}" destId="{73D9C830-4E1A-4EC9-8675-FF686C05AD67}" srcOrd="0" destOrd="0" presId="urn:microsoft.com/office/officeart/2016/7/layout/LinearArrowProcessNumbered"/>
    <dgm:cxn modelId="{81DEEBBB-62F4-432F-98ED-486E6A127A45}" type="presParOf" srcId="{F13D9D44-B37E-45E8-A75D-79A1DBE8CD50}" destId="{66CC8477-AF0C-4980-ADC6-BB5170E22484}" srcOrd="0" destOrd="0" presId="urn:microsoft.com/office/officeart/2016/7/layout/LinearArrowProcessNumbered"/>
    <dgm:cxn modelId="{D29ECB8A-7062-4FC2-9687-693EEEA20695}" type="presParOf" srcId="{66CC8477-AF0C-4980-ADC6-BB5170E22484}" destId="{8C4A122F-84E3-47CA-9FBC-0C2EA879C490}" srcOrd="0" destOrd="0" presId="urn:microsoft.com/office/officeart/2016/7/layout/LinearArrowProcessNumbered"/>
    <dgm:cxn modelId="{D97CE359-454E-45ED-B4B7-FC278490D53A}" type="presParOf" srcId="{66CC8477-AF0C-4980-ADC6-BB5170E22484}" destId="{46F5223A-214A-4530-9FCC-0705FD5BBE0C}" srcOrd="1" destOrd="0" presId="urn:microsoft.com/office/officeart/2016/7/layout/LinearArrowProcessNumbered"/>
    <dgm:cxn modelId="{AC5EDB8B-2331-437C-8FF4-D9139E56517C}" type="presParOf" srcId="{46F5223A-214A-4530-9FCC-0705FD5BBE0C}" destId="{5FE581B7-3DE0-4FFB-9014-6A285F9F97B8}" srcOrd="0" destOrd="0" presId="urn:microsoft.com/office/officeart/2016/7/layout/LinearArrowProcessNumbered"/>
    <dgm:cxn modelId="{7C728410-1317-4B6B-988A-49935956BFC9}" type="presParOf" srcId="{46F5223A-214A-4530-9FCC-0705FD5BBE0C}" destId="{443EC463-74B5-487F-B111-E1BF7805CEB0}" srcOrd="1" destOrd="0" presId="urn:microsoft.com/office/officeart/2016/7/layout/LinearArrowProcessNumbered"/>
    <dgm:cxn modelId="{5E18F384-595F-4E60-8E57-385691E60211}" type="presParOf" srcId="{46F5223A-214A-4530-9FCC-0705FD5BBE0C}" destId="{D9A4329F-76BF-4E2C-BE38-26C6BD96C5A2}" srcOrd="2" destOrd="0" presId="urn:microsoft.com/office/officeart/2016/7/layout/LinearArrowProcessNumbered"/>
    <dgm:cxn modelId="{C041AEE5-A9AF-4008-8BC7-FE43D768239D}" type="presParOf" srcId="{46F5223A-214A-4530-9FCC-0705FD5BBE0C}" destId="{E6F85F4B-AEBC-405F-B4F5-E497DE0A578C}" srcOrd="3" destOrd="0" presId="urn:microsoft.com/office/officeart/2016/7/layout/LinearArrowProcessNumbered"/>
    <dgm:cxn modelId="{FF83896E-21E9-4DE2-A770-CC59B165ACD3}" type="presParOf" srcId="{66CC8477-AF0C-4980-ADC6-BB5170E22484}" destId="{1D250FE3-3960-4509-A33E-83DE668A5D2D}" srcOrd="2" destOrd="0" presId="urn:microsoft.com/office/officeart/2016/7/layout/LinearArrowProcessNumbered"/>
    <dgm:cxn modelId="{BF07D4EE-0FCD-41D8-83CF-FA715CDA7C96}" type="presParOf" srcId="{F13D9D44-B37E-45E8-A75D-79A1DBE8CD50}" destId="{3221753B-C1E8-4EED-94F7-497AE78A2438}" srcOrd="1" destOrd="0" presId="urn:microsoft.com/office/officeart/2016/7/layout/LinearArrowProcessNumbered"/>
    <dgm:cxn modelId="{CCC9AE28-CDC1-4935-BE43-E7EB8B6D7ACA}" type="presParOf" srcId="{F13D9D44-B37E-45E8-A75D-79A1DBE8CD50}" destId="{49DCC672-D246-49E7-B128-42F64F462503}" srcOrd="2" destOrd="0" presId="urn:microsoft.com/office/officeart/2016/7/layout/LinearArrowProcessNumbered"/>
    <dgm:cxn modelId="{5A917064-890A-4CED-B8A4-7094B6D75BCE}" type="presParOf" srcId="{49DCC672-D246-49E7-B128-42F64F462503}" destId="{3EE92F94-2258-4FBD-A2F5-934046340F74}" srcOrd="0" destOrd="0" presId="urn:microsoft.com/office/officeart/2016/7/layout/LinearArrowProcessNumbered"/>
    <dgm:cxn modelId="{1A35D7B1-B06C-41F7-9C93-2A40974D9CC5}" type="presParOf" srcId="{49DCC672-D246-49E7-B128-42F64F462503}" destId="{31443CFF-966C-416B-86EE-6EFBB26A8F16}" srcOrd="1" destOrd="0" presId="urn:microsoft.com/office/officeart/2016/7/layout/LinearArrowProcessNumbered"/>
    <dgm:cxn modelId="{F1EA413E-EC10-4854-A83F-ACC362D0B02B}" type="presParOf" srcId="{31443CFF-966C-416B-86EE-6EFBB26A8F16}" destId="{0030BA17-019A-4DC2-83A3-8DABBBBC65DB}" srcOrd="0" destOrd="0" presId="urn:microsoft.com/office/officeart/2016/7/layout/LinearArrowProcessNumbered"/>
    <dgm:cxn modelId="{8AB98EAF-1588-4AED-820B-E4D39169AF75}" type="presParOf" srcId="{31443CFF-966C-416B-86EE-6EFBB26A8F16}" destId="{668F7254-1AAC-4557-A5C8-BF3573430453}" srcOrd="1" destOrd="0" presId="urn:microsoft.com/office/officeart/2016/7/layout/LinearArrowProcessNumbered"/>
    <dgm:cxn modelId="{DB547790-7916-40C9-AB75-E84FBE7E9F9E}" type="presParOf" srcId="{31443CFF-966C-416B-86EE-6EFBB26A8F16}" destId="{63D5EBB1-CB54-4FF3-92D1-183004EB37D5}" srcOrd="2" destOrd="0" presId="urn:microsoft.com/office/officeart/2016/7/layout/LinearArrowProcessNumbered"/>
    <dgm:cxn modelId="{C18C48B7-B323-4F27-A1B0-415981919BED}" type="presParOf" srcId="{31443CFF-966C-416B-86EE-6EFBB26A8F16}" destId="{2D5F2F66-A8AD-4A28-928C-4F3BEEEB2A9C}" srcOrd="3" destOrd="0" presId="urn:microsoft.com/office/officeart/2016/7/layout/LinearArrowProcessNumbered"/>
    <dgm:cxn modelId="{007FFFE2-D55C-4EF3-9C7E-AB059CD79B9D}" type="presParOf" srcId="{49DCC672-D246-49E7-B128-42F64F462503}" destId="{292381C2-D145-4A4C-A120-BD1A81189E8B}" srcOrd="2" destOrd="0" presId="urn:microsoft.com/office/officeart/2016/7/layout/LinearArrowProcessNumbered"/>
    <dgm:cxn modelId="{87C1B31E-FD4E-4085-8A78-8A409A59AA5F}" type="presParOf" srcId="{F13D9D44-B37E-45E8-A75D-79A1DBE8CD50}" destId="{F7344FA8-23AC-49BC-861A-A02BC909E9F1}" srcOrd="3" destOrd="0" presId="urn:microsoft.com/office/officeart/2016/7/layout/LinearArrowProcessNumbered"/>
    <dgm:cxn modelId="{3E2FCFBE-FDD1-4384-BAFB-568824C1C66E}" type="presParOf" srcId="{F13D9D44-B37E-45E8-A75D-79A1DBE8CD50}" destId="{08A4F24A-550E-41FA-B31C-1345715D6782}" srcOrd="4" destOrd="0" presId="urn:microsoft.com/office/officeart/2016/7/layout/LinearArrowProcessNumbered"/>
    <dgm:cxn modelId="{5542A8E2-74AC-4BE8-AD01-47B2B5579636}" type="presParOf" srcId="{08A4F24A-550E-41FA-B31C-1345715D6782}" destId="{1138B08C-F0CF-453E-B5F7-1A9897DA82D2}" srcOrd="0" destOrd="0" presId="urn:microsoft.com/office/officeart/2016/7/layout/LinearArrowProcessNumbered"/>
    <dgm:cxn modelId="{0D1A2EC4-4A3C-4405-9159-4E9CDF9254EB}" type="presParOf" srcId="{08A4F24A-550E-41FA-B31C-1345715D6782}" destId="{AA32DE42-521F-41EB-B3F5-CB83B850E4C6}" srcOrd="1" destOrd="0" presId="urn:microsoft.com/office/officeart/2016/7/layout/LinearArrowProcessNumbered"/>
    <dgm:cxn modelId="{79D47289-DB7A-42F7-9F70-29AF37E2DC1E}" type="presParOf" srcId="{AA32DE42-521F-41EB-B3F5-CB83B850E4C6}" destId="{D92FF2C9-B44D-476E-9E2C-325F9E0694BC}" srcOrd="0" destOrd="0" presId="urn:microsoft.com/office/officeart/2016/7/layout/LinearArrowProcessNumbered"/>
    <dgm:cxn modelId="{31CAA01B-EA6B-4FC5-997E-EFAA93839533}" type="presParOf" srcId="{AA32DE42-521F-41EB-B3F5-CB83B850E4C6}" destId="{4C14AE06-D966-495B-9A99-7041E7EC0BD1}" srcOrd="1" destOrd="0" presId="urn:microsoft.com/office/officeart/2016/7/layout/LinearArrowProcessNumbered"/>
    <dgm:cxn modelId="{67CC5226-1339-43BC-A78D-339E511FB0BE}" type="presParOf" srcId="{AA32DE42-521F-41EB-B3F5-CB83B850E4C6}" destId="{F7146EB3-83A8-48CC-A50A-4915EDBE9EE4}" srcOrd="2" destOrd="0" presId="urn:microsoft.com/office/officeart/2016/7/layout/LinearArrowProcessNumbered"/>
    <dgm:cxn modelId="{234831F6-CE7B-47EA-8F65-08893D40120C}" type="presParOf" srcId="{AA32DE42-521F-41EB-B3F5-CB83B850E4C6}" destId="{DC46D88F-A837-4523-94F8-83665A02E0A2}" srcOrd="3" destOrd="0" presId="urn:microsoft.com/office/officeart/2016/7/layout/LinearArrowProcessNumbered"/>
    <dgm:cxn modelId="{2F83974A-E9C7-4AC8-97E2-B0502C7307B3}" type="presParOf" srcId="{08A4F24A-550E-41FA-B31C-1345715D6782}" destId="{728CE9C7-0725-4CC8-A673-49DB89D1BC58}" srcOrd="2" destOrd="0" presId="urn:microsoft.com/office/officeart/2016/7/layout/LinearArrowProcessNumbered"/>
    <dgm:cxn modelId="{61627F25-BBFC-4ABB-BA92-C4908400FAC3}" type="presParOf" srcId="{F13D9D44-B37E-45E8-A75D-79A1DBE8CD50}" destId="{5B55E340-B89E-4D44-AAD0-B90C52B0686F}" srcOrd="5" destOrd="0" presId="urn:microsoft.com/office/officeart/2016/7/layout/LinearArrowProcessNumbered"/>
    <dgm:cxn modelId="{008C62C4-9980-44EC-A91E-CC307DF2E465}" type="presParOf" srcId="{F13D9D44-B37E-45E8-A75D-79A1DBE8CD50}" destId="{C0CC60F0-B5D4-4AFD-A846-6EA0810CE1F9}" srcOrd="6" destOrd="0" presId="urn:microsoft.com/office/officeart/2016/7/layout/LinearArrowProcessNumbered"/>
    <dgm:cxn modelId="{0112EEB7-AD61-449B-9E87-F5A1D7D228E2}" type="presParOf" srcId="{C0CC60F0-B5D4-4AFD-A846-6EA0810CE1F9}" destId="{F0BE18FB-B5E4-4D2F-B739-3A5B4FBF3407}" srcOrd="0" destOrd="0" presId="urn:microsoft.com/office/officeart/2016/7/layout/LinearArrowProcessNumbered"/>
    <dgm:cxn modelId="{43011B7F-792E-44E1-B2B5-0CE8C10F035B}" type="presParOf" srcId="{C0CC60F0-B5D4-4AFD-A846-6EA0810CE1F9}" destId="{41FABD0E-0766-42A7-9556-3C429F94C2D0}" srcOrd="1" destOrd="0" presId="urn:microsoft.com/office/officeart/2016/7/layout/LinearArrowProcessNumbered"/>
    <dgm:cxn modelId="{C5449489-6516-45BC-BEA6-52DFA8876544}" type="presParOf" srcId="{41FABD0E-0766-42A7-9556-3C429F94C2D0}" destId="{943EBC94-A5CB-4703-B6E8-B9F2D42397CD}" srcOrd="0" destOrd="0" presId="urn:microsoft.com/office/officeart/2016/7/layout/LinearArrowProcessNumbered"/>
    <dgm:cxn modelId="{FB575DDA-6FE6-4508-AC7F-5C67DCEE4532}" type="presParOf" srcId="{41FABD0E-0766-42A7-9556-3C429F94C2D0}" destId="{528BC17A-AF72-489D-9278-AC7CE5BA3D27}" srcOrd="1" destOrd="0" presId="urn:microsoft.com/office/officeart/2016/7/layout/LinearArrowProcessNumbered"/>
    <dgm:cxn modelId="{E901591E-C79B-4963-870D-B2C3D72CEE2E}" type="presParOf" srcId="{41FABD0E-0766-42A7-9556-3C429F94C2D0}" destId="{19BEEDDF-2584-433E-891C-6F3142EAB163}" srcOrd="2" destOrd="0" presId="urn:microsoft.com/office/officeart/2016/7/layout/LinearArrowProcessNumbered"/>
    <dgm:cxn modelId="{FCFFD7CE-6B62-4CB8-8FBC-D301006337A7}" type="presParOf" srcId="{41FABD0E-0766-42A7-9556-3C429F94C2D0}" destId="{5287ABED-B920-4A80-A529-22BEF5D72E30}" srcOrd="3" destOrd="0" presId="urn:microsoft.com/office/officeart/2016/7/layout/LinearArrowProcessNumbered"/>
    <dgm:cxn modelId="{5E4CDF0B-D69D-4711-8E8E-0B576EFB54EA}" type="presParOf" srcId="{C0CC60F0-B5D4-4AFD-A846-6EA0810CE1F9}" destId="{0665052F-45AB-48CD-8D47-453951E166C1}" srcOrd="2" destOrd="0" presId="urn:microsoft.com/office/officeart/2016/7/layout/LinearArrowProcessNumbered"/>
    <dgm:cxn modelId="{33549A01-8B98-4983-9045-D6392690E50C}" type="presParOf" srcId="{F13D9D44-B37E-45E8-A75D-79A1DBE8CD50}" destId="{03F9FEC9-FC56-4E86-95CD-22F60F3B3BA7}" srcOrd="7" destOrd="0" presId="urn:microsoft.com/office/officeart/2016/7/layout/LinearArrowProcessNumbered"/>
    <dgm:cxn modelId="{1EF3D318-17D9-41AE-BA6A-43C3A4AF1419}" type="presParOf" srcId="{F13D9D44-B37E-45E8-A75D-79A1DBE8CD50}" destId="{FCC9C4CA-8F08-4623-AAE5-B12EB4808351}" srcOrd="8" destOrd="0" presId="urn:microsoft.com/office/officeart/2016/7/layout/LinearArrowProcessNumbered"/>
    <dgm:cxn modelId="{312D7B07-09C3-48C0-805D-6FE5206854C2}" type="presParOf" srcId="{FCC9C4CA-8F08-4623-AAE5-B12EB4808351}" destId="{42355D95-C348-458C-9A03-E5056B893C41}" srcOrd="0" destOrd="0" presId="urn:microsoft.com/office/officeart/2016/7/layout/LinearArrowProcessNumbered"/>
    <dgm:cxn modelId="{845A4FBE-6AE0-4E34-A84B-92E5A59B4806}" type="presParOf" srcId="{FCC9C4CA-8F08-4623-AAE5-B12EB4808351}" destId="{41FCE04C-7CD1-49A9-9583-55860E1718F8}" srcOrd="1" destOrd="0" presId="urn:microsoft.com/office/officeart/2016/7/layout/LinearArrowProcessNumbered"/>
    <dgm:cxn modelId="{AFDEF4A9-64AF-4288-9457-1AF9865FF913}" type="presParOf" srcId="{41FCE04C-7CD1-49A9-9583-55860E1718F8}" destId="{F5664EC7-5244-4D70-9CB2-521D5F2A9B62}" srcOrd="0" destOrd="0" presId="urn:microsoft.com/office/officeart/2016/7/layout/LinearArrowProcessNumbered"/>
    <dgm:cxn modelId="{C72F2FAB-BFE3-46EC-AF93-ABC73E4DE89E}" type="presParOf" srcId="{41FCE04C-7CD1-49A9-9583-55860E1718F8}" destId="{BE651792-DBF7-4833-B9E1-E346A757C7F3}" srcOrd="1" destOrd="0" presId="urn:microsoft.com/office/officeart/2016/7/layout/LinearArrowProcessNumbered"/>
    <dgm:cxn modelId="{0FDE9CA4-EE85-4EAA-A105-410EC7286FA3}" type="presParOf" srcId="{41FCE04C-7CD1-49A9-9583-55860E1718F8}" destId="{23D2E350-1534-4509-9771-972422611B5D}" srcOrd="2" destOrd="0" presId="urn:microsoft.com/office/officeart/2016/7/layout/LinearArrowProcessNumbered"/>
    <dgm:cxn modelId="{D20798A4-3463-4EE6-BB9C-74B43BBE8725}" type="presParOf" srcId="{41FCE04C-7CD1-49A9-9583-55860E1718F8}" destId="{514AB340-7CCF-447F-93C9-CC1B14FF31F5}" srcOrd="3" destOrd="0" presId="urn:microsoft.com/office/officeart/2016/7/layout/LinearArrowProcessNumbered"/>
    <dgm:cxn modelId="{8CCD90E0-B93E-4ED7-B1DE-9C18C5870A00}" type="presParOf" srcId="{FCC9C4CA-8F08-4623-AAE5-B12EB4808351}" destId="{73D9C830-4E1A-4EC9-8675-FF686C05AD67}" srcOrd="2" destOrd="0" presId="urn:microsoft.com/office/officeart/2016/7/layout/LinearArrowProcessNumbered"/>
    <dgm:cxn modelId="{80A0B0AD-DC3B-4357-B640-BD7A2CB0FE97}" type="presParOf" srcId="{F13D9D44-B37E-45E8-A75D-79A1DBE8CD50}" destId="{3EB1F824-17CD-47E0-8262-128E75B69CBE}" srcOrd="9" destOrd="0" presId="urn:microsoft.com/office/officeart/2016/7/layout/LinearArrowProcessNumbered"/>
    <dgm:cxn modelId="{7C216D69-482F-445C-8F48-F9ACCC100B4F}" type="presParOf" srcId="{F13D9D44-B37E-45E8-A75D-79A1DBE8CD50}" destId="{CC18E87D-FCF6-4A46-A7F5-DA792FC1BB06}" srcOrd="10" destOrd="0" presId="urn:microsoft.com/office/officeart/2016/7/layout/LinearArrowProcessNumbered"/>
    <dgm:cxn modelId="{349171BC-AD9F-48A8-B0E2-C42084B7475C}" type="presParOf" srcId="{CC18E87D-FCF6-4A46-A7F5-DA792FC1BB06}" destId="{58172F81-4E30-47EA-9192-633CE2FABC29}" srcOrd="0" destOrd="0" presId="urn:microsoft.com/office/officeart/2016/7/layout/LinearArrowProcessNumbered"/>
    <dgm:cxn modelId="{0BD16B98-254C-4EE8-A9BE-FDC6DCA278E7}" type="presParOf" srcId="{CC18E87D-FCF6-4A46-A7F5-DA792FC1BB06}" destId="{E80D5E5C-E1AC-469A-8620-3059225087C5}" srcOrd="1" destOrd="0" presId="urn:microsoft.com/office/officeart/2016/7/layout/LinearArrowProcessNumbered"/>
    <dgm:cxn modelId="{B22F558B-9A56-4BF3-B80C-D75EF68F3F51}" type="presParOf" srcId="{E80D5E5C-E1AC-469A-8620-3059225087C5}" destId="{D214D838-4FDE-4B86-A01A-35320FA6550D}" srcOrd="0" destOrd="0" presId="urn:microsoft.com/office/officeart/2016/7/layout/LinearArrowProcessNumbered"/>
    <dgm:cxn modelId="{8876A269-C1B2-49EB-B699-62FC2B9168B8}" type="presParOf" srcId="{E80D5E5C-E1AC-469A-8620-3059225087C5}" destId="{5748A453-B824-42CE-927D-4C2CF5D7D4D7}" srcOrd="1" destOrd="0" presId="urn:microsoft.com/office/officeart/2016/7/layout/LinearArrowProcessNumbered"/>
    <dgm:cxn modelId="{17694AA1-E577-4081-B7D3-18A3CFBF8E0D}" type="presParOf" srcId="{E80D5E5C-E1AC-469A-8620-3059225087C5}" destId="{8E16EF77-D7AB-46C3-B683-D2A84E8CCC68}" srcOrd="2" destOrd="0" presId="urn:microsoft.com/office/officeart/2016/7/layout/LinearArrowProcessNumbered"/>
    <dgm:cxn modelId="{74A10333-6961-4F0D-891B-FF1679D3341F}" type="presParOf" srcId="{E80D5E5C-E1AC-469A-8620-3059225087C5}" destId="{29003CBE-C10B-415D-A736-A8FA3D735925}" srcOrd="3" destOrd="0" presId="urn:microsoft.com/office/officeart/2016/7/layout/LinearArrowProcessNumbered"/>
    <dgm:cxn modelId="{1CE09587-AD2F-4523-84D6-D28041FA8A71}" type="presParOf" srcId="{CC18E87D-FCF6-4A46-A7F5-DA792FC1BB06}" destId="{33C846BC-33F8-468A-AE11-412503144692}" srcOrd="2" destOrd="0" presId="urn:microsoft.com/office/officeart/2016/7/layout/LinearArrowProcessNumbered"/>
    <dgm:cxn modelId="{D38677E3-E32E-4B38-A30A-B6FAC31EB04B}" type="presParOf" srcId="{F13D9D44-B37E-45E8-A75D-79A1DBE8CD50}" destId="{07BEB74B-9A0B-4C2A-B4D9-FD5B4BEE24CD}" srcOrd="11" destOrd="0" presId="urn:microsoft.com/office/officeart/2016/7/layout/LinearArrowProcessNumbered"/>
    <dgm:cxn modelId="{62179871-255C-445C-A6FC-7D0DCC7FB4DE}" type="presParOf" srcId="{F13D9D44-B37E-45E8-A75D-79A1DBE8CD50}" destId="{8B384D25-BC71-4D43-AE22-C3CDC8BD8ACA}" srcOrd="12" destOrd="0" presId="urn:microsoft.com/office/officeart/2016/7/layout/LinearArrowProcessNumbered"/>
    <dgm:cxn modelId="{51363934-E8DE-442D-8D56-A1E5AB121CB8}" type="presParOf" srcId="{8B384D25-BC71-4D43-AE22-C3CDC8BD8ACA}" destId="{28602CAB-1BD1-4E74-A5DA-ADBCFD769CE5}" srcOrd="0" destOrd="0" presId="urn:microsoft.com/office/officeart/2016/7/layout/LinearArrowProcessNumbered"/>
    <dgm:cxn modelId="{5654EA98-DA4D-4199-8569-E26376ACA7B7}" type="presParOf" srcId="{8B384D25-BC71-4D43-AE22-C3CDC8BD8ACA}" destId="{F8A9793A-8561-49C4-B29F-D2AA6C67D0F4}" srcOrd="1" destOrd="0" presId="urn:microsoft.com/office/officeart/2016/7/layout/LinearArrowProcessNumbered"/>
    <dgm:cxn modelId="{1ADFE7FA-3781-4C09-AD09-D5D4A7198B15}" type="presParOf" srcId="{F8A9793A-8561-49C4-B29F-D2AA6C67D0F4}" destId="{355AE72E-6889-4AAC-A994-295AECC30844}" srcOrd="0" destOrd="0" presId="urn:microsoft.com/office/officeart/2016/7/layout/LinearArrowProcessNumbered"/>
    <dgm:cxn modelId="{66F1BA26-CAD0-414F-A26A-06129DA36B24}" type="presParOf" srcId="{F8A9793A-8561-49C4-B29F-D2AA6C67D0F4}" destId="{C5250F7D-E6D7-483B-9A9E-F094B1A2EC1D}" srcOrd="1" destOrd="0" presId="urn:microsoft.com/office/officeart/2016/7/layout/LinearArrowProcessNumbered"/>
    <dgm:cxn modelId="{5EF5FC7D-0A27-4A53-A457-2E6FD7DCB3BB}" type="presParOf" srcId="{F8A9793A-8561-49C4-B29F-D2AA6C67D0F4}" destId="{F33AF72D-4EC2-43BB-A6FF-E060A8D96B40}" srcOrd="2" destOrd="0" presId="urn:microsoft.com/office/officeart/2016/7/layout/LinearArrowProcessNumbered"/>
    <dgm:cxn modelId="{3EC568CB-B759-4E41-A539-07626675E714}" type="presParOf" srcId="{F8A9793A-8561-49C4-B29F-D2AA6C67D0F4}" destId="{EE2CE43B-9E0C-46B7-B633-F44AF4CB8CC0}" srcOrd="3" destOrd="0" presId="urn:microsoft.com/office/officeart/2016/7/layout/LinearArrowProcessNumbered"/>
    <dgm:cxn modelId="{77CB6B85-E05C-4CAE-8E9B-F15E82A7DAA8}" type="presParOf" srcId="{8B384D25-BC71-4D43-AE22-C3CDC8BD8ACA}" destId="{C9D4F39D-E5FF-4CDD-A4C6-BC5D3529407E}" srcOrd="2" destOrd="0" presId="urn:microsoft.com/office/officeart/2016/7/layout/LinearArrowProcessNumbered"/>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0F41578-FAD5-42A4-A34F-FE9CD7758C2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40FBC269-5A61-4B71-8609-6A8556600150}">
      <dgm:prSet/>
      <dgm:spPr/>
      <dgm:t>
        <a:bodyPr/>
        <a:lstStyle/>
        <a:p>
          <a:r>
            <a:rPr kumimoji="1" lang="en-US" b="0" i="0"/>
            <a:t>IPv4</a:t>
          </a:r>
          <a:r>
            <a:rPr kumimoji="1" lang="ja-JP" b="0" i="0"/>
            <a:t>のグローバル</a:t>
          </a:r>
          <a:r>
            <a:rPr kumimoji="1" lang="en-US" b="0" i="0"/>
            <a:t>IP</a:t>
          </a:r>
          <a:r>
            <a:rPr kumimoji="1" lang="ja-JP" b="0" i="0"/>
            <a:t>アドレスは枯渇しかけていて</a:t>
          </a:r>
          <a:r>
            <a:rPr kumimoji="1" lang="en-US" b="0" i="0"/>
            <a:t>IPv6</a:t>
          </a:r>
          <a:r>
            <a:rPr kumimoji="1" lang="ja-JP" b="0" i="0"/>
            <a:t>が開発された経緯があります。</a:t>
          </a:r>
          <a:endParaRPr lang="en-US"/>
        </a:p>
      </dgm:t>
    </dgm:pt>
    <dgm:pt modelId="{DF3ED330-CD4F-42D3-A5E2-56C92A29E17F}" type="parTrans" cxnId="{FA4909A0-6DC8-439E-A1F0-E937D5A40003}">
      <dgm:prSet/>
      <dgm:spPr/>
      <dgm:t>
        <a:bodyPr/>
        <a:lstStyle/>
        <a:p>
          <a:endParaRPr lang="en-US"/>
        </a:p>
      </dgm:t>
    </dgm:pt>
    <dgm:pt modelId="{3F213DCF-361F-44B6-8D69-E3D9AB9DB39A}" type="sibTrans" cxnId="{FA4909A0-6DC8-439E-A1F0-E937D5A40003}">
      <dgm:prSet/>
      <dgm:spPr/>
      <dgm:t>
        <a:bodyPr/>
        <a:lstStyle/>
        <a:p>
          <a:endParaRPr lang="en-US"/>
        </a:p>
      </dgm:t>
    </dgm:pt>
    <dgm:pt modelId="{5E372BF3-15D5-4068-9C8E-415CEE501BE7}">
      <dgm:prSet/>
      <dgm:spPr/>
      <dgm:t>
        <a:bodyPr/>
        <a:lstStyle/>
        <a:p>
          <a:r>
            <a:rPr kumimoji="1" lang="ja-JP" b="0" i="0"/>
            <a:t>その為、そもそも節約すればまだまだ使えます。</a:t>
          </a:r>
          <a:endParaRPr lang="en-US"/>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dgm:spPr/>
      <dgm:t>
        <a:bodyPr/>
        <a:lstStyle/>
        <a:p>
          <a:endParaRPr lang="en-US"/>
        </a:p>
      </dgm:t>
    </dgm:pt>
    <dgm:pt modelId="{F3F62740-98FA-4C6C-AB20-FAF6CA6D230C}">
      <dgm:prSet/>
      <dgm:spPr/>
      <dgm:t>
        <a:bodyPr/>
        <a:lstStyle/>
        <a:p>
          <a:r>
            <a:rPr kumimoji="1" lang="ja-JP" b="0" i="0"/>
            <a:t>その節約の意味もありグローバル</a:t>
          </a:r>
          <a:r>
            <a:rPr kumimoji="1" lang="en-US" b="0" i="0"/>
            <a:t>IP</a:t>
          </a:r>
          <a:r>
            <a:rPr kumimoji="1" lang="ja-JP" b="0" i="0"/>
            <a:t>アドレスは接続があるユーザーに自動で割り当ててインターネット接続をできるようにしています。</a:t>
          </a:r>
          <a:endParaRPr lang="en-US"/>
        </a:p>
      </dgm:t>
    </dgm:pt>
    <dgm:pt modelId="{4C843FB8-CAAD-41F9-92FC-6CC6B9A7D4C8}" type="parTrans" cxnId="{165F12B2-E37E-4876-AB06-31371514557D}">
      <dgm:prSet/>
      <dgm:spPr/>
      <dgm:t>
        <a:bodyPr/>
        <a:lstStyle/>
        <a:p>
          <a:endParaRPr lang="en-US"/>
        </a:p>
      </dgm:t>
    </dgm:pt>
    <dgm:pt modelId="{05405B03-2754-4A85-8CFE-AD377FFCEA51}" type="sibTrans" cxnId="{165F12B2-E37E-4876-AB06-31371514557D}">
      <dgm:prSet/>
      <dgm:spPr/>
      <dgm:t>
        <a:bodyPr/>
        <a:lstStyle/>
        <a:p>
          <a:endParaRPr lang="en-US"/>
        </a:p>
      </dgm:t>
    </dgm:pt>
    <dgm:pt modelId="{60EB7537-B410-47DD-BBDA-497F06D0B086}" type="pres">
      <dgm:prSet presAssocID="{B0F41578-FAD5-42A4-A34F-FE9CD7758C24}" presName="hierChild1" presStyleCnt="0">
        <dgm:presLayoutVars>
          <dgm:chPref val="1"/>
          <dgm:dir/>
          <dgm:animOne val="branch"/>
          <dgm:animLvl val="lvl"/>
          <dgm:resizeHandles/>
        </dgm:presLayoutVars>
      </dgm:prSet>
      <dgm:spPr/>
    </dgm:pt>
    <dgm:pt modelId="{AB2F6E7E-A204-46F5-A5A8-16582B765B14}" type="pres">
      <dgm:prSet presAssocID="{40FBC269-5A61-4B71-8609-6A8556600150}" presName="hierRoot1" presStyleCnt="0"/>
      <dgm:spPr/>
    </dgm:pt>
    <dgm:pt modelId="{DFC68B2F-EBF7-41F2-944D-D75264704CFC}" type="pres">
      <dgm:prSet presAssocID="{40FBC269-5A61-4B71-8609-6A8556600150}" presName="composite" presStyleCnt="0"/>
      <dgm:spPr/>
    </dgm:pt>
    <dgm:pt modelId="{373FF800-69EB-4205-B1D8-8F498CDFF575}" type="pres">
      <dgm:prSet presAssocID="{40FBC269-5A61-4B71-8609-6A8556600150}" presName="background" presStyleLbl="node0" presStyleIdx="0" presStyleCnt="3"/>
      <dgm:spPr/>
    </dgm:pt>
    <dgm:pt modelId="{354A934F-2880-4477-90F6-9FA28E034040}" type="pres">
      <dgm:prSet presAssocID="{40FBC269-5A61-4B71-8609-6A8556600150}" presName="text" presStyleLbl="fgAcc0" presStyleIdx="0" presStyleCnt="3">
        <dgm:presLayoutVars>
          <dgm:chPref val="3"/>
        </dgm:presLayoutVars>
      </dgm:prSet>
      <dgm:spPr/>
    </dgm:pt>
    <dgm:pt modelId="{07CA52C9-5A36-4658-A25E-6E74A68D101A}" type="pres">
      <dgm:prSet presAssocID="{40FBC269-5A61-4B71-8609-6A8556600150}" presName="hierChild2" presStyleCnt="0"/>
      <dgm:spPr/>
    </dgm:pt>
    <dgm:pt modelId="{A6444211-8DA6-4EE1-A128-4F3327298046}" type="pres">
      <dgm:prSet presAssocID="{5E372BF3-15D5-4068-9C8E-415CEE501BE7}" presName="hierRoot1" presStyleCnt="0"/>
      <dgm:spPr/>
    </dgm:pt>
    <dgm:pt modelId="{946A1119-106F-46C8-8CF9-9D3A126B0B53}" type="pres">
      <dgm:prSet presAssocID="{5E372BF3-15D5-4068-9C8E-415CEE501BE7}" presName="composite" presStyleCnt="0"/>
      <dgm:spPr/>
    </dgm:pt>
    <dgm:pt modelId="{44238331-3FC7-4760-81D7-B6C3ACB4F8CA}" type="pres">
      <dgm:prSet presAssocID="{5E372BF3-15D5-4068-9C8E-415CEE501BE7}" presName="background" presStyleLbl="node0" presStyleIdx="1" presStyleCnt="3"/>
      <dgm:spPr/>
    </dgm:pt>
    <dgm:pt modelId="{E984851D-8018-43C5-8904-9FB4309192BB}" type="pres">
      <dgm:prSet presAssocID="{5E372BF3-15D5-4068-9C8E-415CEE501BE7}" presName="text" presStyleLbl="fgAcc0" presStyleIdx="1" presStyleCnt="3">
        <dgm:presLayoutVars>
          <dgm:chPref val="3"/>
        </dgm:presLayoutVars>
      </dgm:prSet>
      <dgm:spPr/>
    </dgm:pt>
    <dgm:pt modelId="{A66216B7-F717-49DE-AE54-2FBA42878E72}" type="pres">
      <dgm:prSet presAssocID="{5E372BF3-15D5-4068-9C8E-415CEE501BE7}" presName="hierChild2" presStyleCnt="0"/>
      <dgm:spPr/>
    </dgm:pt>
    <dgm:pt modelId="{C0042714-8871-4979-A64E-2D1F4FA0A8BC}" type="pres">
      <dgm:prSet presAssocID="{F3F62740-98FA-4C6C-AB20-FAF6CA6D230C}" presName="hierRoot1" presStyleCnt="0"/>
      <dgm:spPr/>
    </dgm:pt>
    <dgm:pt modelId="{CE00288B-9BA4-4F42-B746-5C2874CC2BE2}" type="pres">
      <dgm:prSet presAssocID="{F3F62740-98FA-4C6C-AB20-FAF6CA6D230C}" presName="composite" presStyleCnt="0"/>
      <dgm:spPr/>
    </dgm:pt>
    <dgm:pt modelId="{36E1B037-D908-466F-B144-6A5CF15E0B7A}" type="pres">
      <dgm:prSet presAssocID="{F3F62740-98FA-4C6C-AB20-FAF6CA6D230C}" presName="background" presStyleLbl="node0" presStyleIdx="2" presStyleCnt="3"/>
      <dgm:spPr/>
    </dgm:pt>
    <dgm:pt modelId="{05FF2C54-E282-44FC-AE9E-541CD1DB970D}" type="pres">
      <dgm:prSet presAssocID="{F3F62740-98FA-4C6C-AB20-FAF6CA6D230C}" presName="text" presStyleLbl="fgAcc0" presStyleIdx="2" presStyleCnt="3">
        <dgm:presLayoutVars>
          <dgm:chPref val="3"/>
        </dgm:presLayoutVars>
      </dgm:prSet>
      <dgm:spPr/>
    </dgm:pt>
    <dgm:pt modelId="{FF653161-36CF-4ADA-849E-98FD9C4B2DB5}" type="pres">
      <dgm:prSet presAssocID="{F3F62740-98FA-4C6C-AB20-FAF6CA6D230C}" presName="hierChild2" presStyleCnt="0"/>
      <dgm:spPr/>
    </dgm:pt>
  </dgm:ptLst>
  <dgm:cxnLst>
    <dgm:cxn modelId="{2A537F48-3823-4708-BF9A-6C17EF09343C}" type="presOf" srcId="{F3F62740-98FA-4C6C-AB20-FAF6CA6D230C}" destId="{05FF2C54-E282-44FC-AE9E-541CD1DB970D}" srcOrd="0" destOrd="0" presId="urn:microsoft.com/office/officeart/2005/8/layout/hierarchy1"/>
    <dgm:cxn modelId="{6DAE4D73-CC1B-4A42-A717-E0DA9DCEF4D4}" type="presOf" srcId="{B0F41578-FAD5-42A4-A34F-FE9CD7758C24}" destId="{60EB7537-B410-47DD-BBDA-497F06D0B086}" srcOrd="0" destOrd="0" presId="urn:microsoft.com/office/officeart/2005/8/layout/hierarchy1"/>
    <dgm:cxn modelId="{F252F855-D92D-4288-A4A4-C5E68441036F}" type="presOf" srcId="{40FBC269-5A61-4B71-8609-6A8556600150}" destId="{354A934F-2880-4477-90F6-9FA28E034040}" srcOrd="0" destOrd="0" presId="urn:microsoft.com/office/officeart/2005/8/layout/hierarchy1"/>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165F12B2-E37E-4876-AB06-31371514557D}" srcId="{B0F41578-FAD5-42A4-A34F-FE9CD7758C24}" destId="{F3F62740-98FA-4C6C-AB20-FAF6CA6D230C}" srcOrd="2" destOrd="0" parTransId="{4C843FB8-CAAD-41F9-92FC-6CC6B9A7D4C8}" sibTransId="{05405B03-2754-4A85-8CFE-AD377FFCEA51}"/>
    <dgm:cxn modelId="{8785C5FE-8027-41D7-BD83-B303681F9ECE}" type="presOf" srcId="{5E372BF3-15D5-4068-9C8E-415CEE501BE7}" destId="{E984851D-8018-43C5-8904-9FB4309192BB}" srcOrd="0" destOrd="0" presId="urn:microsoft.com/office/officeart/2005/8/layout/hierarchy1"/>
    <dgm:cxn modelId="{A7A9847E-1005-4078-AD1B-9EBA6EFB2DD7}" type="presParOf" srcId="{60EB7537-B410-47DD-BBDA-497F06D0B086}" destId="{AB2F6E7E-A204-46F5-A5A8-16582B765B14}" srcOrd="0" destOrd="0" presId="urn:microsoft.com/office/officeart/2005/8/layout/hierarchy1"/>
    <dgm:cxn modelId="{1B0760AB-5EFE-423E-91F8-D4E40ABA64A4}" type="presParOf" srcId="{AB2F6E7E-A204-46F5-A5A8-16582B765B14}" destId="{DFC68B2F-EBF7-41F2-944D-D75264704CFC}" srcOrd="0" destOrd="0" presId="urn:microsoft.com/office/officeart/2005/8/layout/hierarchy1"/>
    <dgm:cxn modelId="{DAA5134A-F14D-4F9C-974C-9975F1A82BDA}" type="presParOf" srcId="{DFC68B2F-EBF7-41F2-944D-D75264704CFC}" destId="{373FF800-69EB-4205-B1D8-8F498CDFF575}" srcOrd="0" destOrd="0" presId="urn:microsoft.com/office/officeart/2005/8/layout/hierarchy1"/>
    <dgm:cxn modelId="{43217AE6-966A-4782-9FB2-42061D2A7433}" type="presParOf" srcId="{DFC68B2F-EBF7-41F2-944D-D75264704CFC}" destId="{354A934F-2880-4477-90F6-9FA28E034040}" srcOrd="1" destOrd="0" presId="urn:microsoft.com/office/officeart/2005/8/layout/hierarchy1"/>
    <dgm:cxn modelId="{BDE7EC63-DDA5-4CAC-8F51-666F5B4082CE}" type="presParOf" srcId="{AB2F6E7E-A204-46F5-A5A8-16582B765B14}" destId="{07CA52C9-5A36-4658-A25E-6E74A68D101A}" srcOrd="1" destOrd="0" presId="urn:microsoft.com/office/officeart/2005/8/layout/hierarchy1"/>
    <dgm:cxn modelId="{6FF729FA-552C-4E04-94FC-4015DF425D27}" type="presParOf" srcId="{60EB7537-B410-47DD-BBDA-497F06D0B086}" destId="{A6444211-8DA6-4EE1-A128-4F3327298046}" srcOrd="1" destOrd="0" presId="urn:microsoft.com/office/officeart/2005/8/layout/hierarchy1"/>
    <dgm:cxn modelId="{D32F5DD5-4594-4D60-81AA-A2E05D4CC1AF}" type="presParOf" srcId="{A6444211-8DA6-4EE1-A128-4F3327298046}" destId="{946A1119-106F-46C8-8CF9-9D3A126B0B53}" srcOrd="0" destOrd="0" presId="urn:microsoft.com/office/officeart/2005/8/layout/hierarchy1"/>
    <dgm:cxn modelId="{278E3F23-439F-4C74-9DD0-C2FF61354037}" type="presParOf" srcId="{946A1119-106F-46C8-8CF9-9D3A126B0B53}" destId="{44238331-3FC7-4760-81D7-B6C3ACB4F8CA}" srcOrd="0" destOrd="0" presId="urn:microsoft.com/office/officeart/2005/8/layout/hierarchy1"/>
    <dgm:cxn modelId="{ED481FC9-35E5-4B7F-8D83-54C0271A8022}" type="presParOf" srcId="{946A1119-106F-46C8-8CF9-9D3A126B0B53}" destId="{E984851D-8018-43C5-8904-9FB4309192BB}" srcOrd="1" destOrd="0" presId="urn:microsoft.com/office/officeart/2005/8/layout/hierarchy1"/>
    <dgm:cxn modelId="{65844B0E-2AAF-438D-9597-4423A1468471}" type="presParOf" srcId="{A6444211-8DA6-4EE1-A128-4F3327298046}" destId="{A66216B7-F717-49DE-AE54-2FBA42878E72}" srcOrd="1" destOrd="0" presId="urn:microsoft.com/office/officeart/2005/8/layout/hierarchy1"/>
    <dgm:cxn modelId="{EBE1CB1D-7BE3-4CE7-B989-ED8A6A925EC1}" type="presParOf" srcId="{60EB7537-B410-47DD-BBDA-497F06D0B086}" destId="{C0042714-8871-4979-A64E-2D1F4FA0A8BC}" srcOrd="2" destOrd="0" presId="urn:microsoft.com/office/officeart/2005/8/layout/hierarchy1"/>
    <dgm:cxn modelId="{86CDB7A3-508A-4EEC-8607-D758F21803E9}" type="presParOf" srcId="{C0042714-8871-4979-A64E-2D1F4FA0A8BC}" destId="{CE00288B-9BA4-4F42-B746-5C2874CC2BE2}" srcOrd="0" destOrd="0" presId="urn:microsoft.com/office/officeart/2005/8/layout/hierarchy1"/>
    <dgm:cxn modelId="{5A735B52-7979-48F8-AD7A-EBD4D05555E5}" type="presParOf" srcId="{CE00288B-9BA4-4F42-B746-5C2874CC2BE2}" destId="{36E1B037-D908-466F-B144-6A5CF15E0B7A}" srcOrd="0" destOrd="0" presId="urn:microsoft.com/office/officeart/2005/8/layout/hierarchy1"/>
    <dgm:cxn modelId="{CAD2765F-0050-4167-88D8-90881C681241}" type="presParOf" srcId="{CE00288B-9BA4-4F42-B746-5C2874CC2BE2}" destId="{05FF2C54-E282-44FC-AE9E-541CD1DB970D}" srcOrd="1" destOrd="0" presId="urn:microsoft.com/office/officeart/2005/8/layout/hierarchy1"/>
    <dgm:cxn modelId="{AC52EBFA-4ABE-4B5C-A83B-ADB38D0AD7DA}" type="presParOf" srcId="{C0042714-8871-4979-A64E-2D1F4FA0A8BC}" destId="{FF653161-36CF-4ADA-849E-98FD9C4B2DB5}"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0F41578-FAD5-42A4-A34F-FE9CD7758C24}" type="doc">
      <dgm:prSet loTypeId="urn:microsoft.com/office/officeart/2016/7/layout/BasicLinearProcessNumbered" loCatId="process" qsTypeId="urn:microsoft.com/office/officeart/2005/8/quickstyle/simple2" qsCatId="simple" csTypeId="urn:microsoft.com/office/officeart/2005/8/colors/accent3_2" csCatId="accent3"/>
      <dgm:spPr/>
      <dgm:t>
        <a:bodyPr/>
        <a:lstStyle/>
        <a:p>
          <a:endParaRPr lang="en-US"/>
        </a:p>
      </dgm:t>
    </dgm:pt>
    <dgm:pt modelId="{40FBC269-5A61-4B71-8609-6A8556600150}">
      <dgm:prSet/>
      <dgm:spPr/>
      <dgm:t>
        <a:bodyPr/>
        <a:lstStyle/>
        <a:p>
          <a:r>
            <a:rPr kumimoji="1" lang="en-US" b="0" i="0"/>
            <a:t>IPv4</a:t>
          </a:r>
          <a:r>
            <a:rPr kumimoji="1" lang="ja-JP" b="0" i="0"/>
            <a:t>のグローバル</a:t>
          </a:r>
          <a:r>
            <a:rPr kumimoji="1" lang="en-US" b="0" i="0"/>
            <a:t>IP</a:t>
          </a:r>
          <a:r>
            <a:rPr kumimoji="1" lang="ja-JP" b="0" i="0"/>
            <a:t>アドレスは枯渇しかけていて</a:t>
          </a:r>
          <a:r>
            <a:rPr kumimoji="1" lang="en-US" b="0" i="0"/>
            <a:t>IPv6</a:t>
          </a:r>
          <a:r>
            <a:rPr kumimoji="1" lang="ja-JP" b="0" i="0"/>
            <a:t>が開発された経緯があります。</a:t>
          </a:r>
          <a:endParaRPr lang="en-US"/>
        </a:p>
      </dgm:t>
    </dgm:pt>
    <dgm:pt modelId="{DF3ED330-CD4F-42D3-A5E2-56C92A29E17F}" type="parTrans" cxnId="{FA4909A0-6DC8-439E-A1F0-E937D5A40003}">
      <dgm:prSet/>
      <dgm:spPr/>
      <dgm:t>
        <a:bodyPr/>
        <a:lstStyle/>
        <a:p>
          <a:endParaRPr lang="en-US"/>
        </a:p>
      </dgm:t>
    </dgm:pt>
    <dgm:pt modelId="{3F213DCF-361F-44B6-8D69-E3D9AB9DB39A}" type="sibTrans" cxnId="{FA4909A0-6DC8-439E-A1F0-E937D5A40003}">
      <dgm:prSet phldrT="1"/>
      <dgm:spPr/>
      <dgm:t>
        <a:bodyPr/>
        <a:lstStyle/>
        <a:p>
          <a:r>
            <a:rPr lang="en-US"/>
            <a:t>1</a:t>
          </a:r>
        </a:p>
      </dgm:t>
    </dgm:pt>
    <dgm:pt modelId="{5E372BF3-15D5-4068-9C8E-415CEE501BE7}">
      <dgm:prSet/>
      <dgm:spPr/>
      <dgm:t>
        <a:bodyPr/>
        <a:lstStyle/>
        <a:p>
          <a:r>
            <a:rPr kumimoji="1" lang="ja-JP" b="0" i="0"/>
            <a:t>その為、そもそも節約すればまだまだ使えます。</a:t>
          </a:r>
          <a:endParaRPr lang="en-US"/>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phldrT="2"/>
      <dgm:spPr/>
      <dgm:t>
        <a:bodyPr/>
        <a:lstStyle/>
        <a:p>
          <a:r>
            <a:rPr lang="en-US"/>
            <a:t>2</a:t>
          </a:r>
        </a:p>
      </dgm:t>
    </dgm:pt>
    <dgm:pt modelId="{F3F62740-98FA-4C6C-AB20-FAF6CA6D230C}">
      <dgm:prSet/>
      <dgm:spPr/>
      <dgm:t>
        <a:bodyPr/>
        <a:lstStyle/>
        <a:p>
          <a:r>
            <a:rPr kumimoji="1" lang="ja-JP" b="0" i="0"/>
            <a:t>その節約の意味もありグローバル</a:t>
          </a:r>
          <a:r>
            <a:rPr kumimoji="1" lang="en-US" b="0" i="0"/>
            <a:t>IP</a:t>
          </a:r>
          <a:r>
            <a:rPr kumimoji="1" lang="ja-JP" b="0" i="0"/>
            <a:t>アドレスは接続があるユーザーに自動で割り当ててインターネット接続をできるようにしています。</a:t>
          </a:r>
          <a:endParaRPr lang="en-US"/>
        </a:p>
      </dgm:t>
    </dgm:pt>
    <dgm:pt modelId="{4C843FB8-CAAD-41F9-92FC-6CC6B9A7D4C8}" type="parTrans" cxnId="{165F12B2-E37E-4876-AB06-31371514557D}">
      <dgm:prSet/>
      <dgm:spPr/>
      <dgm:t>
        <a:bodyPr/>
        <a:lstStyle/>
        <a:p>
          <a:endParaRPr lang="en-US"/>
        </a:p>
      </dgm:t>
    </dgm:pt>
    <dgm:pt modelId="{05405B03-2754-4A85-8CFE-AD377FFCEA51}" type="sibTrans" cxnId="{165F12B2-E37E-4876-AB06-31371514557D}">
      <dgm:prSet phldrT="3"/>
      <dgm:spPr/>
      <dgm:t>
        <a:bodyPr/>
        <a:lstStyle/>
        <a:p>
          <a:r>
            <a:rPr lang="en-US"/>
            <a:t>3</a:t>
          </a:r>
        </a:p>
      </dgm:t>
    </dgm:pt>
    <dgm:pt modelId="{B3C35CE9-E0F2-4AFD-AC5E-5287C6B4A4D5}" type="pres">
      <dgm:prSet presAssocID="{B0F41578-FAD5-42A4-A34F-FE9CD7758C24}" presName="Name0" presStyleCnt="0">
        <dgm:presLayoutVars>
          <dgm:animLvl val="lvl"/>
          <dgm:resizeHandles val="exact"/>
        </dgm:presLayoutVars>
      </dgm:prSet>
      <dgm:spPr/>
    </dgm:pt>
    <dgm:pt modelId="{EC0E77BB-4F95-42BF-ACA9-FC11DEEABCA5}" type="pres">
      <dgm:prSet presAssocID="{40FBC269-5A61-4B71-8609-6A8556600150}" presName="compositeNode" presStyleCnt="0">
        <dgm:presLayoutVars>
          <dgm:bulletEnabled val="1"/>
        </dgm:presLayoutVars>
      </dgm:prSet>
      <dgm:spPr/>
    </dgm:pt>
    <dgm:pt modelId="{CF071964-FC4A-4BAB-801E-A5BC4184140A}" type="pres">
      <dgm:prSet presAssocID="{40FBC269-5A61-4B71-8609-6A8556600150}" presName="bgRect" presStyleLbl="bgAccFollowNode1" presStyleIdx="0" presStyleCnt="3"/>
      <dgm:spPr/>
    </dgm:pt>
    <dgm:pt modelId="{0354CDED-1440-4EC9-9A43-96F009EBD4D6}" type="pres">
      <dgm:prSet presAssocID="{3F213DCF-361F-44B6-8D69-E3D9AB9DB39A}" presName="sibTransNodeCircle" presStyleLbl="alignNode1" presStyleIdx="0" presStyleCnt="6">
        <dgm:presLayoutVars>
          <dgm:chMax val="0"/>
          <dgm:bulletEnabled/>
        </dgm:presLayoutVars>
      </dgm:prSet>
      <dgm:spPr/>
    </dgm:pt>
    <dgm:pt modelId="{C95AD0DD-4F7D-4E6E-8B3C-41B419CEC2F2}" type="pres">
      <dgm:prSet presAssocID="{40FBC269-5A61-4B71-8609-6A8556600150}" presName="bottomLine" presStyleLbl="alignNode1" presStyleIdx="1" presStyleCnt="6">
        <dgm:presLayoutVars/>
      </dgm:prSet>
      <dgm:spPr/>
    </dgm:pt>
    <dgm:pt modelId="{89DD1753-975A-4FE5-B4D7-29B3BBEE1121}" type="pres">
      <dgm:prSet presAssocID="{40FBC269-5A61-4B71-8609-6A8556600150}" presName="nodeText" presStyleLbl="bgAccFollowNode1" presStyleIdx="0" presStyleCnt="3">
        <dgm:presLayoutVars>
          <dgm:bulletEnabled val="1"/>
        </dgm:presLayoutVars>
      </dgm:prSet>
      <dgm:spPr/>
    </dgm:pt>
    <dgm:pt modelId="{AC244FAC-D2A4-4108-8E52-A9760A9F1097}" type="pres">
      <dgm:prSet presAssocID="{3F213DCF-361F-44B6-8D69-E3D9AB9DB39A}" presName="sibTrans" presStyleCnt="0"/>
      <dgm:spPr/>
    </dgm:pt>
    <dgm:pt modelId="{BAB8CBA2-B4FF-4027-BE35-1B8C09CB247F}" type="pres">
      <dgm:prSet presAssocID="{5E372BF3-15D5-4068-9C8E-415CEE501BE7}" presName="compositeNode" presStyleCnt="0">
        <dgm:presLayoutVars>
          <dgm:bulletEnabled val="1"/>
        </dgm:presLayoutVars>
      </dgm:prSet>
      <dgm:spPr/>
    </dgm:pt>
    <dgm:pt modelId="{FA18F383-FB8E-475D-85DD-921B626142BF}" type="pres">
      <dgm:prSet presAssocID="{5E372BF3-15D5-4068-9C8E-415CEE501BE7}" presName="bgRect" presStyleLbl="bgAccFollowNode1" presStyleIdx="1" presStyleCnt="3"/>
      <dgm:spPr/>
    </dgm:pt>
    <dgm:pt modelId="{B48D94FB-659F-4798-ACC6-2895CCC82CC8}" type="pres">
      <dgm:prSet presAssocID="{5899DC42-FFEC-4F02-9EFD-8692CB31202D}" presName="sibTransNodeCircle" presStyleLbl="alignNode1" presStyleIdx="2" presStyleCnt="6">
        <dgm:presLayoutVars>
          <dgm:chMax val="0"/>
          <dgm:bulletEnabled/>
        </dgm:presLayoutVars>
      </dgm:prSet>
      <dgm:spPr/>
    </dgm:pt>
    <dgm:pt modelId="{95DB09B1-57BB-4476-A598-E36644AF7949}" type="pres">
      <dgm:prSet presAssocID="{5E372BF3-15D5-4068-9C8E-415CEE501BE7}" presName="bottomLine" presStyleLbl="alignNode1" presStyleIdx="3" presStyleCnt="6">
        <dgm:presLayoutVars/>
      </dgm:prSet>
      <dgm:spPr/>
    </dgm:pt>
    <dgm:pt modelId="{6C28D4B9-8E69-4DA4-92C9-5112405B79FF}" type="pres">
      <dgm:prSet presAssocID="{5E372BF3-15D5-4068-9C8E-415CEE501BE7}" presName="nodeText" presStyleLbl="bgAccFollowNode1" presStyleIdx="1" presStyleCnt="3">
        <dgm:presLayoutVars>
          <dgm:bulletEnabled val="1"/>
        </dgm:presLayoutVars>
      </dgm:prSet>
      <dgm:spPr/>
    </dgm:pt>
    <dgm:pt modelId="{8099B837-6437-445D-A83C-18AAFCA1A9D6}" type="pres">
      <dgm:prSet presAssocID="{5899DC42-FFEC-4F02-9EFD-8692CB31202D}" presName="sibTrans" presStyleCnt="0"/>
      <dgm:spPr/>
    </dgm:pt>
    <dgm:pt modelId="{23E4E8FF-B37F-4462-B9B4-4E12C760E421}" type="pres">
      <dgm:prSet presAssocID="{F3F62740-98FA-4C6C-AB20-FAF6CA6D230C}" presName="compositeNode" presStyleCnt="0">
        <dgm:presLayoutVars>
          <dgm:bulletEnabled val="1"/>
        </dgm:presLayoutVars>
      </dgm:prSet>
      <dgm:spPr/>
    </dgm:pt>
    <dgm:pt modelId="{7D5ACE94-887C-41FF-AC62-8F3CA63D5FDA}" type="pres">
      <dgm:prSet presAssocID="{F3F62740-98FA-4C6C-AB20-FAF6CA6D230C}" presName="bgRect" presStyleLbl="bgAccFollowNode1" presStyleIdx="2" presStyleCnt="3"/>
      <dgm:spPr/>
    </dgm:pt>
    <dgm:pt modelId="{8EE79E4F-B094-4CCC-92B5-DA0A9EB7E9CB}" type="pres">
      <dgm:prSet presAssocID="{05405B03-2754-4A85-8CFE-AD377FFCEA51}" presName="sibTransNodeCircle" presStyleLbl="alignNode1" presStyleIdx="4" presStyleCnt="6">
        <dgm:presLayoutVars>
          <dgm:chMax val="0"/>
          <dgm:bulletEnabled/>
        </dgm:presLayoutVars>
      </dgm:prSet>
      <dgm:spPr/>
    </dgm:pt>
    <dgm:pt modelId="{B73DCD57-141F-4F04-B5B5-B339EF6BA9DF}" type="pres">
      <dgm:prSet presAssocID="{F3F62740-98FA-4C6C-AB20-FAF6CA6D230C}" presName="bottomLine" presStyleLbl="alignNode1" presStyleIdx="5" presStyleCnt="6">
        <dgm:presLayoutVars/>
      </dgm:prSet>
      <dgm:spPr/>
    </dgm:pt>
    <dgm:pt modelId="{071048F8-231A-49AD-9E82-E7626A798AEA}" type="pres">
      <dgm:prSet presAssocID="{F3F62740-98FA-4C6C-AB20-FAF6CA6D230C}" presName="nodeText" presStyleLbl="bgAccFollowNode1" presStyleIdx="2" presStyleCnt="3">
        <dgm:presLayoutVars>
          <dgm:bulletEnabled val="1"/>
        </dgm:presLayoutVars>
      </dgm:prSet>
      <dgm:spPr/>
    </dgm:pt>
  </dgm:ptLst>
  <dgm:cxnLst>
    <dgm:cxn modelId="{1964C105-E4E1-4758-94E8-B12A3FEA04FF}" type="presOf" srcId="{40FBC269-5A61-4B71-8609-6A8556600150}" destId="{CF071964-FC4A-4BAB-801E-A5BC4184140A}" srcOrd="0" destOrd="0" presId="urn:microsoft.com/office/officeart/2016/7/layout/BasicLinearProcessNumbered"/>
    <dgm:cxn modelId="{647A0D2C-48A3-4F52-8C71-A4080605D553}" type="presOf" srcId="{5899DC42-FFEC-4F02-9EFD-8692CB31202D}" destId="{B48D94FB-659F-4798-ACC6-2895CCC82CC8}" srcOrd="0" destOrd="0" presId="urn:microsoft.com/office/officeart/2016/7/layout/BasicLinearProcessNumbered"/>
    <dgm:cxn modelId="{84A8F35C-54D0-449B-B898-BFC7F3DFBD45}" type="presOf" srcId="{B0F41578-FAD5-42A4-A34F-FE9CD7758C24}" destId="{B3C35CE9-E0F2-4AFD-AC5E-5287C6B4A4D5}" srcOrd="0" destOrd="0" presId="urn:microsoft.com/office/officeart/2016/7/layout/BasicLinearProcessNumbered"/>
    <dgm:cxn modelId="{D4919B4A-C22D-4BF9-8112-75DB0F41E557}" type="presOf" srcId="{5E372BF3-15D5-4068-9C8E-415CEE501BE7}" destId="{FA18F383-FB8E-475D-85DD-921B626142BF}" srcOrd="0" destOrd="0" presId="urn:microsoft.com/office/officeart/2016/7/layout/BasicLinearProcessNumbered"/>
    <dgm:cxn modelId="{EE7F6471-46E4-48FC-A32F-5A401AF4BD0B}" type="presOf" srcId="{05405B03-2754-4A85-8CFE-AD377FFCEA51}" destId="{8EE79E4F-B094-4CCC-92B5-DA0A9EB7E9CB}" srcOrd="0" destOrd="0" presId="urn:microsoft.com/office/officeart/2016/7/layout/BasicLinearProcessNumbered"/>
    <dgm:cxn modelId="{33918792-1009-4414-B5B9-D2AA268B2B07}" type="presOf" srcId="{5E372BF3-15D5-4068-9C8E-415CEE501BE7}" destId="{6C28D4B9-8E69-4DA4-92C9-5112405B79FF}" srcOrd="1" destOrd="0" presId="urn:microsoft.com/office/officeart/2016/7/layout/BasicLinearProcessNumbered"/>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165F12B2-E37E-4876-AB06-31371514557D}" srcId="{B0F41578-FAD5-42A4-A34F-FE9CD7758C24}" destId="{F3F62740-98FA-4C6C-AB20-FAF6CA6D230C}" srcOrd="2" destOrd="0" parTransId="{4C843FB8-CAAD-41F9-92FC-6CC6B9A7D4C8}" sibTransId="{05405B03-2754-4A85-8CFE-AD377FFCEA51}"/>
    <dgm:cxn modelId="{61C0FABF-BD22-4C41-B27B-0EEE5B70428D}" type="presOf" srcId="{F3F62740-98FA-4C6C-AB20-FAF6CA6D230C}" destId="{071048F8-231A-49AD-9E82-E7626A798AEA}" srcOrd="1" destOrd="0" presId="urn:microsoft.com/office/officeart/2016/7/layout/BasicLinearProcessNumbered"/>
    <dgm:cxn modelId="{91F734C0-2EF6-4745-977B-E3236CC00D60}" type="presOf" srcId="{3F213DCF-361F-44B6-8D69-E3D9AB9DB39A}" destId="{0354CDED-1440-4EC9-9A43-96F009EBD4D6}" srcOrd="0" destOrd="0" presId="urn:microsoft.com/office/officeart/2016/7/layout/BasicLinearProcessNumbered"/>
    <dgm:cxn modelId="{535C96E2-14BC-4E24-AE58-072BAF14A602}" type="presOf" srcId="{F3F62740-98FA-4C6C-AB20-FAF6CA6D230C}" destId="{7D5ACE94-887C-41FF-AC62-8F3CA63D5FDA}" srcOrd="0" destOrd="0" presId="urn:microsoft.com/office/officeart/2016/7/layout/BasicLinearProcessNumbered"/>
    <dgm:cxn modelId="{5345B7FF-991F-414E-A8D2-C28E3A0CB2FE}" type="presOf" srcId="{40FBC269-5A61-4B71-8609-6A8556600150}" destId="{89DD1753-975A-4FE5-B4D7-29B3BBEE1121}" srcOrd="1" destOrd="0" presId="urn:microsoft.com/office/officeart/2016/7/layout/BasicLinearProcessNumbered"/>
    <dgm:cxn modelId="{A6245B3E-C736-4F5A-BCE1-7C1EFE3F01FB}" type="presParOf" srcId="{B3C35CE9-E0F2-4AFD-AC5E-5287C6B4A4D5}" destId="{EC0E77BB-4F95-42BF-ACA9-FC11DEEABCA5}" srcOrd="0" destOrd="0" presId="urn:microsoft.com/office/officeart/2016/7/layout/BasicLinearProcessNumbered"/>
    <dgm:cxn modelId="{06569006-BFF2-4221-B7C4-03DAC92DDEAC}" type="presParOf" srcId="{EC0E77BB-4F95-42BF-ACA9-FC11DEEABCA5}" destId="{CF071964-FC4A-4BAB-801E-A5BC4184140A}" srcOrd="0" destOrd="0" presId="urn:microsoft.com/office/officeart/2016/7/layout/BasicLinearProcessNumbered"/>
    <dgm:cxn modelId="{5B283337-86BE-41DD-B778-63E90FFE3A8E}" type="presParOf" srcId="{EC0E77BB-4F95-42BF-ACA9-FC11DEEABCA5}" destId="{0354CDED-1440-4EC9-9A43-96F009EBD4D6}" srcOrd="1" destOrd="0" presId="urn:microsoft.com/office/officeart/2016/7/layout/BasicLinearProcessNumbered"/>
    <dgm:cxn modelId="{95D9F9DB-62EB-472C-AE3B-C7BF960C3C4C}" type="presParOf" srcId="{EC0E77BB-4F95-42BF-ACA9-FC11DEEABCA5}" destId="{C95AD0DD-4F7D-4E6E-8B3C-41B419CEC2F2}" srcOrd="2" destOrd="0" presId="urn:microsoft.com/office/officeart/2016/7/layout/BasicLinearProcessNumbered"/>
    <dgm:cxn modelId="{A5A764E5-7E12-4DF0-A015-A8432EA0ED41}" type="presParOf" srcId="{EC0E77BB-4F95-42BF-ACA9-FC11DEEABCA5}" destId="{89DD1753-975A-4FE5-B4D7-29B3BBEE1121}" srcOrd="3" destOrd="0" presId="urn:microsoft.com/office/officeart/2016/7/layout/BasicLinearProcessNumbered"/>
    <dgm:cxn modelId="{E49D439E-B7FC-4620-9C17-181E965FAE82}" type="presParOf" srcId="{B3C35CE9-E0F2-4AFD-AC5E-5287C6B4A4D5}" destId="{AC244FAC-D2A4-4108-8E52-A9760A9F1097}" srcOrd="1" destOrd="0" presId="urn:microsoft.com/office/officeart/2016/7/layout/BasicLinearProcessNumbered"/>
    <dgm:cxn modelId="{4F9FA14F-EE83-4AF9-9872-5C9F3080DC33}" type="presParOf" srcId="{B3C35CE9-E0F2-4AFD-AC5E-5287C6B4A4D5}" destId="{BAB8CBA2-B4FF-4027-BE35-1B8C09CB247F}" srcOrd="2" destOrd="0" presId="urn:microsoft.com/office/officeart/2016/7/layout/BasicLinearProcessNumbered"/>
    <dgm:cxn modelId="{BEEF6A0A-3807-48BA-80E6-40076EFAE6A8}" type="presParOf" srcId="{BAB8CBA2-B4FF-4027-BE35-1B8C09CB247F}" destId="{FA18F383-FB8E-475D-85DD-921B626142BF}" srcOrd="0" destOrd="0" presId="urn:microsoft.com/office/officeart/2016/7/layout/BasicLinearProcessNumbered"/>
    <dgm:cxn modelId="{B9D57B3F-B9DA-432C-B7E2-CB6441BF9160}" type="presParOf" srcId="{BAB8CBA2-B4FF-4027-BE35-1B8C09CB247F}" destId="{B48D94FB-659F-4798-ACC6-2895CCC82CC8}" srcOrd="1" destOrd="0" presId="urn:microsoft.com/office/officeart/2016/7/layout/BasicLinearProcessNumbered"/>
    <dgm:cxn modelId="{9581671C-7C97-4B9D-9A1D-820A777327BE}" type="presParOf" srcId="{BAB8CBA2-B4FF-4027-BE35-1B8C09CB247F}" destId="{95DB09B1-57BB-4476-A598-E36644AF7949}" srcOrd="2" destOrd="0" presId="urn:microsoft.com/office/officeart/2016/7/layout/BasicLinearProcessNumbered"/>
    <dgm:cxn modelId="{2D7E67B7-55FA-476D-82E0-21824E745A2F}" type="presParOf" srcId="{BAB8CBA2-B4FF-4027-BE35-1B8C09CB247F}" destId="{6C28D4B9-8E69-4DA4-92C9-5112405B79FF}" srcOrd="3" destOrd="0" presId="urn:microsoft.com/office/officeart/2016/7/layout/BasicLinearProcessNumbered"/>
    <dgm:cxn modelId="{DD350A3D-6117-4714-AB2A-7287E00F91A2}" type="presParOf" srcId="{B3C35CE9-E0F2-4AFD-AC5E-5287C6B4A4D5}" destId="{8099B837-6437-445D-A83C-18AAFCA1A9D6}" srcOrd="3" destOrd="0" presId="urn:microsoft.com/office/officeart/2016/7/layout/BasicLinearProcessNumbered"/>
    <dgm:cxn modelId="{115DD153-F66C-437C-A8FE-B6E429CAD4D8}" type="presParOf" srcId="{B3C35CE9-E0F2-4AFD-AC5E-5287C6B4A4D5}" destId="{23E4E8FF-B37F-4462-B9B4-4E12C760E421}" srcOrd="4" destOrd="0" presId="urn:microsoft.com/office/officeart/2016/7/layout/BasicLinearProcessNumbered"/>
    <dgm:cxn modelId="{3402FF6F-7283-4339-BE90-A881FEAD2DFA}" type="presParOf" srcId="{23E4E8FF-B37F-4462-B9B4-4E12C760E421}" destId="{7D5ACE94-887C-41FF-AC62-8F3CA63D5FDA}" srcOrd="0" destOrd="0" presId="urn:microsoft.com/office/officeart/2016/7/layout/BasicLinearProcessNumbered"/>
    <dgm:cxn modelId="{0A4AFB96-8DF4-4BB7-8314-DF69C42A1E82}" type="presParOf" srcId="{23E4E8FF-B37F-4462-B9B4-4E12C760E421}" destId="{8EE79E4F-B094-4CCC-92B5-DA0A9EB7E9CB}" srcOrd="1" destOrd="0" presId="urn:microsoft.com/office/officeart/2016/7/layout/BasicLinearProcessNumbered"/>
    <dgm:cxn modelId="{CCCB9390-C77F-46C9-8D2C-49F099AB0792}" type="presParOf" srcId="{23E4E8FF-B37F-4462-B9B4-4E12C760E421}" destId="{B73DCD57-141F-4F04-B5B5-B339EF6BA9DF}" srcOrd="2" destOrd="0" presId="urn:microsoft.com/office/officeart/2016/7/layout/BasicLinearProcessNumbered"/>
    <dgm:cxn modelId="{3833F786-D6D0-47AF-B4DE-F602FBA0346A}" type="presParOf" srcId="{23E4E8FF-B37F-4462-B9B4-4E12C760E421}" destId="{071048F8-231A-49AD-9E82-E7626A798AEA}" srcOrd="3" destOrd="0" presId="urn:microsoft.com/office/officeart/2016/7/layout/BasicLinearProcessNumbered"/>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0F41578-FAD5-42A4-A34F-FE9CD7758C24}" type="doc">
      <dgm:prSet loTypeId="urn:microsoft.com/office/officeart/2016/7/layout/BasicLinearProcessNumbered" loCatId="process" qsTypeId="urn:microsoft.com/office/officeart/2005/8/quickstyle/simple2" qsCatId="simple" csTypeId="urn:microsoft.com/office/officeart/2005/8/colors/accent1_2" csCatId="accent1"/>
      <dgm:spPr/>
      <dgm:t>
        <a:bodyPr/>
        <a:lstStyle/>
        <a:p>
          <a:endParaRPr lang="en-US"/>
        </a:p>
      </dgm:t>
    </dgm:pt>
    <dgm:pt modelId="{5E372BF3-15D5-4068-9C8E-415CEE501BE7}">
      <dgm:prSet/>
      <dgm:spPr/>
      <dgm:t>
        <a:bodyPr/>
        <a:lstStyle/>
        <a:p>
          <a:r>
            <a:rPr kumimoji="1" lang="ja-JP" b="0" i="0"/>
            <a:t>その為、そもそも節約すればまだまだ使えます。</a:t>
          </a:r>
          <a:endParaRPr lang="en-US"/>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phldrT="2" phldr="0"/>
      <dgm:spPr/>
      <dgm:t>
        <a:bodyPr/>
        <a:lstStyle/>
        <a:p>
          <a:r>
            <a:rPr lang="en-US"/>
            <a:t>2</a:t>
          </a:r>
          <a:endParaRPr lang="en-US" dirty="0"/>
        </a:p>
      </dgm:t>
    </dgm:pt>
    <dgm:pt modelId="{F3F62740-98FA-4C6C-AB20-FAF6CA6D230C}">
      <dgm:prSet/>
      <dgm:spPr/>
      <dgm:t>
        <a:bodyPr/>
        <a:lstStyle/>
        <a:p>
          <a:r>
            <a:rPr kumimoji="1" lang="ja-JP" b="0" i="0"/>
            <a:t>その節約の意味もありグローバル</a:t>
          </a:r>
          <a:r>
            <a:rPr kumimoji="1" lang="en-US" b="0" i="0"/>
            <a:t>IP</a:t>
          </a:r>
          <a:r>
            <a:rPr kumimoji="1" lang="ja-JP" b="0" i="0"/>
            <a:t>アドレスは接続があるユーザーに自動で割り当ててインターネット接続をできるようにしています。</a:t>
          </a:r>
          <a:endParaRPr lang="en-US"/>
        </a:p>
      </dgm:t>
    </dgm:pt>
    <dgm:pt modelId="{4C843FB8-CAAD-41F9-92FC-6CC6B9A7D4C8}" type="parTrans" cxnId="{165F12B2-E37E-4876-AB06-31371514557D}">
      <dgm:prSet/>
      <dgm:spPr/>
      <dgm:t>
        <a:bodyPr/>
        <a:lstStyle/>
        <a:p>
          <a:endParaRPr lang="en-US"/>
        </a:p>
      </dgm:t>
    </dgm:pt>
    <dgm:pt modelId="{05405B03-2754-4A85-8CFE-AD377FFCEA51}" type="sibTrans" cxnId="{165F12B2-E37E-4876-AB06-31371514557D}">
      <dgm:prSet phldrT="3" phldr="0"/>
      <dgm:spPr/>
      <dgm:t>
        <a:bodyPr/>
        <a:lstStyle/>
        <a:p>
          <a:r>
            <a:rPr lang="en-US"/>
            <a:t>3</a:t>
          </a:r>
          <a:endParaRPr lang="en-US" dirty="0"/>
        </a:p>
      </dgm:t>
    </dgm:pt>
    <dgm:pt modelId="{40FBC269-5A61-4B71-8609-6A8556600150}">
      <dgm:prSet/>
      <dgm:spPr/>
      <dgm:t>
        <a:bodyPr/>
        <a:lstStyle/>
        <a:p>
          <a:r>
            <a:rPr kumimoji="1" lang="en-US" b="0" i="0"/>
            <a:t>IPv4</a:t>
          </a:r>
          <a:r>
            <a:rPr kumimoji="1" lang="ja-JP" b="0" i="0"/>
            <a:t>のグローバル</a:t>
          </a:r>
          <a:r>
            <a:rPr kumimoji="1" lang="en-US" b="0" i="0"/>
            <a:t>IP</a:t>
          </a:r>
          <a:r>
            <a:rPr kumimoji="1" lang="ja-JP" b="0" i="0"/>
            <a:t>アドレスは枯渇しかけていて</a:t>
          </a:r>
          <a:r>
            <a:rPr kumimoji="1" lang="en-US" b="0" i="0"/>
            <a:t>IPv6</a:t>
          </a:r>
          <a:r>
            <a:rPr kumimoji="1" lang="ja-JP" b="0" i="0"/>
            <a:t>が開発された経緯があります。</a:t>
          </a:r>
          <a:endParaRPr lang="en-US"/>
        </a:p>
      </dgm:t>
    </dgm:pt>
    <dgm:pt modelId="{3F213DCF-361F-44B6-8D69-E3D9AB9DB39A}" type="sibTrans" cxnId="{FA4909A0-6DC8-439E-A1F0-E937D5A40003}">
      <dgm:prSet phldrT="1" phldr="0"/>
      <dgm:spPr/>
      <dgm:t>
        <a:bodyPr/>
        <a:lstStyle/>
        <a:p>
          <a:r>
            <a:rPr lang="en-US"/>
            <a:t>1</a:t>
          </a:r>
          <a:endParaRPr lang="en-US" dirty="0"/>
        </a:p>
      </dgm:t>
    </dgm:pt>
    <dgm:pt modelId="{DF3ED330-CD4F-42D3-A5E2-56C92A29E17F}" type="parTrans" cxnId="{FA4909A0-6DC8-439E-A1F0-E937D5A40003}">
      <dgm:prSet/>
      <dgm:spPr/>
      <dgm:t>
        <a:bodyPr/>
        <a:lstStyle/>
        <a:p>
          <a:endParaRPr lang="en-US"/>
        </a:p>
      </dgm:t>
    </dgm:pt>
    <dgm:pt modelId="{5A173223-EFF9-4A76-B262-15DEE67ACEFC}" type="pres">
      <dgm:prSet presAssocID="{B0F41578-FAD5-42A4-A34F-FE9CD7758C24}" presName="Name0" presStyleCnt="0">
        <dgm:presLayoutVars>
          <dgm:animLvl val="lvl"/>
          <dgm:resizeHandles val="exact"/>
        </dgm:presLayoutVars>
      </dgm:prSet>
      <dgm:spPr/>
    </dgm:pt>
    <dgm:pt modelId="{B865BFA8-8283-4791-A9B9-E6F877581C5D}" type="pres">
      <dgm:prSet presAssocID="{40FBC269-5A61-4B71-8609-6A8556600150}" presName="compositeNode" presStyleCnt="0">
        <dgm:presLayoutVars>
          <dgm:bulletEnabled val="1"/>
        </dgm:presLayoutVars>
      </dgm:prSet>
      <dgm:spPr/>
    </dgm:pt>
    <dgm:pt modelId="{D3C06522-6D2A-455D-9FCA-4C32BCBAA791}" type="pres">
      <dgm:prSet presAssocID="{40FBC269-5A61-4B71-8609-6A8556600150}" presName="bgRect" presStyleLbl="bgAccFollowNode1" presStyleIdx="0" presStyleCnt="3"/>
      <dgm:spPr/>
    </dgm:pt>
    <dgm:pt modelId="{DB8FC8B0-CE8C-4549-BC2F-607267C2252E}" type="pres">
      <dgm:prSet presAssocID="{3F213DCF-361F-44B6-8D69-E3D9AB9DB39A}" presName="sibTransNodeCircle" presStyleLbl="alignNode1" presStyleIdx="0" presStyleCnt="6">
        <dgm:presLayoutVars>
          <dgm:chMax val="0"/>
          <dgm:bulletEnabled/>
        </dgm:presLayoutVars>
      </dgm:prSet>
      <dgm:spPr/>
    </dgm:pt>
    <dgm:pt modelId="{B6077972-EAAF-40C9-9C64-4F3DCC7540E9}" type="pres">
      <dgm:prSet presAssocID="{40FBC269-5A61-4B71-8609-6A8556600150}" presName="bottomLine" presStyleLbl="alignNode1" presStyleIdx="1" presStyleCnt="6">
        <dgm:presLayoutVars/>
      </dgm:prSet>
      <dgm:spPr/>
    </dgm:pt>
    <dgm:pt modelId="{C4978F68-86A9-4C58-9D3F-770EDA070654}" type="pres">
      <dgm:prSet presAssocID="{40FBC269-5A61-4B71-8609-6A8556600150}" presName="nodeText" presStyleLbl="bgAccFollowNode1" presStyleIdx="0" presStyleCnt="3">
        <dgm:presLayoutVars>
          <dgm:bulletEnabled val="1"/>
        </dgm:presLayoutVars>
      </dgm:prSet>
      <dgm:spPr/>
    </dgm:pt>
    <dgm:pt modelId="{D6186CCE-62AD-4166-BA1B-258F4F00F055}" type="pres">
      <dgm:prSet presAssocID="{3F213DCF-361F-44B6-8D69-E3D9AB9DB39A}" presName="sibTrans" presStyleCnt="0"/>
      <dgm:spPr/>
    </dgm:pt>
    <dgm:pt modelId="{6D31BB5F-C8AE-4D45-AD4C-E4E1AD5B80A3}" type="pres">
      <dgm:prSet presAssocID="{5E372BF3-15D5-4068-9C8E-415CEE501BE7}" presName="compositeNode" presStyleCnt="0">
        <dgm:presLayoutVars>
          <dgm:bulletEnabled val="1"/>
        </dgm:presLayoutVars>
      </dgm:prSet>
      <dgm:spPr/>
    </dgm:pt>
    <dgm:pt modelId="{17D70829-00C1-482D-B949-8B481E39A349}" type="pres">
      <dgm:prSet presAssocID="{5E372BF3-15D5-4068-9C8E-415CEE501BE7}" presName="bgRect" presStyleLbl="bgAccFollowNode1" presStyleIdx="1" presStyleCnt="3"/>
      <dgm:spPr/>
    </dgm:pt>
    <dgm:pt modelId="{99EDC1DD-7183-44E0-9670-7F902D13EBF3}" type="pres">
      <dgm:prSet presAssocID="{5899DC42-FFEC-4F02-9EFD-8692CB31202D}" presName="sibTransNodeCircle" presStyleLbl="alignNode1" presStyleIdx="2" presStyleCnt="6">
        <dgm:presLayoutVars>
          <dgm:chMax val="0"/>
          <dgm:bulletEnabled/>
        </dgm:presLayoutVars>
      </dgm:prSet>
      <dgm:spPr/>
    </dgm:pt>
    <dgm:pt modelId="{F4EF5973-CACE-4499-A0E6-E9C4308BB80C}" type="pres">
      <dgm:prSet presAssocID="{5E372BF3-15D5-4068-9C8E-415CEE501BE7}" presName="bottomLine" presStyleLbl="alignNode1" presStyleIdx="3" presStyleCnt="6">
        <dgm:presLayoutVars/>
      </dgm:prSet>
      <dgm:spPr/>
    </dgm:pt>
    <dgm:pt modelId="{F4F6F9C2-6BB4-4443-ADDF-176ECF988BB4}" type="pres">
      <dgm:prSet presAssocID="{5E372BF3-15D5-4068-9C8E-415CEE501BE7}" presName="nodeText" presStyleLbl="bgAccFollowNode1" presStyleIdx="1" presStyleCnt="3">
        <dgm:presLayoutVars>
          <dgm:bulletEnabled val="1"/>
        </dgm:presLayoutVars>
      </dgm:prSet>
      <dgm:spPr/>
    </dgm:pt>
    <dgm:pt modelId="{89FC2483-82D3-4989-ADF3-0F14DA20D3B6}" type="pres">
      <dgm:prSet presAssocID="{5899DC42-FFEC-4F02-9EFD-8692CB31202D}" presName="sibTrans" presStyleCnt="0"/>
      <dgm:spPr/>
    </dgm:pt>
    <dgm:pt modelId="{12B331AB-D60A-4D9E-A23B-970ADCC07252}" type="pres">
      <dgm:prSet presAssocID="{F3F62740-98FA-4C6C-AB20-FAF6CA6D230C}" presName="compositeNode" presStyleCnt="0">
        <dgm:presLayoutVars>
          <dgm:bulletEnabled val="1"/>
        </dgm:presLayoutVars>
      </dgm:prSet>
      <dgm:spPr/>
    </dgm:pt>
    <dgm:pt modelId="{54EBF387-5222-4902-A0CD-AA3CAF543FA2}" type="pres">
      <dgm:prSet presAssocID="{F3F62740-98FA-4C6C-AB20-FAF6CA6D230C}" presName="bgRect" presStyleLbl="bgAccFollowNode1" presStyleIdx="2" presStyleCnt="3"/>
      <dgm:spPr/>
    </dgm:pt>
    <dgm:pt modelId="{034273E1-0827-4D98-83DF-74A57FACAA01}" type="pres">
      <dgm:prSet presAssocID="{05405B03-2754-4A85-8CFE-AD377FFCEA51}" presName="sibTransNodeCircle" presStyleLbl="alignNode1" presStyleIdx="4" presStyleCnt="6">
        <dgm:presLayoutVars>
          <dgm:chMax val="0"/>
          <dgm:bulletEnabled/>
        </dgm:presLayoutVars>
      </dgm:prSet>
      <dgm:spPr/>
    </dgm:pt>
    <dgm:pt modelId="{638514CB-56EE-4A8C-8416-E7C330F09E90}" type="pres">
      <dgm:prSet presAssocID="{F3F62740-98FA-4C6C-AB20-FAF6CA6D230C}" presName="bottomLine" presStyleLbl="alignNode1" presStyleIdx="5" presStyleCnt="6">
        <dgm:presLayoutVars/>
      </dgm:prSet>
      <dgm:spPr/>
    </dgm:pt>
    <dgm:pt modelId="{33EBE6DB-2D90-47A9-AA06-781D343A6B3C}" type="pres">
      <dgm:prSet presAssocID="{F3F62740-98FA-4C6C-AB20-FAF6CA6D230C}" presName="nodeText" presStyleLbl="bgAccFollowNode1" presStyleIdx="2" presStyleCnt="3">
        <dgm:presLayoutVars>
          <dgm:bulletEnabled val="1"/>
        </dgm:presLayoutVars>
      </dgm:prSet>
      <dgm:spPr/>
    </dgm:pt>
  </dgm:ptLst>
  <dgm:cxnLst>
    <dgm:cxn modelId="{FFEF8137-57DA-45E3-9B9A-B2D612264669}" type="presOf" srcId="{5899DC42-FFEC-4F02-9EFD-8692CB31202D}" destId="{99EDC1DD-7183-44E0-9670-7F902D13EBF3}" srcOrd="0" destOrd="0" presId="urn:microsoft.com/office/officeart/2016/7/layout/BasicLinearProcessNumbered"/>
    <dgm:cxn modelId="{3C194B3B-3E73-4AC0-93CA-0A7FCD0C249C}" type="presOf" srcId="{5E372BF3-15D5-4068-9C8E-415CEE501BE7}" destId="{17D70829-00C1-482D-B949-8B481E39A349}" srcOrd="0" destOrd="0" presId="urn:microsoft.com/office/officeart/2016/7/layout/BasicLinearProcessNumbered"/>
    <dgm:cxn modelId="{75EF7F60-D22F-4D70-8815-C35925C3DF60}" type="presOf" srcId="{F3F62740-98FA-4C6C-AB20-FAF6CA6D230C}" destId="{33EBE6DB-2D90-47A9-AA06-781D343A6B3C}" srcOrd="1" destOrd="0" presId="urn:microsoft.com/office/officeart/2016/7/layout/BasicLinearProcessNumbered"/>
    <dgm:cxn modelId="{30773168-2CDF-44F1-9127-22DC7A35C434}" type="presOf" srcId="{5E372BF3-15D5-4068-9C8E-415CEE501BE7}" destId="{F4F6F9C2-6BB4-4443-ADDF-176ECF988BB4}" srcOrd="1" destOrd="0" presId="urn:microsoft.com/office/officeart/2016/7/layout/BasicLinearProcessNumbered"/>
    <dgm:cxn modelId="{CD436B4B-9295-4608-AA1C-5DCBC8083756}" type="presOf" srcId="{40FBC269-5A61-4B71-8609-6A8556600150}" destId="{D3C06522-6D2A-455D-9FCA-4C32BCBAA791}" srcOrd="0" destOrd="0" presId="urn:microsoft.com/office/officeart/2016/7/layout/BasicLinearProcessNumbered"/>
    <dgm:cxn modelId="{CA3AB86E-D448-4A12-9DF7-DB647C590140}" type="presOf" srcId="{3F213DCF-361F-44B6-8D69-E3D9AB9DB39A}" destId="{DB8FC8B0-CE8C-4549-BC2F-607267C2252E}" srcOrd="0" destOrd="0" presId="urn:microsoft.com/office/officeart/2016/7/layout/BasicLinearProcessNumbered"/>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165F12B2-E37E-4876-AB06-31371514557D}" srcId="{B0F41578-FAD5-42A4-A34F-FE9CD7758C24}" destId="{F3F62740-98FA-4C6C-AB20-FAF6CA6D230C}" srcOrd="2" destOrd="0" parTransId="{4C843FB8-CAAD-41F9-92FC-6CC6B9A7D4C8}" sibTransId="{05405B03-2754-4A85-8CFE-AD377FFCEA51}"/>
    <dgm:cxn modelId="{3B3B84D6-1887-4E1F-8289-6949CECE39F0}" type="presOf" srcId="{05405B03-2754-4A85-8CFE-AD377FFCEA51}" destId="{034273E1-0827-4D98-83DF-74A57FACAA01}" srcOrd="0" destOrd="0" presId="urn:microsoft.com/office/officeart/2016/7/layout/BasicLinearProcessNumbered"/>
    <dgm:cxn modelId="{D60108DA-C80A-42B6-A48C-421A7DD39832}" type="presOf" srcId="{F3F62740-98FA-4C6C-AB20-FAF6CA6D230C}" destId="{54EBF387-5222-4902-A0CD-AA3CAF543FA2}" srcOrd="0" destOrd="0" presId="urn:microsoft.com/office/officeart/2016/7/layout/BasicLinearProcessNumbered"/>
    <dgm:cxn modelId="{39EC9CDE-FE8B-4C92-B4AF-39F88829AC6D}" type="presOf" srcId="{40FBC269-5A61-4B71-8609-6A8556600150}" destId="{C4978F68-86A9-4C58-9D3F-770EDA070654}" srcOrd="1" destOrd="0" presId="urn:microsoft.com/office/officeart/2016/7/layout/BasicLinearProcessNumbered"/>
    <dgm:cxn modelId="{6227EEFF-4E13-4C71-B25D-74DB0CBD5A3D}" type="presOf" srcId="{B0F41578-FAD5-42A4-A34F-FE9CD7758C24}" destId="{5A173223-EFF9-4A76-B262-15DEE67ACEFC}" srcOrd="0" destOrd="0" presId="urn:microsoft.com/office/officeart/2016/7/layout/BasicLinearProcessNumbered"/>
    <dgm:cxn modelId="{F773FAAE-71F6-4527-BE9E-F2EFFB109CFC}" type="presParOf" srcId="{5A173223-EFF9-4A76-B262-15DEE67ACEFC}" destId="{B865BFA8-8283-4791-A9B9-E6F877581C5D}" srcOrd="0" destOrd="0" presId="urn:microsoft.com/office/officeart/2016/7/layout/BasicLinearProcessNumbered"/>
    <dgm:cxn modelId="{F5625DC4-038D-45E2-8E70-ECD6EF8835E1}" type="presParOf" srcId="{B865BFA8-8283-4791-A9B9-E6F877581C5D}" destId="{D3C06522-6D2A-455D-9FCA-4C32BCBAA791}" srcOrd="0" destOrd="0" presId="urn:microsoft.com/office/officeart/2016/7/layout/BasicLinearProcessNumbered"/>
    <dgm:cxn modelId="{24315FFA-6373-43C8-9BAB-9DE7E59E7951}" type="presParOf" srcId="{B865BFA8-8283-4791-A9B9-E6F877581C5D}" destId="{DB8FC8B0-CE8C-4549-BC2F-607267C2252E}" srcOrd="1" destOrd="0" presId="urn:microsoft.com/office/officeart/2016/7/layout/BasicLinearProcessNumbered"/>
    <dgm:cxn modelId="{4D63D544-5569-461E-9A9A-CE0FB7D85952}" type="presParOf" srcId="{B865BFA8-8283-4791-A9B9-E6F877581C5D}" destId="{B6077972-EAAF-40C9-9C64-4F3DCC7540E9}" srcOrd="2" destOrd="0" presId="urn:microsoft.com/office/officeart/2016/7/layout/BasicLinearProcessNumbered"/>
    <dgm:cxn modelId="{211EA51C-7BD6-4DAF-AEE2-5FA1A0919779}" type="presParOf" srcId="{B865BFA8-8283-4791-A9B9-E6F877581C5D}" destId="{C4978F68-86A9-4C58-9D3F-770EDA070654}" srcOrd="3" destOrd="0" presId="urn:microsoft.com/office/officeart/2016/7/layout/BasicLinearProcessNumbered"/>
    <dgm:cxn modelId="{2662025E-CE57-4070-902E-466BCA61DCDA}" type="presParOf" srcId="{5A173223-EFF9-4A76-B262-15DEE67ACEFC}" destId="{D6186CCE-62AD-4166-BA1B-258F4F00F055}" srcOrd="1" destOrd="0" presId="urn:microsoft.com/office/officeart/2016/7/layout/BasicLinearProcessNumbered"/>
    <dgm:cxn modelId="{87CFADCC-42FA-42B6-AE0F-72453356A2BD}" type="presParOf" srcId="{5A173223-EFF9-4A76-B262-15DEE67ACEFC}" destId="{6D31BB5F-C8AE-4D45-AD4C-E4E1AD5B80A3}" srcOrd="2" destOrd="0" presId="urn:microsoft.com/office/officeart/2016/7/layout/BasicLinearProcessNumbered"/>
    <dgm:cxn modelId="{0479B244-4AB7-4D5F-933E-E6FB5A3EAEB2}" type="presParOf" srcId="{6D31BB5F-C8AE-4D45-AD4C-E4E1AD5B80A3}" destId="{17D70829-00C1-482D-B949-8B481E39A349}" srcOrd="0" destOrd="0" presId="urn:microsoft.com/office/officeart/2016/7/layout/BasicLinearProcessNumbered"/>
    <dgm:cxn modelId="{9BBF86FC-23A3-452A-888F-91D5C90BEABC}" type="presParOf" srcId="{6D31BB5F-C8AE-4D45-AD4C-E4E1AD5B80A3}" destId="{99EDC1DD-7183-44E0-9670-7F902D13EBF3}" srcOrd="1" destOrd="0" presId="urn:microsoft.com/office/officeart/2016/7/layout/BasicLinearProcessNumbered"/>
    <dgm:cxn modelId="{4047ACB1-2F6C-4B86-9488-40AE113E2299}" type="presParOf" srcId="{6D31BB5F-C8AE-4D45-AD4C-E4E1AD5B80A3}" destId="{F4EF5973-CACE-4499-A0E6-E9C4308BB80C}" srcOrd="2" destOrd="0" presId="urn:microsoft.com/office/officeart/2016/7/layout/BasicLinearProcessNumbered"/>
    <dgm:cxn modelId="{4C04ED04-879C-4046-ABC4-D8EA9D6463EF}" type="presParOf" srcId="{6D31BB5F-C8AE-4D45-AD4C-E4E1AD5B80A3}" destId="{F4F6F9C2-6BB4-4443-ADDF-176ECF988BB4}" srcOrd="3" destOrd="0" presId="urn:microsoft.com/office/officeart/2016/7/layout/BasicLinearProcessNumbered"/>
    <dgm:cxn modelId="{CD507A03-2BDC-4760-A8A5-8C9AA729FA31}" type="presParOf" srcId="{5A173223-EFF9-4A76-B262-15DEE67ACEFC}" destId="{89FC2483-82D3-4989-ADF3-0F14DA20D3B6}" srcOrd="3" destOrd="0" presId="urn:microsoft.com/office/officeart/2016/7/layout/BasicLinearProcessNumbered"/>
    <dgm:cxn modelId="{CFD65E0B-B6A8-4270-9268-8BD800C3A3CA}" type="presParOf" srcId="{5A173223-EFF9-4A76-B262-15DEE67ACEFC}" destId="{12B331AB-D60A-4D9E-A23B-970ADCC07252}" srcOrd="4" destOrd="0" presId="urn:microsoft.com/office/officeart/2016/7/layout/BasicLinearProcessNumbered"/>
    <dgm:cxn modelId="{D7663ED7-6769-4CE4-A0B5-02A695CFD6A8}" type="presParOf" srcId="{12B331AB-D60A-4D9E-A23B-970ADCC07252}" destId="{54EBF387-5222-4902-A0CD-AA3CAF543FA2}" srcOrd="0" destOrd="0" presId="urn:microsoft.com/office/officeart/2016/7/layout/BasicLinearProcessNumbered"/>
    <dgm:cxn modelId="{D242D073-FDC7-47A3-B4E9-FE2A258833C6}" type="presParOf" srcId="{12B331AB-D60A-4D9E-A23B-970ADCC07252}" destId="{034273E1-0827-4D98-83DF-74A57FACAA01}" srcOrd="1" destOrd="0" presId="urn:microsoft.com/office/officeart/2016/7/layout/BasicLinearProcessNumbered"/>
    <dgm:cxn modelId="{C028178D-D5E4-4827-BED0-BA55A5466D67}" type="presParOf" srcId="{12B331AB-D60A-4D9E-A23B-970ADCC07252}" destId="{638514CB-56EE-4A8C-8416-E7C330F09E90}" srcOrd="2" destOrd="0" presId="urn:microsoft.com/office/officeart/2016/7/layout/BasicLinearProcessNumbered"/>
    <dgm:cxn modelId="{F8521D3E-2C34-476A-A0E5-C021DA0F14CA}" type="presParOf" srcId="{12B331AB-D60A-4D9E-A23B-970ADCC07252}" destId="{33EBE6DB-2D90-47A9-AA06-781D343A6B3C}" srcOrd="3" destOrd="0" presId="urn:microsoft.com/office/officeart/2016/7/layout/BasicLinearProcessNumbered"/>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0F41578-FAD5-42A4-A34F-FE9CD7758C24}" type="doc">
      <dgm:prSet loTypeId="urn:microsoft.com/office/officeart/2005/8/layout/hierarchy1" loCatId="hierarchy" qsTypeId="urn:microsoft.com/office/officeart/2005/8/quickstyle/simple4" qsCatId="simple" csTypeId="urn:microsoft.com/office/officeart/2005/8/colors/accent2_2" csCatId="accent2"/>
      <dgm:spPr/>
      <dgm:t>
        <a:bodyPr/>
        <a:lstStyle/>
        <a:p>
          <a:endParaRPr lang="en-US"/>
        </a:p>
      </dgm:t>
    </dgm:pt>
    <dgm:pt modelId="{40FBC269-5A61-4B71-8609-6A8556600150}">
      <dgm:prSet/>
      <dgm:spPr/>
      <dgm:t>
        <a:bodyPr/>
        <a:lstStyle/>
        <a:p>
          <a:r>
            <a:rPr kumimoji="1" lang="en-US" b="0" i="0"/>
            <a:t>IPv4</a:t>
          </a:r>
          <a:r>
            <a:rPr kumimoji="1" lang="ja-JP" b="0" i="0"/>
            <a:t>のグローバル</a:t>
          </a:r>
          <a:r>
            <a:rPr kumimoji="1" lang="en-US" b="0" i="0"/>
            <a:t>IP</a:t>
          </a:r>
          <a:r>
            <a:rPr kumimoji="1" lang="ja-JP" b="0" i="0"/>
            <a:t>アドレスは枯渇しかけていて</a:t>
          </a:r>
          <a:r>
            <a:rPr kumimoji="1" lang="en-US" b="0" i="0"/>
            <a:t>IPv6</a:t>
          </a:r>
          <a:r>
            <a:rPr kumimoji="1" lang="ja-JP" b="0" i="0"/>
            <a:t>が開発された経緯があります。</a:t>
          </a:r>
          <a:endParaRPr lang="en-US"/>
        </a:p>
      </dgm:t>
    </dgm:pt>
    <dgm:pt modelId="{DF3ED330-CD4F-42D3-A5E2-56C92A29E17F}" type="parTrans" cxnId="{FA4909A0-6DC8-439E-A1F0-E937D5A40003}">
      <dgm:prSet/>
      <dgm:spPr/>
      <dgm:t>
        <a:bodyPr/>
        <a:lstStyle/>
        <a:p>
          <a:endParaRPr lang="en-US"/>
        </a:p>
      </dgm:t>
    </dgm:pt>
    <dgm:pt modelId="{3F213DCF-361F-44B6-8D69-E3D9AB9DB39A}" type="sibTrans" cxnId="{FA4909A0-6DC8-439E-A1F0-E937D5A40003}">
      <dgm:prSet/>
      <dgm:spPr/>
      <dgm:t>
        <a:bodyPr/>
        <a:lstStyle/>
        <a:p>
          <a:endParaRPr lang="en-US"/>
        </a:p>
      </dgm:t>
    </dgm:pt>
    <dgm:pt modelId="{5E372BF3-15D5-4068-9C8E-415CEE501BE7}">
      <dgm:prSet/>
      <dgm:spPr/>
      <dgm:t>
        <a:bodyPr/>
        <a:lstStyle/>
        <a:p>
          <a:r>
            <a:rPr kumimoji="1" lang="ja-JP" b="0" i="0"/>
            <a:t>その為、そもそも節約すればまだまだ使えます。</a:t>
          </a:r>
          <a:endParaRPr lang="en-US"/>
        </a:p>
      </dgm:t>
    </dgm:pt>
    <dgm:pt modelId="{B9BF566C-0AAE-4C33-A5A9-43D4ABBA0AC7}" type="parTrans" cxnId="{5B53239A-94A2-48EE-B802-76D27655C159}">
      <dgm:prSet/>
      <dgm:spPr/>
      <dgm:t>
        <a:bodyPr/>
        <a:lstStyle/>
        <a:p>
          <a:endParaRPr lang="en-US"/>
        </a:p>
      </dgm:t>
    </dgm:pt>
    <dgm:pt modelId="{5899DC42-FFEC-4F02-9EFD-8692CB31202D}" type="sibTrans" cxnId="{5B53239A-94A2-48EE-B802-76D27655C159}">
      <dgm:prSet/>
      <dgm:spPr/>
      <dgm:t>
        <a:bodyPr/>
        <a:lstStyle/>
        <a:p>
          <a:endParaRPr lang="en-US"/>
        </a:p>
      </dgm:t>
    </dgm:pt>
    <dgm:pt modelId="{F3F62740-98FA-4C6C-AB20-FAF6CA6D230C}">
      <dgm:prSet/>
      <dgm:spPr/>
      <dgm:t>
        <a:bodyPr/>
        <a:lstStyle/>
        <a:p>
          <a:r>
            <a:rPr kumimoji="1" lang="ja-JP" b="0" i="0"/>
            <a:t>その節約の意味もありグローバル</a:t>
          </a:r>
          <a:r>
            <a:rPr kumimoji="1" lang="en-US" b="0" i="0"/>
            <a:t>IP</a:t>
          </a:r>
          <a:r>
            <a:rPr kumimoji="1" lang="ja-JP" b="0" i="0"/>
            <a:t>アドレスは接続があるユーザーに自動で割り当ててインターネット接続をできるようにしています。</a:t>
          </a:r>
          <a:endParaRPr lang="en-US"/>
        </a:p>
      </dgm:t>
    </dgm:pt>
    <dgm:pt modelId="{4C843FB8-CAAD-41F9-92FC-6CC6B9A7D4C8}" type="parTrans" cxnId="{165F12B2-E37E-4876-AB06-31371514557D}">
      <dgm:prSet/>
      <dgm:spPr/>
      <dgm:t>
        <a:bodyPr/>
        <a:lstStyle/>
        <a:p>
          <a:endParaRPr lang="en-US"/>
        </a:p>
      </dgm:t>
    </dgm:pt>
    <dgm:pt modelId="{05405B03-2754-4A85-8CFE-AD377FFCEA51}" type="sibTrans" cxnId="{165F12B2-E37E-4876-AB06-31371514557D}">
      <dgm:prSet/>
      <dgm:spPr/>
      <dgm:t>
        <a:bodyPr/>
        <a:lstStyle/>
        <a:p>
          <a:endParaRPr lang="en-US"/>
        </a:p>
      </dgm:t>
    </dgm:pt>
    <dgm:pt modelId="{601AA626-64DE-457D-8790-16B460F33F88}" type="pres">
      <dgm:prSet presAssocID="{B0F41578-FAD5-42A4-A34F-FE9CD7758C24}" presName="hierChild1" presStyleCnt="0">
        <dgm:presLayoutVars>
          <dgm:chPref val="1"/>
          <dgm:dir/>
          <dgm:animOne val="branch"/>
          <dgm:animLvl val="lvl"/>
          <dgm:resizeHandles/>
        </dgm:presLayoutVars>
      </dgm:prSet>
      <dgm:spPr/>
    </dgm:pt>
    <dgm:pt modelId="{24F5F925-C6D9-4C7D-B08E-8B26161AFA42}" type="pres">
      <dgm:prSet presAssocID="{40FBC269-5A61-4B71-8609-6A8556600150}" presName="hierRoot1" presStyleCnt="0"/>
      <dgm:spPr/>
    </dgm:pt>
    <dgm:pt modelId="{A29B0D08-4A94-4B5F-B063-5D0BA69B73DB}" type="pres">
      <dgm:prSet presAssocID="{40FBC269-5A61-4B71-8609-6A8556600150}" presName="composite" presStyleCnt="0"/>
      <dgm:spPr/>
    </dgm:pt>
    <dgm:pt modelId="{0EACD94B-8BAE-4178-8D34-4CB095465ED0}" type="pres">
      <dgm:prSet presAssocID="{40FBC269-5A61-4B71-8609-6A8556600150}" presName="background" presStyleLbl="node0" presStyleIdx="0" presStyleCnt="3"/>
      <dgm:spPr/>
    </dgm:pt>
    <dgm:pt modelId="{353EA32D-9383-4F9E-B2AE-859241E85183}" type="pres">
      <dgm:prSet presAssocID="{40FBC269-5A61-4B71-8609-6A8556600150}" presName="text" presStyleLbl="fgAcc0" presStyleIdx="0" presStyleCnt="3">
        <dgm:presLayoutVars>
          <dgm:chPref val="3"/>
        </dgm:presLayoutVars>
      </dgm:prSet>
      <dgm:spPr/>
    </dgm:pt>
    <dgm:pt modelId="{6D6783E2-EAA3-4FF2-B3F7-98B994CC8167}" type="pres">
      <dgm:prSet presAssocID="{40FBC269-5A61-4B71-8609-6A8556600150}" presName="hierChild2" presStyleCnt="0"/>
      <dgm:spPr/>
    </dgm:pt>
    <dgm:pt modelId="{A3FCBE01-87C5-4357-8747-B924BFE777F9}" type="pres">
      <dgm:prSet presAssocID="{5E372BF3-15D5-4068-9C8E-415CEE501BE7}" presName="hierRoot1" presStyleCnt="0"/>
      <dgm:spPr/>
    </dgm:pt>
    <dgm:pt modelId="{2F6EACAB-B7F2-46D2-8C75-7DEF333D59C7}" type="pres">
      <dgm:prSet presAssocID="{5E372BF3-15D5-4068-9C8E-415CEE501BE7}" presName="composite" presStyleCnt="0"/>
      <dgm:spPr/>
    </dgm:pt>
    <dgm:pt modelId="{71AA6313-0AA8-4516-8C3C-7CA59F4EC50F}" type="pres">
      <dgm:prSet presAssocID="{5E372BF3-15D5-4068-9C8E-415CEE501BE7}" presName="background" presStyleLbl="node0" presStyleIdx="1" presStyleCnt="3"/>
      <dgm:spPr/>
    </dgm:pt>
    <dgm:pt modelId="{26ECDBB6-1FC9-41E9-96DC-8B2829DFDA7B}" type="pres">
      <dgm:prSet presAssocID="{5E372BF3-15D5-4068-9C8E-415CEE501BE7}" presName="text" presStyleLbl="fgAcc0" presStyleIdx="1" presStyleCnt="3">
        <dgm:presLayoutVars>
          <dgm:chPref val="3"/>
        </dgm:presLayoutVars>
      </dgm:prSet>
      <dgm:spPr/>
    </dgm:pt>
    <dgm:pt modelId="{6BA01AAC-B062-4B76-8F62-691F9EC6356A}" type="pres">
      <dgm:prSet presAssocID="{5E372BF3-15D5-4068-9C8E-415CEE501BE7}" presName="hierChild2" presStyleCnt="0"/>
      <dgm:spPr/>
    </dgm:pt>
    <dgm:pt modelId="{0141FF82-BC6A-4C97-AD07-CA05FDD7F05E}" type="pres">
      <dgm:prSet presAssocID="{F3F62740-98FA-4C6C-AB20-FAF6CA6D230C}" presName="hierRoot1" presStyleCnt="0"/>
      <dgm:spPr/>
    </dgm:pt>
    <dgm:pt modelId="{0DB34CB0-52A6-49D3-9C00-362D5FE55366}" type="pres">
      <dgm:prSet presAssocID="{F3F62740-98FA-4C6C-AB20-FAF6CA6D230C}" presName="composite" presStyleCnt="0"/>
      <dgm:spPr/>
    </dgm:pt>
    <dgm:pt modelId="{E6C89985-B7EE-4D3E-BAD7-D895A4A1F16F}" type="pres">
      <dgm:prSet presAssocID="{F3F62740-98FA-4C6C-AB20-FAF6CA6D230C}" presName="background" presStyleLbl="node0" presStyleIdx="2" presStyleCnt="3"/>
      <dgm:spPr/>
    </dgm:pt>
    <dgm:pt modelId="{2C224A1D-0B9A-43F5-A281-682FDE3064FE}" type="pres">
      <dgm:prSet presAssocID="{F3F62740-98FA-4C6C-AB20-FAF6CA6D230C}" presName="text" presStyleLbl="fgAcc0" presStyleIdx="2" presStyleCnt="3">
        <dgm:presLayoutVars>
          <dgm:chPref val="3"/>
        </dgm:presLayoutVars>
      </dgm:prSet>
      <dgm:spPr/>
    </dgm:pt>
    <dgm:pt modelId="{AE44C862-BE77-4AB2-A5A3-0A484131DC7C}" type="pres">
      <dgm:prSet presAssocID="{F3F62740-98FA-4C6C-AB20-FAF6CA6D230C}" presName="hierChild2" presStyleCnt="0"/>
      <dgm:spPr/>
    </dgm:pt>
  </dgm:ptLst>
  <dgm:cxnLst>
    <dgm:cxn modelId="{DC6E6252-3781-4834-A004-F1C8EFE96A68}" type="presOf" srcId="{F3F62740-98FA-4C6C-AB20-FAF6CA6D230C}" destId="{2C224A1D-0B9A-43F5-A281-682FDE3064FE}" srcOrd="0" destOrd="0" presId="urn:microsoft.com/office/officeart/2005/8/layout/hierarchy1"/>
    <dgm:cxn modelId="{5B53239A-94A2-48EE-B802-76D27655C159}" srcId="{B0F41578-FAD5-42A4-A34F-FE9CD7758C24}" destId="{5E372BF3-15D5-4068-9C8E-415CEE501BE7}" srcOrd="1" destOrd="0" parTransId="{B9BF566C-0AAE-4C33-A5A9-43D4ABBA0AC7}" sibTransId="{5899DC42-FFEC-4F02-9EFD-8692CB31202D}"/>
    <dgm:cxn modelId="{FA4909A0-6DC8-439E-A1F0-E937D5A40003}" srcId="{B0F41578-FAD5-42A4-A34F-FE9CD7758C24}" destId="{40FBC269-5A61-4B71-8609-6A8556600150}" srcOrd="0" destOrd="0" parTransId="{DF3ED330-CD4F-42D3-A5E2-56C92A29E17F}" sibTransId="{3F213DCF-361F-44B6-8D69-E3D9AB9DB39A}"/>
    <dgm:cxn modelId="{165F12B2-E37E-4876-AB06-31371514557D}" srcId="{B0F41578-FAD5-42A4-A34F-FE9CD7758C24}" destId="{F3F62740-98FA-4C6C-AB20-FAF6CA6D230C}" srcOrd="2" destOrd="0" parTransId="{4C843FB8-CAAD-41F9-92FC-6CC6B9A7D4C8}" sibTransId="{05405B03-2754-4A85-8CFE-AD377FFCEA51}"/>
    <dgm:cxn modelId="{63C2C8B4-FD3A-47B7-9019-0888FCC1601E}" type="presOf" srcId="{40FBC269-5A61-4B71-8609-6A8556600150}" destId="{353EA32D-9383-4F9E-B2AE-859241E85183}" srcOrd="0" destOrd="0" presId="urn:microsoft.com/office/officeart/2005/8/layout/hierarchy1"/>
    <dgm:cxn modelId="{31159DE9-3400-434B-98E1-775FBC2B7902}" type="presOf" srcId="{B0F41578-FAD5-42A4-A34F-FE9CD7758C24}" destId="{601AA626-64DE-457D-8790-16B460F33F88}" srcOrd="0" destOrd="0" presId="urn:microsoft.com/office/officeart/2005/8/layout/hierarchy1"/>
    <dgm:cxn modelId="{804F6DFE-CBBE-4E86-B65E-4A1DA8417990}" type="presOf" srcId="{5E372BF3-15D5-4068-9C8E-415CEE501BE7}" destId="{26ECDBB6-1FC9-41E9-96DC-8B2829DFDA7B}" srcOrd="0" destOrd="0" presId="urn:microsoft.com/office/officeart/2005/8/layout/hierarchy1"/>
    <dgm:cxn modelId="{2AB07143-F6E3-4CFC-9C9E-AA7121729704}" type="presParOf" srcId="{601AA626-64DE-457D-8790-16B460F33F88}" destId="{24F5F925-C6D9-4C7D-B08E-8B26161AFA42}" srcOrd="0" destOrd="0" presId="urn:microsoft.com/office/officeart/2005/8/layout/hierarchy1"/>
    <dgm:cxn modelId="{126E64C6-12B6-4FC2-9412-FAAFD5AFE62C}" type="presParOf" srcId="{24F5F925-C6D9-4C7D-B08E-8B26161AFA42}" destId="{A29B0D08-4A94-4B5F-B063-5D0BA69B73DB}" srcOrd="0" destOrd="0" presId="urn:microsoft.com/office/officeart/2005/8/layout/hierarchy1"/>
    <dgm:cxn modelId="{A5918E96-7139-4AA2-A082-8BF015CB192B}" type="presParOf" srcId="{A29B0D08-4A94-4B5F-B063-5D0BA69B73DB}" destId="{0EACD94B-8BAE-4178-8D34-4CB095465ED0}" srcOrd="0" destOrd="0" presId="urn:microsoft.com/office/officeart/2005/8/layout/hierarchy1"/>
    <dgm:cxn modelId="{40186935-6AE0-4678-A573-95C6A4CA29CA}" type="presParOf" srcId="{A29B0D08-4A94-4B5F-B063-5D0BA69B73DB}" destId="{353EA32D-9383-4F9E-B2AE-859241E85183}" srcOrd="1" destOrd="0" presId="urn:microsoft.com/office/officeart/2005/8/layout/hierarchy1"/>
    <dgm:cxn modelId="{5CFADB79-DAFE-47A1-9353-8A15E2BB50B0}" type="presParOf" srcId="{24F5F925-C6D9-4C7D-B08E-8B26161AFA42}" destId="{6D6783E2-EAA3-4FF2-B3F7-98B994CC8167}" srcOrd="1" destOrd="0" presId="urn:microsoft.com/office/officeart/2005/8/layout/hierarchy1"/>
    <dgm:cxn modelId="{F0AE46AD-B6BF-47EF-BA44-5E2A2DFC45EA}" type="presParOf" srcId="{601AA626-64DE-457D-8790-16B460F33F88}" destId="{A3FCBE01-87C5-4357-8747-B924BFE777F9}" srcOrd="1" destOrd="0" presId="urn:microsoft.com/office/officeart/2005/8/layout/hierarchy1"/>
    <dgm:cxn modelId="{4E2E0A12-15BF-405D-B8CD-6B685CF7C087}" type="presParOf" srcId="{A3FCBE01-87C5-4357-8747-B924BFE777F9}" destId="{2F6EACAB-B7F2-46D2-8C75-7DEF333D59C7}" srcOrd="0" destOrd="0" presId="urn:microsoft.com/office/officeart/2005/8/layout/hierarchy1"/>
    <dgm:cxn modelId="{E703B30C-1088-40EB-8F67-1EAD5B9DB630}" type="presParOf" srcId="{2F6EACAB-B7F2-46D2-8C75-7DEF333D59C7}" destId="{71AA6313-0AA8-4516-8C3C-7CA59F4EC50F}" srcOrd="0" destOrd="0" presId="urn:microsoft.com/office/officeart/2005/8/layout/hierarchy1"/>
    <dgm:cxn modelId="{1A0A76D1-2CFA-41B5-84B6-91D439E33F2A}" type="presParOf" srcId="{2F6EACAB-B7F2-46D2-8C75-7DEF333D59C7}" destId="{26ECDBB6-1FC9-41E9-96DC-8B2829DFDA7B}" srcOrd="1" destOrd="0" presId="urn:microsoft.com/office/officeart/2005/8/layout/hierarchy1"/>
    <dgm:cxn modelId="{1B382660-B0E4-4925-9AE2-585EDBA24EC8}" type="presParOf" srcId="{A3FCBE01-87C5-4357-8747-B924BFE777F9}" destId="{6BA01AAC-B062-4B76-8F62-691F9EC6356A}" srcOrd="1" destOrd="0" presId="urn:microsoft.com/office/officeart/2005/8/layout/hierarchy1"/>
    <dgm:cxn modelId="{02C65156-F11C-4894-B62A-34500588CD7F}" type="presParOf" srcId="{601AA626-64DE-457D-8790-16B460F33F88}" destId="{0141FF82-BC6A-4C97-AD07-CA05FDD7F05E}" srcOrd="2" destOrd="0" presId="urn:microsoft.com/office/officeart/2005/8/layout/hierarchy1"/>
    <dgm:cxn modelId="{31D3F99B-F020-44A8-8867-2D21AFDFEAEB}" type="presParOf" srcId="{0141FF82-BC6A-4C97-AD07-CA05FDD7F05E}" destId="{0DB34CB0-52A6-49D3-9C00-362D5FE55366}" srcOrd="0" destOrd="0" presId="urn:microsoft.com/office/officeart/2005/8/layout/hierarchy1"/>
    <dgm:cxn modelId="{A88CC1FB-3090-4260-82A0-86F44A633FBF}" type="presParOf" srcId="{0DB34CB0-52A6-49D3-9C00-362D5FE55366}" destId="{E6C89985-B7EE-4D3E-BAD7-D895A4A1F16F}" srcOrd="0" destOrd="0" presId="urn:microsoft.com/office/officeart/2005/8/layout/hierarchy1"/>
    <dgm:cxn modelId="{32BBFC19-FC56-4451-9370-9DAB89746162}" type="presParOf" srcId="{0DB34CB0-52A6-49D3-9C00-362D5FE55366}" destId="{2C224A1D-0B9A-43F5-A281-682FDE3064FE}" srcOrd="1" destOrd="0" presId="urn:microsoft.com/office/officeart/2005/8/layout/hierarchy1"/>
    <dgm:cxn modelId="{70AAE943-239D-427A-A71D-681E760657AA}" type="presParOf" srcId="{0141FF82-BC6A-4C97-AD07-CA05FDD7F05E}" destId="{AE44C862-BE77-4AB2-A5A3-0A484131DC7C}" srcOrd="1" destOrd="0" presId="urn:microsoft.com/office/officeart/2005/8/layout/hierarchy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0E2DF-1725-42DE-8962-EB48B50A5A8D}">
      <dsp:nvSpPr>
        <dsp:cNvPr id="0" name=""/>
        <dsp:cNvSpPr/>
      </dsp:nvSpPr>
      <dsp:spPr>
        <a:xfrm>
          <a:off x="0" y="488"/>
          <a:ext cx="7926705" cy="114230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20F3B-8499-48B1-9958-F0AECD574E05}">
      <dsp:nvSpPr>
        <dsp:cNvPr id="0" name=""/>
        <dsp:cNvSpPr/>
      </dsp:nvSpPr>
      <dsp:spPr>
        <a:xfrm>
          <a:off x="345548" y="257507"/>
          <a:ext cx="628270" cy="6282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18C7B5CD-A315-4852-8624-2FF24A48BD8C}">
      <dsp:nvSpPr>
        <dsp:cNvPr id="0" name=""/>
        <dsp:cNvSpPr/>
      </dsp:nvSpPr>
      <dsp:spPr>
        <a:xfrm>
          <a:off x="1319367" y="488"/>
          <a:ext cx="6607337" cy="1142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94" tIns="120894" rIns="120894" bIns="120894" numCol="1" spcCol="1270" anchor="ctr" anchorCtr="0">
          <a:noAutofit/>
        </a:bodyPr>
        <a:lstStyle/>
        <a:p>
          <a:pPr marL="0" lvl="0" indent="0" algn="l" defTabSz="1111250">
            <a:lnSpc>
              <a:spcPct val="100000"/>
            </a:lnSpc>
            <a:spcBef>
              <a:spcPct val="0"/>
            </a:spcBef>
            <a:spcAft>
              <a:spcPct val="35000"/>
            </a:spcAft>
            <a:buNone/>
          </a:pPr>
          <a:r>
            <a:rPr lang="ja-JP" altLang="en-US" sz="2500" kern="1200" dirty="0">
              <a:solidFill>
                <a:schemeClr val="bg1"/>
              </a:solidFill>
            </a:rPr>
            <a:t>サーバー</a:t>
          </a:r>
          <a:endParaRPr lang="en-US" sz="2500" kern="1200" dirty="0">
            <a:solidFill>
              <a:schemeClr val="bg1"/>
            </a:solidFill>
          </a:endParaRPr>
        </a:p>
      </dsp:txBody>
      <dsp:txXfrm>
        <a:off x="1319367" y="488"/>
        <a:ext cx="6607337" cy="1142309"/>
      </dsp:txXfrm>
    </dsp:sp>
    <dsp:sp modelId="{21E68339-7F1B-445B-8A7B-97102D1571B3}">
      <dsp:nvSpPr>
        <dsp:cNvPr id="0" name=""/>
        <dsp:cNvSpPr/>
      </dsp:nvSpPr>
      <dsp:spPr>
        <a:xfrm>
          <a:off x="0" y="1428375"/>
          <a:ext cx="7926705" cy="114230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A977F-9EBE-450C-A2BC-77E0EB1D1B73}">
      <dsp:nvSpPr>
        <dsp:cNvPr id="0" name=""/>
        <dsp:cNvSpPr/>
      </dsp:nvSpPr>
      <dsp:spPr>
        <a:xfrm>
          <a:off x="345548" y="1685394"/>
          <a:ext cx="628270" cy="6282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6AA03709-740E-412F-9044-30D57361EBD2}">
      <dsp:nvSpPr>
        <dsp:cNvPr id="0" name=""/>
        <dsp:cNvSpPr/>
      </dsp:nvSpPr>
      <dsp:spPr>
        <a:xfrm>
          <a:off x="1319367" y="1428375"/>
          <a:ext cx="6607337" cy="1142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94" tIns="120894" rIns="120894" bIns="120894" numCol="1" spcCol="1270" anchor="ctr" anchorCtr="0">
          <a:noAutofit/>
        </a:bodyPr>
        <a:lstStyle/>
        <a:p>
          <a:pPr marL="0" lvl="0" indent="0" algn="l" defTabSz="1111250">
            <a:lnSpc>
              <a:spcPct val="100000"/>
            </a:lnSpc>
            <a:spcBef>
              <a:spcPct val="0"/>
            </a:spcBef>
            <a:spcAft>
              <a:spcPct val="35000"/>
            </a:spcAft>
            <a:buNone/>
          </a:pPr>
          <a:r>
            <a:rPr lang="ja-JP" altLang="en-US" sz="2500" kern="1200" dirty="0">
              <a:solidFill>
                <a:schemeClr val="bg1"/>
              </a:solidFill>
            </a:rPr>
            <a:t>ネットワークプリンター、ネットワークストレージ</a:t>
          </a:r>
          <a:r>
            <a:rPr lang="en-US" altLang="ja-JP" sz="2500" kern="1200" dirty="0">
              <a:solidFill>
                <a:schemeClr val="bg1"/>
              </a:solidFill>
            </a:rPr>
            <a:t>(NAS)</a:t>
          </a:r>
          <a:endParaRPr lang="en-US" sz="2500" kern="1200" dirty="0">
            <a:solidFill>
              <a:schemeClr val="bg1"/>
            </a:solidFill>
          </a:endParaRPr>
        </a:p>
      </dsp:txBody>
      <dsp:txXfrm>
        <a:off x="1319367" y="1428375"/>
        <a:ext cx="6607337" cy="1142309"/>
      </dsp:txXfrm>
    </dsp:sp>
    <dsp:sp modelId="{0CFB056C-D245-46C6-9724-B5D4ED25BEAE}">
      <dsp:nvSpPr>
        <dsp:cNvPr id="0" name=""/>
        <dsp:cNvSpPr/>
      </dsp:nvSpPr>
      <dsp:spPr>
        <a:xfrm>
          <a:off x="0" y="2856262"/>
          <a:ext cx="7926705" cy="114230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40D670-1751-42F6-8360-F25BC5F79CC7}">
      <dsp:nvSpPr>
        <dsp:cNvPr id="0" name=""/>
        <dsp:cNvSpPr/>
      </dsp:nvSpPr>
      <dsp:spPr>
        <a:xfrm>
          <a:off x="345548" y="3113281"/>
          <a:ext cx="628270" cy="6282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C41A0EDE-F8B1-472E-A6E4-4C611606401F}">
      <dsp:nvSpPr>
        <dsp:cNvPr id="0" name=""/>
        <dsp:cNvSpPr/>
      </dsp:nvSpPr>
      <dsp:spPr>
        <a:xfrm>
          <a:off x="1319367" y="2856262"/>
          <a:ext cx="6607337" cy="1142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94" tIns="120894" rIns="120894" bIns="120894" numCol="1" spcCol="1270" anchor="ctr" anchorCtr="0">
          <a:noAutofit/>
        </a:bodyPr>
        <a:lstStyle/>
        <a:p>
          <a:pPr marL="0" lvl="0" indent="0" algn="l" defTabSz="1111250">
            <a:lnSpc>
              <a:spcPct val="100000"/>
            </a:lnSpc>
            <a:spcBef>
              <a:spcPct val="0"/>
            </a:spcBef>
            <a:spcAft>
              <a:spcPct val="35000"/>
            </a:spcAft>
            <a:buNone/>
          </a:pPr>
          <a:r>
            <a:rPr kumimoji="1" lang="ja-JP" altLang="en-US" sz="2500" b="0" i="0" kern="1200" dirty="0">
              <a:solidFill>
                <a:schemeClr val="bg1"/>
              </a:solidFill>
            </a:rPr>
            <a:t>通信の管理をしたい</a:t>
          </a:r>
          <a:endParaRPr lang="en-US" sz="2500" kern="1200" dirty="0">
            <a:solidFill>
              <a:schemeClr val="bg1"/>
            </a:solidFill>
          </a:endParaRPr>
        </a:p>
      </dsp:txBody>
      <dsp:txXfrm>
        <a:off x="1319367" y="2856262"/>
        <a:ext cx="6607337" cy="114230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0E2DF-1725-42DE-8962-EB48B50A5A8D}">
      <dsp:nvSpPr>
        <dsp:cNvPr id="0" name=""/>
        <dsp:cNvSpPr/>
      </dsp:nvSpPr>
      <dsp:spPr>
        <a:xfrm>
          <a:off x="0" y="507419"/>
          <a:ext cx="5501639" cy="9367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20F3B-8499-48B1-9958-F0AECD574E05}">
      <dsp:nvSpPr>
        <dsp:cNvPr id="0" name=""/>
        <dsp:cNvSpPr/>
      </dsp:nvSpPr>
      <dsp:spPr>
        <a:xfrm>
          <a:off x="283374" y="718193"/>
          <a:ext cx="515225" cy="515225"/>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18C7B5CD-A315-4852-8624-2FF24A48BD8C}">
      <dsp:nvSpPr>
        <dsp:cNvPr id="0" name=""/>
        <dsp:cNvSpPr/>
      </dsp:nvSpPr>
      <dsp:spPr>
        <a:xfrm>
          <a:off x="1081974" y="507419"/>
          <a:ext cx="4419664" cy="9367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42" tIns="99142" rIns="99142" bIns="99142" numCol="1" spcCol="1270" anchor="ctr" anchorCtr="0">
          <a:noAutofit/>
        </a:bodyPr>
        <a:lstStyle/>
        <a:p>
          <a:pPr marL="0" lvl="0" indent="0" algn="l" defTabSz="1111250">
            <a:lnSpc>
              <a:spcPct val="100000"/>
            </a:lnSpc>
            <a:spcBef>
              <a:spcPct val="0"/>
            </a:spcBef>
            <a:spcAft>
              <a:spcPct val="35000"/>
            </a:spcAft>
            <a:buNone/>
          </a:pPr>
          <a:r>
            <a:rPr kumimoji="1" lang="en-US" altLang="en-US" sz="2500" kern="1200">
              <a:solidFill>
                <a:schemeClr val="bg1"/>
              </a:solidFill>
            </a:rPr>
            <a:t>Web</a:t>
          </a:r>
          <a:r>
            <a:rPr kumimoji="1" lang="ja-JP" altLang="en-US" sz="2500" kern="1200">
              <a:solidFill>
                <a:schemeClr val="bg1"/>
              </a:solidFill>
            </a:rPr>
            <a:t>サイトにアクセスできない</a:t>
          </a:r>
          <a:endParaRPr lang="en-US" sz="2500" kern="1200" dirty="0">
            <a:solidFill>
              <a:schemeClr val="bg1"/>
            </a:solidFill>
          </a:endParaRPr>
        </a:p>
      </dsp:txBody>
      <dsp:txXfrm>
        <a:off x="1081974" y="507419"/>
        <a:ext cx="4419664" cy="936774"/>
      </dsp:txXfrm>
    </dsp:sp>
    <dsp:sp modelId="{21E68339-7F1B-445B-8A7B-97102D1571B3}">
      <dsp:nvSpPr>
        <dsp:cNvPr id="0" name=""/>
        <dsp:cNvSpPr/>
      </dsp:nvSpPr>
      <dsp:spPr>
        <a:xfrm>
          <a:off x="0" y="1678387"/>
          <a:ext cx="5501639" cy="93677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A977F-9EBE-450C-A2BC-77E0EB1D1B73}">
      <dsp:nvSpPr>
        <dsp:cNvPr id="0" name=""/>
        <dsp:cNvSpPr/>
      </dsp:nvSpPr>
      <dsp:spPr>
        <a:xfrm>
          <a:off x="283374" y="1889161"/>
          <a:ext cx="515225" cy="51522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6AA03709-740E-412F-9044-30D57361EBD2}">
      <dsp:nvSpPr>
        <dsp:cNvPr id="0" name=""/>
        <dsp:cNvSpPr/>
      </dsp:nvSpPr>
      <dsp:spPr>
        <a:xfrm>
          <a:off x="1081974" y="1678387"/>
          <a:ext cx="4419664" cy="9367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142" tIns="99142" rIns="99142" bIns="99142" numCol="1" spcCol="1270" anchor="ctr" anchorCtr="0">
          <a:noAutofit/>
        </a:bodyPr>
        <a:lstStyle/>
        <a:p>
          <a:pPr marL="0" lvl="0" indent="0" algn="l" defTabSz="1111250">
            <a:lnSpc>
              <a:spcPct val="100000"/>
            </a:lnSpc>
            <a:spcBef>
              <a:spcPct val="0"/>
            </a:spcBef>
            <a:spcAft>
              <a:spcPct val="35000"/>
            </a:spcAft>
            <a:buNone/>
          </a:pPr>
          <a:r>
            <a:rPr kumimoji="1" lang="ja-JP" altLang="en-US" sz="2500" kern="1200">
              <a:solidFill>
                <a:schemeClr val="bg1"/>
              </a:solidFill>
            </a:rPr>
            <a:t>メールが届かない</a:t>
          </a:r>
          <a:endParaRPr lang="en-US" sz="2500" kern="1200" dirty="0">
            <a:solidFill>
              <a:schemeClr val="bg1"/>
            </a:solidFill>
          </a:endParaRPr>
        </a:p>
      </dsp:txBody>
      <dsp:txXfrm>
        <a:off x="1081974" y="1678387"/>
        <a:ext cx="4419664" cy="93677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020F71-1922-4232-BF2A-4F513B0F68EF}">
      <dsp:nvSpPr>
        <dsp:cNvPr id="0" name=""/>
        <dsp:cNvSpPr/>
      </dsp:nvSpPr>
      <dsp:spPr>
        <a:xfrm>
          <a:off x="2317935" y="842151"/>
          <a:ext cx="502441" cy="91440"/>
        </a:xfrm>
        <a:custGeom>
          <a:avLst/>
          <a:gdLst/>
          <a:ahLst/>
          <a:cxnLst/>
          <a:rect l="0" t="0" r="0" b="0"/>
          <a:pathLst>
            <a:path>
              <a:moveTo>
                <a:pt x="0" y="45720"/>
              </a:moveTo>
              <a:lnTo>
                <a:pt x="502441" y="45720"/>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55830" y="885206"/>
        <a:ext cx="26652" cy="5330"/>
      </dsp:txXfrm>
    </dsp:sp>
    <dsp:sp modelId="{FC0915C2-02DE-416E-BE2E-6A725A2D1EFD}">
      <dsp:nvSpPr>
        <dsp:cNvPr id="0" name=""/>
        <dsp:cNvSpPr/>
      </dsp:nvSpPr>
      <dsp:spPr>
        <a:xfrm>
          <a:off x="2163" y="192600"/>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en-US" sz="1200" kern="1200" dirty="0"/>
            <a:t>PC1:192.168.1.2</a:t>
          </a:r>
          <a:br>
            <a:rPr lang="ja-JP" altLang="en-US" sz="1200" kern="1200" dirty="0"/>
          </a:br>
          <a:r>
            <a:rPr lang="en-US" altLang="ja-JP" sz="1200" kern="1200" dirty="0"/>
            <a:t>DNS</a:t>
          </a:r>
          <a:r>
            <a:rPr lang="ja-JP" altLang="en-US" sz="1200" kern="1200" dirty="0"/>
            <a:t>問い合わせ</a:t>
          </a:r>
          <a:endParaRPr lang="en-US" sz="1200" kern="1200" dirty="0"/>
        </a:p>
        <a:p>
          <a:pPr marL="0" lvl="0" indent="0" algn="ctr" defTabSz="533400">
            <a:lnSpc>
              <a:spcPct val="90000"/>
            </a:lnSpc>
            <a:spcBef>
              <a:spcPct val="0"/>
            </a:spcBef>
            <a:spcAft>
              <a:spcPct val="35000"/>
            </a:spcAft>
            <a:buNone/>
          </a:pPr>
          <a:r>
            <a:rPr lang="ja-JP" altLang="en-US" sz="1200" kern="1200" dirty="0"/>
            <a:t>送信元ポート</a:t>
          </a:r>
          <a:r>
            <a:rPr lang="en-US" altLang="ja-JP" sz="1200" kern="1200" dirty="0"/>
            <a:t>:49160</a:t>
          </a:r>
          <a:br>
            <a:rPr lang="ja-JP" altLang="en-US" sz="1200" kern="1200" dirty="0"/>
          </a:br>
          <a:r>
            <a:rPr lang="ja-JP" altLang="en-US" sz="1200" kern="1200" dirty="0"/>
            <a:t>宛先ポート</a:t>
          </a:r>
          <a:r>
            <a:rPr lang="en-US" altLang="ja-JP" sz="1200" kern="1200" dirty="0"/>
            <a:t>:53</a:t>
          </a:r>
          <a:endParaRPr lang="en-US" sz="1200" kern="1200" dirty="0"/>
        </a:p>
      </dsp:txBody>
      <dsp:txXfrm>
        <a:off x="2163" y="192600"/>
        <a:ext cx="2317572" cy="1390543"/>
      </dsp:txXfrm>
    </dsp:sp>
    <dsp:sp modelId="{1B384F50-C908-44E2-A8CE-F52D47A53F87}">
      <dsp:nvSpPr>
        <dsp:cNvPr id="0" name=""/>
        <dsp:cNvSpPr/>
      </dsp:nvSpPr>
      <dsp:spPr>
        <a:xfrm>
          <a:off x="5168549" y="842151"/>
          <a:ext cx="502441" cy="91440"/>
        </a:xfrm>
        <a:custGeom>
          <a:avLst/>
          <a:gdLst/>
          <a:ahLst/>
          <a:cxnLst/>
          <a:rect l="0" t="0" r="0" b="0"/>
          <a:pathLst>
            <a:path>
              <a:moveTo>
                <a:pt x="0" y="45720"/>
              </a:moveTo>
              <a:lnTo>
                <a:pt x="502441" y="45720"/>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06443" y="885206"/>
        <a:ext cx="26652" cy="5330"/>
      </dsp:txXfrm>
    </dsp:sp>
    <dsp:sp modelId="{F71D7DC5-17FE-496A-B14C-3BEE0603CACE}">
      <dsp:nvSpPr>
        <dsp:cNvPr id="0" name=""/>
        <dsp:cNvSpPr/>
      </dsp:nvSpPr>
      <dsp:spPr>
        <a:xfrm>
          <a:off x="2852777" y="192600"/>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ja-JP" altLang="en-US" sz="1200" kern="1200" dirty="0"/>
            <a:t>ルーター</a:t>
          </a:r>
          <a:r>
            <a:rPr lang="en-US" altLang="ja-JP" sz="1200" kern="1200" dirty="0"/>
            <a:t>:192.168.1.1</a:t>
          </a:r>
          <a:br>
            <a:rPr lang="ja-JP" altLang="en-US" sz="1200" kern="1200" dirty="0"/>
          </a:br>
          <a:r>
            <a:rPr lang="en-US" altLang="ja-JP" sz="1200" kern="1200" dirty="0"/>
            <a:t>WAN:203.0.113.1</a:t>
          </a:r>
        </a:p>
        <a:p>
          <a:pPr marL="0" lvl="0" indent="0" algn="ctr" defTabSz="533400">
            <a:lnSpc>
              <a:spcPct val="90000"/>
            </a:lnSpc>
            <a:spcBef>
              <a:spcPct val="0"/>
            </a:spcBef>
            <a:spcAft>
              <a:spcPct val="35000"/>
            </a:spcAft>
            <a:buNone/>
          </a:pPr>
          <a:r>
            <a:rPr lang="ja-JP" altLang="en-US" sz="1200" kern="1200" dirty="0"/>
            <a:t>変換前</a:t>
          </a:r>
          <a:r>
            <a:rPr lang="en-US" altLang="ja-JP" sz="1200" kern="1200" dirty="0"/>
            <a:t>:192.168.1.2:49160</a:t>
          </a:r>
          <a:br>
            <a:rPr lang="ja-JP" altLang="en-US" sz="1200" kern="1200" dirty="0"/>
          </a:br>
          <a:r>
            <a:rPr lang="ja-JP" altLang="en-US" sz="1200" kern="1200" dirty="0"/>
            <a:t>変換後</a:t>
          </a:r>
          <a:r>
            <a:rPr lang="en-US" altLang="ja-JP" sz="1200" kern="1200" dirty="0"/>
            <a:t>:203.0.113.1:40001</a:t>
          </a:r>
        </a:p>
      </dsp:txBody>
      <dsp:txXfrm>
        <a:off x="2852777" y="192600"/>
        <a:ext cx="2317572" cy="1390543"/>
      </dsp:txXfrm>
    </dsp:sp>
    <dsp:sp modelId="{DEB97D9A-51CA-4CBC-968C-8C945579EAD4}">
      <dsp:nvSpPr>
        <dsp:cNvPr id="0" name=""/>
        <dsp:cNvSpPr/>
      </dsp:nvSpPr>
      <dsp:spPr>
        <a:xfrm>
          <a:off x="8019162" y="842151"/>
          <a:ext cx="486102" cy="91440"/>
        </a:xfrm>
        <a:custGeom>
          <a:avLst/>
          <a:gdLst/>
          <a:ahLst/>
          <a:cxnLst/>
          <a:rect l="0" t="0" r="0" b="0"/>
          <a:pathLst>
            <a:path>
              <a:moveTo>
                <a:pt x="0" y="45720"/>
              </a:moveTo>
              <a:lnTo>
                <a:pt x="486102" y="45720"/>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249296" y="885206"/>
        <a:ext cx="25835" cy="5330"/>
      </dsp:txXfrm>
    </dsp:sp>
    <dsp:sp modelId="{DBB741F8-9B12-43E8-9D24-A824B1EDAD33}">
      <dsp:nvSpPr>
        <dsp:cNvPr id="0" name=""/>
        <dsp:cNvSpPr/>
      </dsp:nvSpPr>
      <dsp:spPr>
        <a:xfrm>
          <a:off x="5703390" y="192600"/>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en-US" sz="1200" kern="1200" dirty="0"/>
            <a:t>WAN</a:t>
          </a:r>
        </a:p>
        <a:p>
          <a:pPr marL="0" lvl="0" indent="0" algn="ctr" defTabSz="533400">
            <a:lnSpc>
              <a:spcPct val="90000"/>
            </a:lnSpc>
            <a:spcBef>
              <a:spcPct val="0"/>
            </a:spcBef>
            <a:spcAft>
              <a:spcPct val="35000"/>
            </a:spcAft>
            <a:buNone/>
          </a:pPr>
          <a:r>
            <a:rPr lang="en-US" sz="1200" kern="1200" dirty="0"/>
            <a:t>203.0.113.1:4001-&gt;</a:t>
          </a:r>
        </a:p>
        <a:p>
          <a:pPr marL="0" lvl="0" indent="0" algn="ctr" defTabSz="533400">
            <a:lnSpc>
              <a:spcPct val="90000"/>
            </a:lnSpc>
            <a:spcBef>
              <a:spcPct val="0"/>
            </a:spcBef>
            <a:spcAft>
              <a:spcPct val="35000"/>
            </a:spcAft>
            <a:buNone/>
          </a:pPr>
          <a:r>
            <a:rPr lang="en-US" sz="1200" kern="1200" dirty="0"/>
            <a:t>8.8.8.8:53</a:t>
          </a:r>
        </a:p>
      </dsp:txBody>
      <dsp:txXfrm>
        <a:off x="5703390" y="192600"/>
        <a:ext cx="2317572" cy="1390543"/>
      </dsp:txXfrm>
    </dsp:sp>
    <dsp:sp modelId="{A2D01A60-B28B-4B47-9A81-6EA86D8ABD80}">
      <dsp:nvSpPr>
        <dsp:cNvPr id="0" name=""/>
        <dsp:cNvSpPr/>
      </dsp:nvSpPr>
      <dsp:spPr>
        <a:xfrm>
          <a:off x="1158786" y="1581343"/>
          <a:ext cx="8537665" cy="502441"/>
        </a:xfrm>
        <a:custGeom>
          <a:avLst/>
          <a:gdLst/>
          <a:ahLst/>
          <a:cxnLst/>
          <a:rect l="0" t="0" r="0" b="0"/>
          <a:pathLst>
            <a:path>
              <a:moveTo>
                <a:pt x="8537665" y="0"/>
              </a:moveTo>
              <a:lnTo>
                <a:pt x="8537665" y="268320"/>
              </a:lnTo>
              <a:lnTo>
                <a:pt x="0" y="268320"/>
              </a:lnTo>
              <a:lnTo>
                <a:pt x="0" y="502441"/>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213761" y="1829898"/>
        <a:ext cx="427714" cy="5330"/>
      </dsp:txXfrm>
    </dsp:sp>
    <dsp:sp modelId="{1272FCDB-ECE7-4E2E-9C0E-B0FA23C0D8C6}">
      <dsp:nvSpPr>
        <dsp:cNvPr id="0" name=""/>
        <dsp:cNvSpPr/>
      </dsp:nvSpPr>
      <dsp:spPr>
        <a:xfrm>
          <a:off x="8537665" y="192600"/>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ja-JP" altLang="en-US" sz="1200" kern="1200" dirty="0"/>
            <a:t>サーバー側のルーターが受信</a:t>
          </a:r>
          <a:endParaRPr lang="en-US" altLang="ja-JP" sz="1200" kern="1200" dirty="0"/>
        </a:p>
        <a:p>
          <a:pPr marL="0" lvl="0" indent="0" algn="ctr" defTabSz="533400">
            <a:lnSpc>
              <a:spcPct val="90000"/>
            </a:lnSpc>
            <a:spcBef>
              <a:spcPct val="0"/>
            </a:spcBef>
            <a:spcAft>
              <a:spcPct val="35000"/>
            </a:spcAft>
            <a:buNone/>
          </a:pPr>
          <a:r>
            <a:rPr lang="en-US" altLang="ja-JP" sz="1200" kern="1200" dirty="0"/>
            <a:t>DNS</a:t>
          </a:r>
          <a:r>
            <a:rPr lang="ja-JP" altLang="en-US" sz="1200" kern="1200" dirty="0"/>
            <a:t>サーバーに渡す</a:t>
          </a:r>
          <a:endParaRPr lang="en-US" altLang="ja-JP" sz="1200" kern="1200" dirty="0"/>
        </a:p>
      </dsp:txBody>
      <dsp:txXfrm>
        <a:off x="8537665" y="192600"/>
        <a:ext cx="2317572" cy="1390543"/>
      </dsp:txXfrm>
    </dsp:sp>
    <dsp:sp modelId="{2446DEB0-CEBB-4918-8C7E-84B62ABE61D4}">
      <dsp:nvSpPr>
        <dsp:cNvPr id="0" name=""/>
        <dsp:cNvSpPr/>
      </dsp:nvSpPr>
      <dsp:spPr>
        <a:xfrm>
          <a:off x="2315772" y="2765736"/>
          <a:ext cx="488266" cy="91440"/>
        </a:xfrm>
        <a:custGeom>
          <a:avLst/>
          <a:gdLst/>
          <a:ahLst/>
          <a:cxnLst/>
          <a:rect l="0" t="0" r="0" b="0"/>
          <a:pathLst>
            <a:path>
              <a:moveTo>
                <a:pt x="0" y="45720"/>
              </a:moveTo>
              <a:lnTo>
                <a:pt x="488266" y="45720"/>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2546933" y="2808791"/>
        <a:ext cx="25943" cy="5330"/>
      </dsp:txXfrm>
    </dsp:sp>
    <dsp:sp modelId="{7B1D7820-C8B8-4CA0-9764-F3B5E1E9EBD2}">
      <dsp:nvSpPr>
        <dsp:cNvPr id="0" name=""/>
        <dsp:cNvSpPr/>
      </dsp:nvSpPr>
      <dsp:spPr>
        <a:xfrm>
          <a:off x="0" y="2116184"/>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en-US" altLang="ja-JP" sz="1200" kern="1200" dirty="0"/>
            <a:t>DNS</a:t>
          </a:r>
          <a:r>
            <a:rPr lang="ja-JP" altLang="en-US" sz="1200" kern="1200" dirty="0"/>
            <a:t>サーバーが受信</a:t>
          </a:r>
          <a:endParaRPr lang="en-US" altLang="ja-JP" sz="1200" kern="1200" dirty="0"/>
        </a:p>
        <a:p>
          <a:pPr marL="0" lvl="0" indent="0" algn="ctr" defTabSz="533400">
            <a:lnSpc>
              <a:spcPct val="90000"/>
            </a:lnSpc>
            <a:spcBef>
              <a:spcPct val="0"/>
            </a:spcBef>
            <a:spcAft>
              <a:spcPct val="35000"/>
            </a:spcAft>
            <a:buNone/>
          </a:pPr>
          <a:r>
            <a:rPr lang="ja-JP" altLang="en-US" sz="1200" kern="1200" dirty="0"/>
            <a:t>クライアントに返す</a:t>
          </a:r>
          <a:endParaRPr lang="en-US" altLang="ja-JP" sz="1200" kern="1200" dirty="0"/>
        </a:p>
      </dsp:txBody>
      <dsp:txXfrm>
        <a:off x="0" y="2116184"/>
        <a:ext cx="2317572" cy="1390543"/>
      </dsp:txXfrm>
    </dsp:sp>
    <dsp:sp modelId="{E0CEEB93-4257-48C8-AF31-CAEDA8A51123}">
      <dsp:nvSpPr>
        <dsp:cNvPr id="0" name=""/>
        <dsp:cNvSpPr/>
      </dsp:nvSpPr>
      <dsp:spPr>
        <a:xfrm>
          <a:off x="5152210" y="2765736"/>
          <a:ext cx="518780" cy="91440"/>
        </a:xfrm>
        <a:custGeom>
          <a:avLst/>
          <a:gdLst/>
          <a:ahLst/>
          <a:cxnLst/>
          <a:rect l="0" t="0" r="0" b="0"/>
          <a:pathLst>
            <a:path>
              <a:moveTo>
                <a:pt x="0" y="45720"/>
              </a:moveTo>
              <a:lnTo>
                <a:pt x="518780" y="45720"/>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397866" y="2808791"/>
        <a:ext cx="27469" cy="5330"/>
      </dsp:txXfrm>
    </dsp:sp>
    <dsp:sp modelId="{357CB705-A8B0-4459-8A14-E82BF9C121B3}">
      <dsp:nvSpPr>
        <dsp:cNvPr id="0" name=""/>
        <dsp:cNvSpPr/>
      </dsp:nvSpPr>
      <dsp:spPr>
        <a:xfrm>
          <a:off x="2836438" y="2116184"/>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en-US" altLang="ja-JP" sz="1200" kern="1200" dirty="0"/>
            <a:t>SV:8.8.8.8</a:t>
          </a:r>
          <a:br>
            <a:rPr lang="ja-JP" altLang="en-US" sz="1200" kern="1200" dirty="0"/>
          </a:br>
          <a:r>
            <a:rPr lang="ja-JP" altLang="en-US" sz="1200" kern="1200" dirty="0"/>
            <a:t>送信元</a:t>
          </a:r>
          <a:r>
            <a:rPr lang="en-US" altLang="ja-JP" sz="1200" kern="1200" dirty="0"/>
            <a:t>:8.8.8.8:53</a:t>
          </a:r>
          <a:br>
            <a:rPr lang="ja-JP" altLang="en-US" sz="1200" kern="1200" dirty="0"/>
          </a:br>
          <a:r>
            <a:rPr lang="ja-JP" altLang="en-US" sz="1200" kern="1200" dirty="0"/>
            <a:t>宛先</a:t>
          </a:r>
          <a:r>
            <a:rPr lang="en-US" altLang="ja-JP" sz="1200" kern="1200" dirty="0"/>
            <a:t>:203.0.113.1:40001</a:t>
          </a:r>
        </a:p>
      </dsp:txBody>
      <dsp:txXfrm>
        <a:off x="2836438" y="2116184"/>
        <a:ext cx="2317572" cy="1390543"/>
      </dsp:txXfrm>
    </dsp:sp>
    <dsp:sp modelId="{2A4557F3-1A32-461E-85D4-C0CDD9A89D68}">
      <dsp:nvSpPr>
        <dsp:cNvPr id="0" name=""/>
        <dsp:cNvSpPr/>
      </dsp:nvSpPr>
      <dsp:spPr>
        <a:xfrm>
          <a:off x="8019162" y="2765736"/>
          <a:ext cx="502441" cy="91440"/>
        </a:xfrm>
        <a:custGeom>
          <a:avLst/>
          <a:gdLst/>
          <a:ahLst/>
          <a:cxnLst/>
          <a:rect l="0" t="0" r="0" b="0"/>
          <a:pathLst>
            <a:path>
              <a:moveTo>
                <a:pt x="0" y="45720"/>
              </a:moveTo>
              <a:lnTo>
                <a:pt x="502441" y="45720"/>
              </a:lnTo>
            </a:path>
          </a:pathLst>
        </a:custGeom>
        <a:noFill/>
        <a:ln w="6350" cap="flat" cmpd="sng" algn="ctr">
          <a:solidFill>
            <a:schemeClr val="accent3">
              <a:hueOff val="0"/>
              <a:satOff val="0"/>
              <a:lumOff val="0"/>
              <a:alphaOff val="0"/>
            </a:schemeClr>
          </a:solidFill>
          <a:prstDash val="solid"/>
          <a:miter lim="800000"/>
          <a:tailEnd type="arrow"/>
        </a:ln>
        <a:effectLst>
          <a:glow rad="101600">
            <a:schemeClr val="accent4">
              <a:satMod val="175000"/>
              <a:alpha val="40000"/>
            </a:schemeClr>
          </a:glow>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8257057" y="2808791"/>
        <a:ext cx="26652" cy="5330"/>
      </dsp:txXfrm>
    </dsp:sp>
    <dsp:sp modelId="{2603B4DB-8AA9-4204-94ED-5E3FE17F775A}">
      <dsp:nvSpPr>
        <dsp:cNvPr id="0" name=""/>
        <dsp:cNvSpPr/>
      </dsp:nvSpPr>
      <dsp:spPr>
        <a:xfrm>
          <a:off x="5703390" y="2116184"/>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ja-JP" altLang="en-US" sz="1200" kern="1200" dirty="0"/>
            <a:t>ルーター</a:t>
          </a:r>
          <a:r>
            <a:rPr lang="en-US" altLang="ja-JP" sz="1200" kern="1200" dirty="0"/>
            <a:t>:192.168.1.1</a:t>
          </a:r>
          <a:br>
            <a:rPr lang="ja-JP" altLang="en-US" sz="1200" kern="1200" dirty="0"/>
          </a:br>
          <a:r>
            <a:rPr lang="en-US" altLang="ja-JP" sz="1200" kern="1200" dirty="0"/>
            <a:t>WAN:203.0.113.1</a:t>
          </a:r>
        </a:p>
        <a:p>
          <a:pPr marL="0" lvl="0" indent="0" algn="ctr" defTabSz="533400">
            <a:lnSpc>
              <a:spcPct val="90000"/>
            </a:lnSpc>
            <a:spcBef>
              <a:spcPct val="0"/>
            </a:spcBef>
            <a:spcAft>
              <a:spcPct val="35000"/>
            </a:spcAft>
            <a:buNone/>
          </a:pPr>
          <a:r>
            <a:rPr lang="ja-JP" altLang="en-US" sz="1200" kern="1200" dirty="0"/>
            <a:t>変換前</a:t>
          </a:r>
          <a:r>
            <a:rPr lang="en-US" altLang="ja-JP" sz="1200" kern="1200" dirty="0"/>
            <a:t>:203.0.113.1:40001</a:t>
          </a:r>
          <a:br>
            <a:rPr lang="ja-JP" altLang="en-US" sz="1200" kern="1200" dirty="0"/>
          </a:br>
          <a:r>
            <a:rPr lang="ja-JP" altLang="en-US" sz="1200" kern="1200" dirty="0"/>
            <a:t>変換後</a:t>
          </a:r>
          <a:r>
            <a:rPr lang="en-US" altLang="ja-JP" sz="1200" kern="1200" dirty="0"/>
            <a:t>:192.168.1.2:49160</a:t>
          </a:r>
        </a:p>
      </dsp:txBody>
      <dsp:txXfrm>
        <a:off x="5703390" y="2116184"/>
        <a:ext cx="2317572" cy="1390543"/>
      </dsp:txXfrm>
    </dsp:sp>
    <dsp:sp modelId="{D78F85E2-E8DE-4376-8CB7-10ED936E8B5D}">
      <dsp:nvSpPr>
        <dsp:cNvPr id="0" name=""/>
        <dsp:cNvSpPr/>
      </dsp:nvSpPr>
      <dsp:spPr>
        <a:xfrm>
          <a:off x="8554004" y="2116184"/>
          <a:ext cx="2317572" cy="139054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a:scene3d>
          <a:camera prst="orthographicFront"/>
          <a:lightRig rig="threePt" dir="t"/>
        </a:scene3d>
        <a:sp3d>
          <a:bevelT w="165100" prst="coolSlant"/>
        </a:sp3d>
      </dsp:spPr>
      <dsp:style>
        <a:lnRef idx="3">
          <a:scrgbClr r="0" g="0" b="0"/>
        </a:lnRef>
        <a:fillRef idx="1">
          <a:scrgbClr r="0" g="0" b="0"/>
        </a:fillRef>
        <a:effectRef idx="1">
          <a:scrgbClr r="0" g="0" b="0"/>
        </a:effectRef>
        <a:fontRef idx="minor">
          <a:schemeClr val="lt1"/>
        </a:fontRef>
      </dsp:style>
      <dsp:txBody>
        <a:bodyPr spcFirstLastPara="0" vert="horz" wrap="square" lIns="113563" tIns="119204" rIns="113563" bIns="119204" numCol="1" spcCol="1270" anchor="ctr" anchorCtr="0">
          <a:noAutofit/>
        </a:bodyPr>
        <a:lstStyle/>
        <a:p>
          <a:pPr marL="0" lvl="0" indent="0" algn="ctr" defTabSz="533400">
            <a:lnSpc>
              <a:spcPct val="90000"/>
            </a:lnSpc>
            <a:spcBef>
              <a:spcPct val="0"/>
            </a:spcBef>
            <a:spcAft>
              <a:spcPct val="35000"/>
            </a:spcAft>
            <a:buNone/>
          </a:pPr>
          <a:r>
            <a:rPr lang="en-US" sz="1200" kern="1200" dirty="0"/>
            <a:t>PC1:192.168.1.2</a:t>
          </a:r>
          <a:br>
            <a:rPr lang="ja-JP" altLang="en-US" sz="1200" kern="1200" dirty="0"/>
          </a:br>
          <a:r>
            <a:rPr lang="en-US" altLang="ja-JP" sz="1200" kern="1200" dirty="0"/>
            <a:t>DNS</a:t>
          </a:r>
          <a:r>
            <a:rPr lang="ja-JP" altLang="en-US" sz="1200" kern="1200" dirty="0"/>
            <a:t>受信</a:t>
          </a:r>
          <a:endParaRPr lang="en-US" sz="1200" kern="1200" dirty="0"/>
        </a:p>
      </dsp:txBody>
      <dsp:txXfrm>
        <a:off x="8554004" y="2116184"/>
        <a:ext cx="2317572" cy="139054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0E2DF-1725-42DE-8962-EB48B50A5A8D}">
      <dsp:nvSpPr>
        <dsp:cNvPr id="0" name=""/>
        <dsp:cNvSpPr/>
      </dsp:nvSpPr>
      <dsp:spPr>
        <a:xfrm>
          <a:off x="0" y="0"/>
          <a:ext cx="7926705" cy="114230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D20F3B-8499-48B1-9958-F0AECD574E05}">
      <dsp:nvSpPr>
        <dsp:cNvPr id="0" name=""/>
        <dsp:cNvSpPr/>
      </dsp:nvSpPr>
      <dsp:spPr>
        <a:xfrm>
          <a:off x="345548" y="257507"/>
          <a:ext cx="628270" cy="6282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18C7B5CD-A315-4852-8624-2FF24A48BD8C}">
      <dsp:nvSpPr>
        <dsp:cNvPr id="0" name=""/>
        <dsp:cNvSpPr/>
      </dsp:nvSpPr>
      <dsp:spPr>
        <a:xfrm>
          <a:off x="1319367" y="488"/>
          <a:ext cx="6607337" cy="1142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94" tIns="120894" rIns="120894" bIns="120894" numCol="1" spcCol="1270" anchor="ctr" anchorCtr="0">
          <a:noAutofit/>
        </a:bodyPr>
        <a:lstStyle/>
        <a:p>
          <a:pPr marL="0" lvl="0" indent="0" algn="l" defTabSz="1111250">
            <a:lnSpc>
              <a:spcPct val="100000"/>
            </a:lnSpc>
            <a:spcBef>
              <a:spcPct val="0"/>
            </a:spcBef>
            <a:spcAft>
              <a:spcPct val="35000"/>
            </a:spcAft>
            <a:buNone/>
          </a:pPr>
          <a:r>
            <a:rPr lang="en-US" sz="2500" kern="1200" dirty="0">
              <a:solidFill>
                <a:schemeClr val="bg1"/>
              </a:solidFill>
            </a:rPr>
            <a:t>VPN</a:t>
          </a:r>
          <a:r>
            <a:rPr lang="ja-JP" altLang="en-US" sz="2500" kern="1200" dirty="0">
              <a:solidFill>
                <a:schemeClr val="bg1"/>
              </a:solidFill>
            </a:rPr>
            <a:t>関連</a:t>
          </a:r>
          <a:r>
            <a:rPr lang="en-US" altLang="ja-JP" sz="2500" kern="1200" dirty="0">
              <a:solidFill>
                <a:schemeClr val="bg1"/>
              </a:solidFill>
            </a:rPr>
            <a:t>(</a:t>
          </a:r>
          <a:r>
            <a:rPr lang="en-US" altLang="ja-JP" sz="2500" kern="1200" dirty="0" err="1">
              <a:solidFill>
                <a:schemeClr val="bg1"/>
              </a:solidFill>
            </a:rPr>
            <a:t>IPsec,IP-VPN,WireGurd,etc</a:t>
          </a:r>
          <a:r>
            <a:rPr lang="en-US" altLang="ja-JP" sz="2500" kern="1200" dirty="0">
              <a:solidFill>
                <a:schemeClr val="bg1"/>
              </a:solidFill>
            </a:rPr>
            <a:t>...)</a:t>
          </a:r>
          <a:endParaRPr lang="en-US" sz="2500" kern="1200" dirty="0">
            <a:solidFill>
              <a:schemeClr val="bg1"/>
            </a:solidFill>
          </a:endParaRPr>
        </a:p>
      </dsp:txBody>
      <dsp:txXfrm>
        <a:off x="1319367" y="488"/>
        <a:ext cx="6607337" cy="1142309"/>
      </dsp:txXfrm>
    </dsp:sp>
    <dsp:sp modelId="{21E68339-7F1B-445B-8A7B-97102D1571B3}">
      <dsp:nvSpPr>
        <dsp:cNvPr id="0" name=""/>
        <dsp:cNvSpPr/>
      </dsp:nvSpPr>
      <dsp:spPr>
        <a:xfrm>
          <a:off x="0" y="1428375"/>
          <a:ext cx="7926705" cy="114230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18A977F-9EBE-450C-A2BC-77E0EB1D1B73}">
      <dsp:nvSpPr>
        <dsp:cNvPr id="0" name=""/>
        <dsp:cNvSpPr/>
      </dsp:nvSpPr>
      <dsp:spPr>
        <a:xfrm>
          <a:off x="345548" y="1685394"/>
          <a:ext cx="628270" cy="6282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6AA03709-740E-412F-9044-30D57361EBD2}">
      <dsp:nvSpPr>
        <dsp:cNvPr id="0" name=""/>
        <dsp:cNvSpPr/>
      </dsp:nvSpPr>
      <dsp:spPr>
        <a:xfrm>
          <a:off x="1319367" y="1428375"/>
          <a:ext cx="6607337" cy="1142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94" tIns="120894" rIns="120894" bIns="120894" numCol="1" spcCol="1270" anchor="ctr" anchorCtr="0">
          <a:noAutofit/>
        </a:bodyPr>
        <a:lstStyle/>
        <a:p>
          <a:pPr marL="0" lvl="0" indent="0" algn="l" defTabSz="1111250">
            <a:lnSpc>
              <a:spcPct val="100000"/>
            </a:lnSpc>
            <a:spcBef>
              <a:spcPct val="0"/>
            </a:spcBef>
            <a:spcAft>
              <a:spcPct val="35000"/>
            </a:spcAft>
            <a:buNone/>
          </a:pPr>
          <a:r>
            <a:rPr lang="en-US" sz="2500" u="none" kern="1200" dirty="0" err="1">
              <a:solidFill>
                <a:schemeClr val="bg1"/>
              </a:solidFill>
            </a:rPr>
            <a:t>Vlan</a:t>
          </a:r>
          <a:endParaRPr lang="en-US" sz="2500" u="none" kern="1200" dirty="0">
            <a:solidFill>
              <a:schemeClr val="bg1"/>
            </a:solidFill>
          </a:endParaRPr>
        </a:p>
      </dsp:txBody>
      <dsp:txXfrm>
        <a:off x="1319367" y="1428375"/>
        <a:ext cx="6607337" cy="1142309"/>
      </dsp:txXfrm>
    </dsp:sp>
    <dsp:sp modelId="{0CFB056C-D245-46C6-9724-B5D4ED25BEAE}">
      <dsp:nvSpPr>
        <dsp:cNvPr id="0" name=""/>
        <dsp:cNvSpPr/>
      </dsp:nvSpPr>
      <dsp:spPr>
        <a:xfrm>
          <a:off x="0" y="2856262"/>
          <a:ext cx="7926705" cy="1142309"/>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40D670-1751-42F6-8360-F25BC5F79CC7}">
      <dsp:nvSpPr>
        <dsp:cNvPr id="0" name=""/>
        <dsp:cNvSpPr/>
      </dsp:nvSpPr>
      <dsp:spPr>
        <a:xfrm>
          <a:off x="345548" y="3113281"/>
          <a:ext cx="628270" cy="6282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a:innerShdw blurRad="63500" dist="50800">
            <a:prstClr val="black">
              <a:alpha val="50000"/>
            </a:prstClr>
          </a:innerShdw>
        </a:effectLst>
      </dsp:spPr>
      <dsp:style>
        <a:lnRef idx="3">
          <a:scrgbClr r="0" g="0" b="0"/>
        </a:lnRef>
        <a:fillRef idx="1">
          <a:scrgbClr r="0" g="0" b="0"/>
        </a:fillRef>
        <a:effectRef idx="1">
          <a:scrgbClr r="0" g="0" b="0"/>
        </a:effectRef>
        <a:fontRef idx="minor">
          <a:schemeClr val="lt1"/>
        </a:fontRef>
      </dsp:style>
    </dsp:sp>
    <dsp:sp modelId="{C41A0EDE-F8B1-472E-A6E4-4C611606401F}">
      <dsp:nvSpPr>
        <dsp:cNvPr id="0" name=""/>
        <dsp:cNvSpPr/>
      </dsp:nvSpPr>
      <dsp:spPr>
        <a:xfrm>
          <a:off x="1319367" y="2856262"/>
          <a:ext cx="6607337" cy="114230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0894" tIns="120894" rIns="120894" bIns="120894" numCol="1" spcCol="1270" anchor="ctr" anchorCtr="0">
          <a:noAutofit/>
        </a:bodyPr>
        <a:lstStyle/>
        <a:p>
          <a:pPr marL="0" lvl="0" indent="0" algn="l" defTabSz="1111250">
            <a:lnSpc>
              <a:spcPct val="100000"/>
            </a:lnSpc>
            <a:spcBef>
              <a:spcPct val="0"/>
            </a:spcBef>
            <a:spcAft>
              <a:spcPct val="35000"/>
            </a:spcAft>
            <a:buNone/>
          </a:pPr>
          <a:r>
            <a:rPr lang="ja-JP" altLang="en-US" sz="2500" kern="1200" dirty="0">
              <a:solidFill>
                <a:schemeClr val="bg1"/>
              </a:solidFill>
            </a:rPr>
            <a:t>無線</a:t>
          </a:r>
          <a:r>
            <a:rPr lang="en-US" altLang="ja-JP" sz="2500" kern="1200" dirty="0">
              <a:solidFill>
                <a:schemeClr val="bg1"/>
              </a:solidFill>
            </a:rPr>
            <a:t>LAN</a:t>
          </a:r>
          <a:r>
            <a:rPr lang="ja-JP" altLang="en-US" sz="2500" kern="1200" dirty="0">
              <a:solidFill>
                <a:schemeClr val="bg1"/>
              </a:solidFill>
            </a:rPr>
            <a:t>関連</a:t>
          </a:r>
          <a:endParaRPr lang="en-US" sz="2500" kern="1200" dirty="0">
            <a:solidFill>
              <a:schemeClr val="bg1"/>
            </a:solidFill>
          </a:endParaRPr>
        </a:p>
      </dsp:txBody>
      <dsp:txXfrm>
        <a:off x="1319367" y="2856262"/>
        <a:ext cx="6607337" cy="114230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0A3CE0-9E3E-49B0-B4D2-40A1EF5804FD}">
      <dsp:nvSpPr>
        <dsp:cNvPr id="0" name=""/>
        <dsp:cNvSpPr/>
      </dsp:nvSpPr>
      <dsp:spPr>
        <a:xfrm>
          <a:off x="1530" y="2868453"/>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en-US" altLang="ja-JP" sz="2000" kern="1200" dirty="0"/>
            <a:t>Ping</a:t>
          </a:r>
          <a:r>
            <a:rPr kumimoji="1" lang="ja-JP" altLang="en-US" sz="2000" kern="1200" dirty="0"/>
            <a:t>を通してみる</a:t>
          </a:r>
          <a:endParaRPr kumimoji="1" lang="en-US" altLang="ja-JP" sz="2000" kern="1200" dirty="0"/>
        </a:p>
      </dsp:txBody>
      <dsp:txXfrm>
        <a:off x="31902" y="2898825"/>
        <a:ext cx="2013189" cy="976222"/>
      </dsp:txXfrm>
    </dsp:sp>
    <dsp:sp modelId="{73A79818-A1B3-4A24-85CC-CA78874BF23F}">
      <dsp:nvSpPr>
        <dsp:cNvPr id="0" name=""/>
        <dsp:cNvSpPr/>
      </dsp:nvSpPr>
      <dsp:spPr>
        <a:xfrm rot="18289469">
          <a:off x="1763911" y="2773959"/>
          <a:ext cx="1452678" cy="33442"/>
        </a:xfrm>
        <a:custGeom>
          <a:avLst/>
          <a:gdLst/>
          <a:ahLst/>
          <a:cxnLst/>
          <a:rect l="0" t="0" r="0" b="0"/>
          <a:pathLst>
            <a:path>
              <a:moveTo>
                <a:pt x="0" y="16721"/>
              </a:moveTo>
              <a:lnTo>
                <a:pt x="1452678" y="16721"/>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2453933" y="2754363"/>
        <a:ext cx="72633" cy="72633"/>
      </dsp:txXfrm>
    </dsp:sp>
    <dsp:sp modelId="{C5E76E6F-1702-44A1-9E7E-AEF286921F41}">
      <dsp:nvSpPr>
        <dsp:cNvPr id="0" name=""/>
        <dsp:cNvSpPr/>
      </dsp:nvSpPr>
      <dsp:spPr>
        <a:xfrm>
          <a:off x="2905037" y="1675941"/>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トレースルートで</a:t>
          </a:r>
          <a:endParaRPr kumimoji="1" lang="en-US" altLang="ja-JP" sz="2000" kern="1200" dirty="0"/>
        </a:p>
        <a:p>
          <a:pPr marL="0" lvl="0" indent="0" algn="ctr" defTabSz="889000">
            <a:lnSpc>
              <a:spcPct val="90000"/>
            </a:lnSpc>
            <a:spcBef>
              <a:spcPct val="0"/>
            </a:spcBef>
            <a:spcAft>
              <a:spcPct val="35000"/>
            </a:spcAft>
            <a:buNone/>
          </a:pPr>
          <a:r>
            <a:rPr kumimoji="1" lang="ja-JP" altLang="en-US" sz="2000" kern="1200" dirty="0"/>
            <a:t>確認</a:t>
          </a:r>
        </a:p>
      </dsp:txBody>
      <dsp:txXfrm>
        <a:off x="2935409" y="1706313"/>
        <a:ext cx="2013189" cy="976222"/>
      </dsp:txXfrm>
    </dsp:sp>
    <dsp:sp modelId="{7BFE0873-D4DA-4466-8CE3-0C00658D90DC}">
      <dsp:nvSpPr>
        <dsp:cNvPr id="0" name=""/>
        <dsp:cNvSpPr/>
      </dsp:nvSpPr>
      <dsp:spPr>
        <a:xfrm rot="18289469">
          <a:off x="4667418" y="1581447"/>
          <a:ext cx="1452678" cy="33442"/>
        </a:xfrm>
        <a:custGeom>
          <a:avLst/>
          <a:gdLst/>
          <a:ahLst/>
          <a:cxnLst/>
          <a:rect l="0" t="0" r="0" b="0"/>
          <a:pathLst>
            <a:path>
              <a:moveTo>
                <a:pt x="0" y="16721"/>
              </a:moveTo>
              <a:lnTo>
                <a:pt x="1452678"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357440" y="1561851"/>
        <a:ext cx="72633" cy="72633"/>
      </dsp:txXfrm>
    </dsp:sp>
    <dsp:sp modelId="{89642D2D-4C46-4DE1-898B-F931CC5F52BD}">
      <dsp:nvSpPr>
        <dsp:cNvPr id="0" name=""/>
        <dsp:cNvSpPr/>
      </dsp:nvSpPr>
      <dsp:spPr>
        <a:xfrm>
          <a:off x="5808544" y="483429"/>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所属ネットワーク</a:t>
          </a:r>
          <a:br>
            <a:rPr kumimoji="1" lang="en-US" altLang="ja-JP" sz="2000" kern="1200" dirty="0"/>
          </a:br>
          <a:r>
            <a:rPr kumimoji="1" lang="ja-JP" altLang="en-US" sz="2000" kern="1200" dirty="0"/>
            <a:t>の確認</a:t>
          </a:r>
        </a:p>
      </dsp:txBody>
      <dsp:txXfrm>
        <a:off x="5838916" y="513801"/>
        <a:ext cx="2013189" cy="976222"/>
      </dsp:txXfrm>
    </dsp:sp>
    <dsp:sp modelId="{998F7062-566B-4E77-AA4E-36A83EA45974}">
      <dsp:nvSpPr>
        <dsp:cNvPr id="0" name=""/>
        <dsp:cNvSpPr/>
      </dsp:nvSpPr>
      <dsp:spPr>
        <a:xfrm>
          <a:off x="7882477" y="985191"/>
          <a:ext cx="829573" cy="33442"/>
        </a:xfrm>
        <a:custGeom>
          <a:avLst/>
          <a:gdLst/>
          <a:ahLst/>
          <a:cxnLst/>
          <a:rect l="0" t="0" r="0" b="0"/>
          <a:pathLst>
            <a:path>
              <a:moveTo>
                <a:pt x="0" y="16721"/>
              </a:moveTo>
              <a:lnTo>
                <a:pt x="829573"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8276525" y="981173"/>
        <a:ext cx="41478" cy="41478"/>
      </dsp:txXfrm>
    </dsp:sp>
    <dsp:sp modelId="{416209BE-53B8-4161-82C9-E1F66E9CCD23}">
      <dsp:nvSpPr>
        <dsp:cNvPr id="0" name=""/>
        <dsp:cNvSpPr/>
      </dsp:nvSpPr>
      <dsp:spPr>
        <a:xfrm>
          <a:off x="8712051" y="483429"/>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ゲートウェイの</a:t>
          </a:r>
          <a:endParaRPr kumimoji="1" lang="en-US" altLang="ja-JP" sz="2000" kern="1200" dirty="0"/>
        </a:p>
        <a:p>
          <a:pPr marL="0" lvl="0" indent="0" algn="ctr" defTabSz="889000">
            <a:lnSpc>
              <a:spcPct val="90000"/>
            </a:lnSpc>
            <a:spcBef>
              <a:spcPct val="0"/>
            </a:spcBef>
            <a:spcAft>
              <a:spcPct val="35000"/>
            </a:spcAft>
            <a:buNone/>
          </a:pPr>
          <a:r>
            <a:rPr kumimoji="1" lang="ja-JP" altLang="en-US" sz="2000" kern="1200" dirty="0"/>
            <a:t>確認</a:t>
          </a:r>
        </a:p>
      </dsp:txBody>
      <dsp:txXfrm>
        <a:off x="8742423" y="513801"/>
        <a:ext cx="2013189" cy="976222"/>
      </dsp:txXfrm>
    </dsp:sp>
    <dsp:sp modelId="{1C29EF34-ABCC-4699-A928-F1D7CAF9DCD1}">
      <dsp:nvSpPr>
        <dsp:cNvPr id="0" name=""/>
        <dsp:cNvSpPr/>
      </dsp:nvSpPr>
      <dsp:spPr>
        <a:xfrm>
          <a:off x="4978970" y="2177703"/>
          <a:ext cx="829573" cy="33442"/>
        </a:xfrm>
        <a:custGeom>
          <a:avLst/>
          <a:gdLst/>
          <a:ahLst/>
          <a:cxnLst/>
          <a:rect l="0" t="0" r="0" b="0"/>
          <a:pathLst>
            <a:path>
              <a:moveTo>
                <a:pt x="0" y="16721"/>
              </a:moveTo>
              <a:lnTo>
                <a:pt x="829573"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373018" y="2173685"/>
        <a:ext cx="41478" cy="41478"/>
      </dsp:txXfrm>
    </dsp:sp>
    <dsp:sp modelId="{1E04E59E-3850-4AFF-A274-910C12882399}">
      <dsp:nvSpPr>
        <dsp:cNvPr id="0" name=""/>
        <dsp:cNvSpPr/>
      </dsp:nvSpPr>
      <dsp:spPr>
        <a:xfrm>
          <a:off x="5808544" y="1675941"/>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配線の確認</a:t>
          </a:r>
        </a:p>
      </dsp:txBody>
      <dsp:txXfrm>
        <a:off x="5838916" y="1706313"/>
        <a:ext cx="2013189" cy="976222"/>
      </dsp:txXfrm>
    </dsp:sp>
    <dsp:sp modelId="{4E22F308-F86E-4E5D-802D-C29EAD6AB906}">
      <dsp:nvSpPr>
        <dsp:cNvPr id="0" name=""/>
        <dsp:cNvSpPr/>
      </dsp:nvSpPr>
      <dsp:spPr>
        <a:xfrm>
          <a:off x="7882477" y="2177703"/>
          <a:ext cx="829573" cy="33442"/>
        </a:xfrm>
        <a:custGeom>
          <a:avLst/>
          <a:gdLst/>
          <a:ahLst/>
          <a:cxnLst/>
          <a:rect l="0" t="0" r="0" b="0"/>
          <a:pathLst>
            <a:path>
              <a:moveTo>
                <a:pt x="0" y="16721"/>
              </a:moveTo>
              <a:lnTo>
                <a:pt x="829573"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8276525" y="2173685"/>
        <a:ext cx="41478" cy="41478"/>
      </dsp:txXfrm>
    </dsp:sp>
    <dsp:sp modelId="{5D9209C5-5382-4C72-80D1-491E950838CB}">
      <dsp:nvSpPr>
        <dsp:cNvPr id="0" name=""/>
        <dsp:cNvSpPr/>
      </dsp:nvSpPr>
      <dsp:spPr>
        <a:xfrm>
          <a:off x="8712051" y="1675941"/>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中間ノードの</a:t>
          </a:r>
          <a:endParaRPr kumimoji="1" lang="en-US" altLang="ja-JP" sz="2000" kern="1200" dirty="0"/>
        </a:p>
        <a:p>
          <a:pPr marL="0" lvl="0" indent="0" algn="ctr" defTabSz="889000">
            <a:lnSpc>
              <a:spcPct val="90000"/>
            </a:lnSpc>
            <a:spcBef>
              <a:spcPct val="0"/>
            </a:spcBef>
            <a:spcAft>
              <a:spcPct val="35000"/>
            </a:spcAft>
            <a:buNone/>
          </a:pPr>
          <a:r>
            <a:rPr kumimoji="1" lang="ja-JP" altLang="en-US" sz="2000" kern="1200" dirty="0"/>
            <a:t>再起動</a:t>
          </a:r>
        </a:p>
      </dsp:txBody>
      <dsp:txXfrm>
        <a:off x="8742423" y="1706313"/>
        <a:ext cx="2013189" cy="976222"/>
      </dsp:txXfrm>
    </dsp:sp>
    <dsp:sp modelId="{0B982122-FB34-433D-AACB-9728DE6E0804}">
      <dsp:nvSpPr>
        <dsp:cNvPr id="0" name=""/>
        <dsp:cNvSpPr/>
      </dsp:nvSpPr>
      <dsp:spPr>
        <a:xfrm rot="3310531">
          <a:off x="4667418" y="2773959"/>
          <a:ext cx="1452678" cy="33442"/>
        </a:xfrm>
        <a:custGeom>
          <a:avLst/>
          <a:gdLst/>
          <a:ahLst/>
          <a:cxnLst/>
          <a:rect l="0" t="0" r="0" b="0"/>
          <a:pathLst>
            <a:path>
              <a:moveTo>
                <a:pt x="0" y="16721"/>
              </a:moveTo>
              <a:lnTo>
                <a:pt x="1452678"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357440" y="2754363"/>
        <a:ext cx="72633" cy="72633"/>
      </dsp:txXfrm>
    </dsp:sp>
    <dsp:sp modelId="{FAE9F77D-E020-4A51-B9F1-F080461C9528}">
      <dsp:nvSpPr>
        <dsp:cNvPr id="0" name=""/>
        <dsp:cNvSpPr/>
      </dsp:nvSpPr>
      <dsp:spPr>
        <a:xfrm>
          <a:off x="5808544" y="2868453"/>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ルーティングの</a:t>
          </a:r>
          <a:br>
            <a:rPr kumimoji="1" lang="en-US" altLang="ja-JP" sz="2000" kern="1200" dirty="0"/>
          </a:br>
          <a:r>
            <a:rPr kumimoji="1" lang="ja-JP" altLang="en-US" sz="2000" kern="1200" dirty="0"/>
            <a:t>確認</a:t>
          </a:r>
        </a:p>
      </dsp:txBody>
      <dsp:txXfrm>
        <a:off x="5838916" y="2898825"/>
        <a:ext cx="2013189" cy="976222"/>
      </dsp:txXfrm>
    </dsp:sp>
    <dsp:sp modelId="{BCC7367A-F54B-4681-B722-806D62DB94DA}">
      <dsp:nvSpPr>
        <dsp:cNvPr id="0" name=""/>
        <dsp:cNvSpPr/>
      </dsp:nvSpPr>
      <dsp:spPr>
        <a:xfrm>
          <a:off x="7882477" y="3370215"/>
          <a:ext cx="829573" cy="33442"/>
        </a:xfrm>
        <a:custGeom>
          <a:avLst/>
          <a:gdLst/>
          <a:ahLst/>
          <a:cxnLst/>
          <a:rect l="0" t="0" r="0" b="0"/>
          <a:pathLst>
            <a:path>
              <a:moveTo>
                <a:pt x="0" y="16721"/>
              </a:moveTo>
              <a:lnTo>
                <a:pt x="829573"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8276525" y="3366197"/>
        <a:ext cx="41478" cy="41478"/>
      </dsp:txXfrm>
    </dsp:sp>
    <dsp:sp modelId="{797D0C4D-5722-48EA-8042-1DBD0677C365}">
      <dsp:nvSpPr>
        <dsp:cNvPr id="0" name=""/>
        <dsp:cNvSpPr/>
      </dsp:nvSpPr>
      <dsp:spPr>
        <a:xfrm>
          <a:off x="8712051" y="2868453"/>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ポートの確認</a:t>
          </a:r>
        </a:p>
      </dsp:txBody>
      <dsp:txXfrm>
        <a:off x="8742423" y="2898825"/>
        <a:ext cx="2013189" cy="976222"/>
      </dsp:txXfrm>
    </dsp:sp>
    <dsp:sp modelId="{8511C718-DA61-4BA8-9157-B06E7C9DD4A3}">
      <dsp:nvSpPr>
        <dsp:cNvPr id="0" name=""/>
        <dsp:cNvSpPr/>
      </dsp:nvSpPr>
      <dsp:spPr>
        <a:xfrm rot="3310531">
          <a:off x="1763911" y="3966471"/>
          <a:ext cx="1452678" cy="33442"/>
        </a:xfrm>
        <a:custGeom>
          <a:avLst/>
          <a:gdLst/>
          <a:ahLst/>
          <a:cxnLst/>
          <a:rect l="0" t="0" r="0" b="0"/>
          <a:pathLst>
            <a:path>
              <a:moveTo>
                <a:pt x="0" y="16721"/>
              </a:moveTo>
              <a:lnTo>
                <a:pt x="1452678" y="16721"/>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2453933" y="3946875"/>
        <a:ext cx="72633" cy="72633"/>
      </dsp:txXfrm>
    </dsp:sp>
    <dsp:sp modelId="{61CAC789-6D0E-4D6F-944A-9239527EDF16}">
      <dsp:nvSpPr>
        <dsp:cNvPr id="0" name=""/>
        <dsp:cNvSpPr/>
      </dsp:nvSpPr>
      <dsp:spPr>
        <a:xfrm>
          <a:off x="2905037" y="4060964"/>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共有フォルダへの</a:t>
          </a:r>
          <a:endParaRPr kumimoji="1" lang="en-US" altLang="ja-JP" sz="2000" kern="1200" dirty="0"/>
        </a:p>
        <a:p>
          <a:pPr marL="0" lvl="0" indent="0" algn="ctr" defTabSz="889000">
            <a:lnSpc>
              <a:spcPct val="90000"/>
            </a:lnSpc>
            <a:spcBef>
              <a:spcPct val="0"/>
            </a:spcBef>
            <a:spcAft>
              <a:spcPct val="35000"/>
            </a:spcAft>
            <a:buNone/>
          </a:pPr>
          <a:r>
            <a:rPr kumimoji="1" lang="ja-JP" altLang="en-US" sz="2000" kern="1200" dirty="0"/>
            <a:t>アクセス</a:t>
          </a:r>
        </a:p>
      </dsp:txBody>
      <dsp:txXfrm>
        <a:off x="2935409" y="4091336"/>
        <a:ext cx="2013189" cy="976222"/>
      </dsp:txXfrm>
    </dsp:sp>
    <dsp:sp modelId="{A40BCCCA-1518-491A-BA1F-65F6407049D3}">
      <dsp:nvSpPr>
        <dsp:cNvPr id="0" name=""/>
        <dsp:cNvSpPr/>
      </dsp:nvSpPr>
      <dsp:spPr>
        <a:xfrm>
          <a:off x="4978970" y="4562726"/>
          <a:ext cx="829573" cy="33442"/>
        </a:xfrm>
        <a:custGeom>
          <a:avLst/>
          <a:gdLst/>
          <a:ahLst/>
          <a:cxnLst/>
          <a:rect l="0" t="0" r="0" b="0"/>
          <a:pathLst>
            <a:path>
              <a:moveTo>
                <a:pt x="0" y="16721"/>
              </a:moveTo>
              <a:lnTo>
                <a:pt x="829573"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5373018" y="4558708"/>
        <a:ext cx="41478" cy="41478"/>
      </dsp:txXfrm>
    </dsp:sp>
    <dsp:sp modelId="{17B840DE-2966-455B-9EF3-D2BCC6F49AC6}">
      <dsp:nvSpPr>
        <dsp:cNvPr id="0" name=""/>
        <dsp:cNvSpPr/>
      </dsp:nvSpPr>
      <dsp:spPr>
        <a:xfrm>
          <a:off x="5808544" y="4060964"/>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認証情報の</a:t>
          </a:r>
          <a:br>
            <a:rPr kumimoji="1" lang="en-US" altLang="ja-JP" sz="2000" kern="1200" dirty="0"/>
          </a:br>
          <a:r>
            <a:rPr kumimoji="1" lang="ja-JP" altLang="en-US" sz="2000" kern="1200" dirty="0"/>
            <a:t>確認</a:t>
          </a:r>
        </a:p>
      </dsp:txBody>
      <dsp:txXfrm>
        <a:off x="5838916" y="4091336"/>
        <a:ext cx="2013189" cy="976222"/>
      </dsp:txXfrm>
    </dsp:sp>
    <dsp:sp modelId="{D2A929F8-0A07-4353-9727-19BDB2CEF309}">
      <dsp:nvSpPr>
        <dsp:cNvPr id="0" name=""/>
        <dsp:cNvSpPr/>
      </dsp:nvSpPr>
      <dsp:spPr>
        <a:xfrm>
          <a:off x="7882477" y="4562726"/>
          <a:ext cx="829573" cy="33442"/>
        </a:xfrm>
        <a:custGeom>
          <a:avLst/>
          <a:gdLst/>
          <a:ahLst/>
          <a:cxnLst/>
          <a:rect l="0" t="0" r="0" b="0"/>
          <a:pathLst>
            <a:path>
              <a:moveTo>
                <a:pt x="0" y="16721"/>
              </a:moveTo>
              <a:lnTo>
                <a:pt x="829573" y="16721"/>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kumimoji="1" lang="ja-JP" altLang="en-US" sz="500" kern="1200"/>
        </a:p>
      </dsp:txBody>
      <dsp:txXfrm>
        <a:off x="8276525" y="4558708"/>
        <a:ext cx="41478" cy="41478"/>
      </dsp:txXfrm>
    </dsp:sp>
    <dsp:sp modelId="{E5F84641-E01D-4CA2-AD43-103AA95C5E87}">
      <dsp:nvSpPr>
        <dsp:cNvPr id="0" name=""/>
        <dsp:cNvSpPr/>
      </dsp:nvSpPr>
      <dsp:spPr>
        <a:xfrm>
          <a:off x="8712051" y="4060964"/>
          <a:ext cx="2073933" cy="1036966"/>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kumimoji="1" lang="ja-JP" altLang="en-US" sz="2000" kern="1200" dirty="0"/>
            <a:t>権限の確認</a:t>
          </a:r>
        </a:p>
      </dsp:txBody>
      <dsp:txXfrm>
        <a:off x="8742423" y="4091336"/>
        <a:ext cx="2013189" cy="97622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FA2A62-A0D0-4E66-B0D7-005CBCE9BC5C}">
      <dsp:nvSpPr>
        <dsp:cNvPr id="0" name=""/>
        <dsp:cNvSpPr/>
      </dsp:nvSpPr>
      <dsp:spPr>
        <a:xfrm>
          <a:off x="2339068" y="802095"/>
          <a:ext cx="507297" cy="91440"/>
        </a:xfrm>
        <a:custGeom>
          <a:avLst/>
          <a:gdLst/>
          <a:ahLst/>
          <a:cxnLst/>
          <a:rect l="0" t="0" r="0" b="0"/>
          <a:pathLst>
            <a:path>
              <a:moveTo>
                <a:pt x="0" y="45720"/>
              </a:moveTo>
              <a:lnTo>
                <a:pt x="50729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269" y="845126"/>
        <a:ext cx="26894" cy="5378"/>
      </dsp:txXfrm>
    </dsp:sp>
    <dsp:sp modelId="{C3DC9D57-126B-42AE-8A99-B7F907E02B3B}">
      <dsp:nvSpPr>
        <dsp:cNvPr id="0" name=""/>
        <dsp:cNvSpPr/>
      </dsp:nvSpPr>
      <dsp:spPr>
        <a:xfrm>
          <a:off x="2183" y="146210"/>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ネットワークのポート番号とは</a:t>
          </a:r>
          <a:r>
            <a:rPr kumimoji="1" lang="en-US" sz="1200" b="0" i="0" kern="1200"/>
            <a:t>1</a:t>
          </a:r>
          <a:r>
            <a:rPr kumimoji="1" lang="ja-JP" sz="1200" b="0" i="0" kern="1200"/>
            <a:t>つの</a:t>
          </a:r>
          <a:r>
            <a:rPr kumimoji="1" lang="en-US" sz="1200" b="0" i="0" kern="1200"/>
            <a:t>IP</a:t>
          </a:r>
          <a:r>
            <a:rPr kumimoji="1" lang="ja-JP" sz="1200" b="0" i="0" kern="1200"/>
            <a:t>アドレスでどのアプリやサービス宛てかを区別する為の番号です。</a:t>
          </a:r>
          <a:endParaRPr lang="en-US" sz="1200" kern="1200"/>
        </a:p>
      </dsp:txBody>
      <dsp:txXfrm>
        <a:off x="2183" y="146210"/>
        <a:ext cx="2338685" cy="1403211"/>
      </dsp:txXfrm>
    </dsp:sp>
    <dsp:sp modelId="{E1A537FA-8DE4-43D2-BF2E-AB4EC8DBC063}">
      <dsp:nvSpPr>
        <dsp:cNvPr id="0" name=""/>
        <dsp:cNvSpPr/>
      </dsp:nvSpPr>
      <dsp:spPr>
        <a:xfrm>
          <a:off x="5215651" y="802095"/>
          <a:ext cx="507297" cy="91440"/>
        </a:xfrm>
        <a:custGeom>
          <a:avLst/>
          <a:gdLst/>
          <a:ahLst/>
          <a:cxnLst/>
          <a:rect l="0" t="0" r="0" b="0"/>
          <a:pathLst>
            <a:path>
              <a:moveTo>
                <a:pt x="0" y="45720"/>
              </a:moveTo>
              <a:lnTo>
                <a:pt x="50729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55852" y="845126"/>
        <a:ext cx="26894" cy="5378"/>
      </dsp:txXfrm>
    </dsp:sp>
    <dsp:sp modelId="{0E8B83FD-CFED-45FA-A200-47F41804F110}">
      <dsp:nvSpPr>
        <dsp:cNvPr id="0" name=""/>
        <dsp:cNvSpPr/>
      </dsp:nvSpPr>
      <dsp:spPr>
        <a:xfrm>
          <a:off x="2878766" y="146210"/>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よくある例えとして集合住宅の部屋番号があげられます。</a:t>
          </a:r>
          <a:endParaRPr lang="en-US" sz="1200" kern="1200"/>
        </a:p>
      </dsp:txBody>
      <dsp:txXfrm>
        <a:off x="2878766" y="146210"/>
        <a:ext cx="2338685" cy="1403211"/>
      </dsp:txXfrm>
    </dsp:sp>
    <dsp:sp modelId="{E222ACD4-3E2C-4872-A5D1-8AE72DD26E55}">
      <dsp:nvSpPr>
        <dsp:cNvPr id="0" name=""/>
        <dsp:cNvSpPr/>
      </dsp:nvSpPr>
      <dsp:spPr>
        <a:xfrm>
          <a:off x="8092233" y="802095"/>
          <a:ext cx="507297" cy="91440"/>
        </a:xfrm>
        <a:custGeom>
          <a:avLst/>
          <a:gdLst/>
          <a:ahLst/>
          <a:cxnLst/>
          <a:rect l="0" t="0" r="0" b="0"/>
          <a:pathLst>
            <a:path>
              <a:moveTo>
                <a:pt x="0" y="45720"/>
              </a:moveTo>
              <a:lnTo>
                <a:pt x="50729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332435" y="845126"/>
        <a:ext cx="26894" cy="5378"/>
      </dsp:txXfrm>
    </dsp:sp>
    <dsp:sp modelId="{E83E4398-85CC-43C1-8A9A-2D13DEB41404}">
      <dsp:nvSpPr>
        <dsp:cNvPr id="0" name=""/>
        <dsp:cNvSpPr/>
      </dsp:nvSpPr>
      <dsp:spPr>
        <a:xfrm>
          <a:off x="5755348" y="146210"/>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同じ建物</a:t>
          </a:r>
          <a:r>
            <a:rPr kumimoji="1" lang="en-US" sz="1200" b="0" i="0" kern="1200"/>
            <a:t>(IP</a:t>
          </a:r>
          <a:r>
            <a:rPr kumimoji="1" lang="ja-JP" sz="1200" b="0" i="0" kern="1200"/>
            <a:t>アドレス</a:t>
          </a:r>
          <a:r>
            <a:rPr kumimoji="1" lang="en-US" sz="1200" b="0" i="0" kern="1200"/>
            <a:t>)</a:t>
          </a:r>
          <a:r>
            <a:rPr kumimoji="1" lang="ja-JP" sz="1200" b="0" i="0" kern="1200"/>
            <a:t>でも</a:t>
          </a:r>
          <a:r>
            <a:rPr kumimoji="1" lang="en-US" sz="1200" b="0" i="0" kern="1200"/>
            <a:t>101</a:t>
          </a:r>
          <a:r>
            <a:rPr kumimoji="1" lang="ja-JP" sz="1200" b="0" i="0" kern="1200"/>
            <a:t>号は</a:t>
          </a:r>
          <a:r>
            <a:rPr kumimoji="1" lang="en-US" sz="1200" b="0" i="0" kern="1200"/>
            <a:t>Web</a:t>
          </a:r>
          <a:r>
            <a:rPr kumimoji="1" lang="ja-JP" sz="1200" b="0" i="0" kern="1200"/>
            <a:t>サイト閲覧、</a:t>
          </a:r>
          <a:r>
            <a:rPr kumimoji="1" lang="en-US" sz="1200" b="0" i="0" kern="1200"/>
            <a:t>102</a:t>
          </a:r>
          <a:r>
            <a:rPr kumimoji="1" lang="ja-JP" sz="1200" b="0" i="0" kern="1200"/>
            <a:t>号室はリモート操作というようにポート番号を使う事でどのアプリに通信をしたいのかを指定することが可能です。</a:t>
          </a:r>
          <a:endParaRPr lang="en-US" sz="1200" kern="1200"/>
        </a:p>
      </dsp:txBody>
      <dsp:txXfrm>
        <a:off x="5755348" y="146210"/>
        <a:ext cx="2338685" cy="1403211"/>
      </dsp:txXfrm>
    </dsp:sp>
    <dsp:sp modelId="{5FB088BF-F08A-4903-8F35-E7F5C119F83A}">
      <dsp:nvSpPr>
        <dsp:cNvPr id="0" name=""/>
        <dsp:cNvSpPr/>
      </dsp:nvSpPr>
      <dsp:spPr>
        <a:xfrm>
          <a:off x="1171525" y="1547621"/>
          <a:ext cx="8629748" cy="507297"/>
        </a:xfrm>
        <a:custGeom>
          <a:avLst/>
          <a:gdLst/>
          <a:ahLst/>
          <a:cxnLst/>
          <a:rect l="0" t="0" r="0" b="0"/>
          <a:pathLst>
            <a:path>
              <a:moveTo>
                <a:pt x="8629748" y="0"/>
              </a:moveTo>
              <a:lnTo>
                <a:pt x="8629748" y="270748"/>
              </a:lnTo>
              <a:lnTo>
                <a:pt x="0" y="270748"/>
              </a:lnTo>
              <a:lnTo>
                <a:pt x="0" y="507297"/>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70237" y="1798580"/>
        <a:ext cx="432324" cy="5378"/>
      </dsp:txXfrm>
    </dsp:sp>
    <dsp:sp modelId="{04918620-C9B7-4F40-9E32-B2502D74915A}">
      <dsp:nvSpPr>
        <dsp:cNvPr id="0" name=""/>
        <dsp:cNvSpPr/>
      </dsp:nvSpPr>
      <dsp:spPr>
        <a:xfrm>
          <a:off x="8631931" y="146210"/>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ポート番号は</a:t>
          </a:r>
          <a:r>
            <a:rPr kumimoji="1" lang="en-US" sz="1200" b="0" i="0" kern="1200"/>
            <a:t>0</a:t>
          </a:r>
          <a:r>
            <a:rPr kumimoji="1" lang="ja-JP" sz="1200" b="0" i="0" kern="1200"/>
            <a:t>番から</a:t>
          </a:r>
          <a:r>
            <a:rPr kumimoji="1" lang="en-US" sz="1200" b="0" i="0" kern="1200"/>
            <a:t>65535</a:t>
          </a:r>
          <a:r>
            <a:rPr kumimoji="1" lang="ja-JP" sz="1200" b="0" i="0" kern="1200"/>
            <a:t>番まであり用途や管理の仕方でウェルノウンポート、登録済みポート、プライベートポートに分けられます。</a:t>
          </a:r>
          <a:endParaRPr lang="en-US" sz="1200" kern="1200"/>
        </a:p>
      </dsp:txBody>
      <dsp:txXfrm>
        <a:off x="8631931" y="146210"/>
        <a:ext cx="2338685" cy="1403211"/>
      </dsp:txXfrm>
    </dsp:sp>
    <dsp:sp modelId="{CFBACBEE-68AF-4865-9680-3E059E7FEAFD}">
      <dsp:nvSpPr>
        <dsp:cNvPr id="0" name=""/>
        <dsp:cNvSpPr/>
      </dsp:nvSpPr>
      <dsp:spPr>
        <a:xfrm>
          <a:off x="2339068" y="2743204"/>
          <a:ext cx="507297" cy="91440"/>
        </a:xfrm>
        <a:custGeom>
          <a:avLst/>
          <a:gdLst/>
          <a:ahLst/>
          <a:cxnLst/>
          <a:rect l="0" t="0" r="0" b="0"/>
          <a:pathLst>
            <a:path>
              <a:moveTo>
                <a:pt x="0" y="45720"/>
              </a:moveTo>
              <a:lnTo>
                <a:pt x="50729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79269" y="2786234"/>
        <a:ext cx="26894" cy="5378"/>
      </dsp:txXfrm>
    </dsp:sp>
    <dsp:sp modelId="{E94BDC13-5C87-41A3-B340-74C4C9D8EC57}">
      <dsp:nvSpPr>
        <dsp:cNvPr id="0" name=""/>
        <dsp:cNvSpPr/>
      </dsp:nvSpPr>
      <dsp:spPr>
        <a:xfrm>
          <a:off x="2183" y="2087318"/>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ウェルノウンポート</a:t>
          </a:r>
          <a:r>
            <a:rPr kumimoji="1" lang="en-US" sz="1200" b="0" i="0" kern="1200"/>
            <a:t>:0-1023</a:t>
          </a:r>
          <a:r>
            <a:rPr kumimoji="1" lang="ja-JP" sz="1200" b="0" i="0" kern="1200"/>
            <a:t>　特定のサービスやアプリケーションに標準的に割り当てられいるポートです。</a:t>
          </a:r>
          <a:br>
            <a:rPr kumimoji="1" lang="en-US" sz="1200" b="0" i="0" kern="1200"/>
          </a:br>
          <a:r>
            <a:rPr kumimoji="1" lang="ja-JP" sz="1200" b="0" i="0" kern="1200"/>
            <a:t>使用者はユーザーです。</a:t>
          </a:r>
          <a:endParaRPr lang="en-US" sz="1200" kern="1200"/>
        </a:p>
      </dsp:txBody>
      <dsp:txXfrm>
        <a:off x="2183" y="2087318"/>
        <a:ext cx="2338685" cy="1403211"/>
      </dsp:txXfrm>
    </dsp:sp>
    <dsp:sp modelId="{93E6CC07-A488-46E2-8F95-04C1A46BD2B2}">
      <dsp:nvSpPr>
        <dsp:cNvPr id="0" name=""/>
        <dsp:cNvSpPr/>
      </dsp:nvSpPr>
      <dsp:spPr>
        <a:xfrm>
          <a:off x="5215651" y="2743204"/>
          <a:ext cx="507297" cy="91440"/>
        </a:xfrm>
        <a:custGeom>
          <a:avLst/>
          <a:gdLst/>
          <a:ahLst/>
          <a:cxnLst/>
          <a:rect l="0" t="0" r="0" b="0"/>
          <a:pathLst>
            <a:path>
              <a:moveTo>
                <a:pt x="0" y="45720"/>
              </a:moveTo>
              <a:lnTo>
                <a:pt x="507297"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55852" y="2786234"/>
        <a:ext cx="26894" cy="5378"/>
      </dsp:txXfrm>
    </dsp:sp>
    <dsp:sp modelId="{DD84B2BC-DAAB-4FC4-9B6B-20A91E7B54D7}">
      <dsp:nvSpPr>
        <dsp:cNvPr id="0" name=""/>
        <dsp:cNvSpPr/>
      </dsp:nvSpPr>
      <dsp:spPr>
        <a:xfrm>
          <a:off x="2878766" y="2087318"/>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登録済みポート</a:t>
          </a:r>
          <a:r>
            <a:rPr kumimoji="1" lang="en-US" sz="1200" b="0" i="0" kern="1200"/>
            <a:t>:1024-49151 </a:t>
          </a:r>
          <a:r>
            <a:rPr kumimoji="1" lang="ja-JP" sz="1200" b="0" i="0" kern="1200"/>
            <a:t>特定のアプリケーションやサービス向けに登録されているポートです。</a:t>
          </a:r>
          <a:br>
            <a:rPr kumimoji="1" lang="en-US" sz="1200" b="0" i="0" kern="1200"/>
          </a:br>
          <a:r>
            <a:rPr kumimoji="1" lang="ja-JP" sz="1200" b="0" i="0" kern="1200"/>
            <a:t>使用者はソフトウェアです。</a:t>
          </a:r>
          <a:endParaRPr lang="en-US" sz="1200" kern="1200"/>
        </a:p>
      </dsp:txBody>
      <dsp:txXfrm>
        <a:off x="2878766" y="2087318"/>
        <a:ext cx="2338685" cy="1403211"/>
      </dsp:txXfrm>
    </dsp:sp>
    <dsp:sp modelId="{108D30BE-C2F4-4E4F-A223-F4510176AA36}">
      <dsp:nvSpPr>
        <dsp:cNvPr id="0" name=""/>
        <dsp:cNvSpPr/>
      </dsp:nvSpPr>
      <dsp:spPr>
        <a:xfrm>
          <a:off x="5755348" y="2087318"/>
          <a:ext cx="2338685" cy="1403211"/>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114598" tIns="120290" rIns="114598" bIns="120290" numCol="1" spcCol="1270" anchor="ctr" anchorCtr="0">
          <a:noAutofit/>
        </a:bodyPr>
        <a:lstStyle/>
        <a:p>
          <a:pPr marL="0" lvl="0" indent="0" algn="ctr" defTabSz="533400">
            <a:lnSpc>
              <a:spcPct val="90000"/>
            </a:lnSpc>
            <a:spcBef>
              <a:spcPct val="0"/>
            </a:spcBef>
            <a:spcAft>
              <a:spcPct val="35000"/>
            </a:spcAft>
            <a:buNone/>
          </a:pPr>
          <a:r>
            <a:rPr kumimoji="1" lang="ja-JP" sz="1200" b="0" i="0" kern="1200"/>
            <a:t>プライベートポート</a:t>
          </a:r>
          <a:r>
            <a:rPr kumimoji="1" lang="en-US" sz="1200" b="0" i="0" kern="1200"/>
            <a:t>:49152-65535 </a:t>
          </a:r>
          <a:r>
            <a:rPr kumimoji="1" lang="ja-JP" sz="1200" b="0" i="0" kern="1200"/>
            <a:t>クライアントが一時的に接続するときに自動で割り当てられるポートです。</a:t>
          </a:r>
          <a:endParaRPr lang="en-US" sz="1200" kern="1200"/>
        </a:p>
      </dsp:txBody>
      <dsp:txXfrm>
        <a:off x="5755348" y="2087318"/>
        <a:ext cx="2338685" cy="140321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E581B7-3DE0-4FFB-9014-6A285F9F97B8}">
      <dsp:nvSpPr>
        <dsp:cNvPr id="0" name=""/>
        <dsp:cNvSpPr/>
      </dsp:nvSpPr>
      <dsp:spPr>
        <a:xfrm>
          <a:off x="789144" y="752710"/>
          <a:ext cx="621969" cy="71"/>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43EC463-74B5-487F-B111-E1BF7805CEB0}">
      <dsp:nvSpPr>
        <dsp:cNvPr id="0" name=""/>
        <dsp:cNvSpPr/>
      </dsp:nvSpPr>
      <dsp:spPr>
        <a:xfrm>
          <a:off x="1448432" y="700449"/>
          <a:ext cx="71526" cy="134465"/>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9A4329F-76BF-4E2C-BE38-26C6BD96C5A2}">
      <dsp:nvSpPr>
        <dsp:cNvPr id="0" name=""/>
        <dsp:cNvSpPr/>
      </dsp:nvSpPr>
      <dsp:spPr>
        <a:xfrm>
          <a:off x="420645" y="461992"/>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1</a:t>
          </a:r>
        </a:p>
      </dsp:txBody>
      <dsp:txXfrm>
        <a:off x="505805" y="547152"/>
        <a:ext cx="411186" cy="411186"/>
      </dsp:txXfrm>
    </dsp:sp>
    <dsp:sp modelId="{1D250FE3-3960-4509-A33E-83DE668A5D2D}">
      <dsp:nvSpPr>
        <dsp:cNvPr id="0" name=""/>
        <dsp:cNvSpPr/>
      </dsp:nvSpPr>
      <dsp:spPr>
        <a:xfrm>
          <a:off x="11682" y="1209086"/>
          <a:ext cx="1399432"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389" tIns="165100" rIns="110389"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ネットワークのポート番号とは</a:t>
          </a:r>
          <a:r>
            <a:rPr kumimoji="1" lang="en-US" sz="1100" b="0" i="0" kern="1200"/>
            <a:t>1</a:t>
          </a:r>
          <a:r>
            <a:rPr kumimoji="1" lang="ja-JP" sz="1100" b="0" i="0" kern="1200"/>
            <a:t>つの</a:t>
          </a:r>
          <a:r>
            <a:rPr kumimoji="1" lang="en-US" sz="1100" b="0" i="0" kern="1200"/>
            <a:t>IP</a:t>
          </a:r>
          <a:r>
            <a:rPr kumimoji="1" lang="ja-JP" sz="1100" b="0" i="0" kern="1200"/>
            <a:t>アドレスでどのアプリやサービス宛てかを区別する為の番号です。</a:t>
          </a:r>
          <a:endParaRPr lang="en-US" sz="1100" kern="1200"/>
        </a:p>
      </dsp:txBody>
      <dsp:txXfrm>
        <a:off x="11682" y="1488972"/>
        <a:ext cx="1399432" cy="1685714"/>
      </dsp:txXfrm>
    </dsp:sp>
    <dsp:sp modelId="{0030BA17-019A-4DC2-83A3-8DABBBBC65DB}">
      <dsp:nvSpPr>
        <dsp:cNvPr id="0" name=""/>
        <dsp:cNvSpPr/>
      </dsp:nvSpPr>
      <dsp:spPr>
        <a:xfrm>
          <a:off x="1566607" y="752734"/>
          <a:ext cx="1399432"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68F7254-1AAC-4557-A5C8-BF3573430453}">
      <dsp:nvSpPr>
        <dsp:cNvPr id="0" name=""/>
        <dsp:cNvSpPr/>
      </dsp:nvSpPr>
      <dsp:spPr>
        <a:xfrm>
          <a:off x="3003357" y="700469"/>
          <a:ext cx="71526" cy="134487"/>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D5EBB1-CB54-4FF3-92D1-183004EB37D5}">
      <dsp:nvSpPr>
        <dsp:cNvPr id="0" name=""/>
        <dsp:cNvSpPr/>
      </dsp:nvSpPr>
      <dsp:spPr>
        <a:xfrm>
          <a:off x="1975569" y="462016"/>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2</a:t>
          </a:r>
        </a:p>
      </dsp:txBody>
      <dsp:txXfrm>
        <a:off x="2060729" y="547176"/>
        <a:ext cx="411186" cy="411186"/>
      </dsp:txXfrm>
    </dsp:sp>
    <dsp:sp modelId="{292381C2-D145-4A4C-A120-BD1A81189E8B}">
      <dsp:nvSpPr>
        <dsp:cNvPr id="0" name=""/>
        <dsp:cNvSpPr/>
      </dsp:nvSpPr>
      <dsp:spPr>
        <a:xfrm>
          <a:off x="1566607" y="1209147"/>
          <a:ext cx="1399432"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389" tIns="165100" rIns="110389"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よくある例えとして集合住宅の部屋番号があげられます。</a:t>
          </a:r>
          <a:endParaRPr lang="en-US" sz="1100" kern="1200"/>
        </a:p>
      </dsp:txBody>
      <dsp:txXfrm>
        <a:off x="1566607" y="1489033"/>
        <a:ext cx="1399432" cy="1685714"/>
      </dsp:txXfrm>
    </dsp:sp>
    <dsp:sp modelId="{D92FF2C9-B44D-476E-9E2C-325F9E0694BC}">
      <dsp:nvSpPr>
        <dsp:cNvPr id="0" name=""/>
        <dsp:cNvSpPr/>
      </dsp:nvSpPr>
      <dsp:spPr>
        <a:xfrm>
          <a:off x="3121531" y="752734"/>
          <a:ext cx="1399432"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C14AE06-D966-495B-9A99-7041E7EC0BD1}">
      <dsp:nvSpPr>
        <dsp:cNvPr id="0" name=""/>
        <dsp:cNvSpPr/>
      </dsp:nvSpPr>
      <dsp:spPr>
        <a:xfrm>
          <a:off x="4558282" y="700469"/>
          <a:ext cx="71526" cy="134487"/>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7146EB3-83A8-48CC-A50A-4915EDBE9EE4}">
      <dsp:nvSpPr>
        <dsp:cNvPr id="0" name=""/>
        <dsp:cNvSpPr/>
      </dsp:nvSpPr>
      <dsp:spPr>
        <a:xfrm>
          <a:off x="3530494" y="462016"/>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3</a:t>
          </a:r>
        </a:p>
      </dsp:txBody>
      <dsp:txXfrm>
        <a:off x="3615654" y="547176"/>
        <a:ext cx="411186" cy="411186"/>
      </dsp:txXfrm>
    </dsp:sp>
    <dsp:sp modelId="{728CE9C7-0725-4CC8-A673-49DB89D1BC58}">
      <dsp:nvSpPr>
        <dsp:cNvPr id="0" name=""/>
        <dsp:cNvSpPr/>
      </dsp:nvSpPr>
      <dsp:spPr>
        <a:xfrm>
          <a:off x="3121531" y="1209147"/>
          <a:ext cx="1399432"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389" tIns="165100" rIns="110389"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同じ建物</a:t>
          </a:r>
          <a:r>
            <a:rPr kumimoji="1" lang="en-US" sz="1100" b="0" i="0" kern="1200"/>
            <a:t>(IP</a:t>
          </a:r>
          <a:r>
            <a:rPr kumimoji="1" lang="ja-JP" sz="1100" b="0" i="0" kern="1200"/>
            <a:t>アドレス</a:t>
          </a:r>
          <a:r>
            <a:rPr kumimoji="1" lang="en-US" sz="1100" b="0" i="0" kern="1200"/>
            <a:t>)</a:t>
          </a:r>
          <a:r>
            <a:rPr kumimoji="1" lang="ja-JP" sz="1100" b="0" i="0" kern="1200"/>
            <a:t>でも</a:t>
          </a:r>
          <a:r>
            <a:rPr kumimoji="1" lang="en-US" sz="1100" b="0" i="0" kern="1200"/>
            <a:t>101</a:t>
          </a:r>
          <a:r>
            <a:rPr kumimoji="1" lang="ja-JP" sz="1100" b="0" i="0" kern="1200"/>
            <a:t>号は</a:t>
          </a:r>
          <a:r>
            <a:rPr kumimoji="1" lang="en-US" sz="1100" b="0" i="0" kern="1200"/>
            <a:t>Web</a:t>
          </a:r>
          <a:r>
            <a:rPr kumimoji="1" lang="ja-JP" sz="1100" b="0" i="0" kern="1200"/>
            <a:t>サイト閲覧、</a:t>
          </a:r>
          <a:r>
            <a:rPr kumimoji="1" lang="en-US" sz="1100" b="0" i="0" kern="1200"/>
            <a:t>102</a:t>
          </a:r>
          <a:r>
            <a:rPr kumimoji="1" lang="ja-JP" sz="1100" b="0" i="0" kern="1200"/>
            <a:t>号室はリモート操作というようにポート番号を使う事でどのアプリに通信をしたいのかを指定することが可能です。</a:t>
          </a:r>
          <a:endParaRPr lang="en-US" sz="1100" kern="1200"/>
        </a:p>
      </dsp:txBody>
      <dsp:txXfrm>
        <a:off x="3121531" y="1489033"/>
        <a:ext cx="1399432" cy="1685714"/>
      </dsp:txXfrm>
    </dsp:sp>
    <dsp:sp modelId="{943EBC94-A5CB-4703-B6E8-B9F2D42397CD}">
      <dsp:nvSpPr>
        <dsp:cNvPr id="0" name=""/>
        <dsp:cNvSpPr/>
      </dsp:nvSpPr>
      <dsp:spPr>
        <a:xfrm>
          <a:off x="4676456" y="752734"/>
          <a:ext cx="1399432"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28BC17A-AF72-489D-9278-AC7CE5BA3D27}">
      <dsp:nvSpPr>
        <dsp:cNvPr id="0" name=""/>
        <dsp:cNvSpPr/>
      </dsp:nvSpPr>
      <dsp:spPr>
        <a:xfrm>
          <a:off x="6113206" y="700469"/>
          <a:ext cx="71526" cy="134487"/>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9BEEDDF-2584-433E-891C-6F3142EAB163}">
      <dsp:nvSpPr>
        <dsp:cNvPr id="0" name=""/>
        <dsp:cNvSpPr/>
      </dsp:nvSpPr>
      <dsp:spPr>
        <a:xfrm>
          <a:off x="5085418" y="462016"/>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4</a:t>
          </a:r>
        </a:p>
      </dsp:txBody>
      <dsp:txXfrm>
        <a:off x="5170578" y="547176"/>
        <a:ext cx="411186" cy="411186"/>
      </dsp:txXfrm>
    </dsp:sp>
    <dsp:sp modelId="{0665052F-45AB-48CD-8D47-453951E166C1}">
      <dsp:nvSpPr>
        <dsp:cNvPr id="0" name=""/>
        <dsp:cNvSpPr/>
      </dsp:nvSpPr>
      <dsp:spPr>
        <a:xfrm>
          <a:off x="4676456" y="1209147"/>
          <a:ext cx="1399432"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389" tIns="165100" rIns="110389"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ポート番号は</a:t>
          </a:r>
          <a:r>
            <a:rPr kumimoji="1" lang="en-US" sz="1100" b="0" i="0" kern="1200"/>
            <a:t>0</a:t>
          </a:r>
          <a:r>
            <a:rPr kumimoji="1" lang="ja-JP" sz="1100" b="0" i="0" kern="1200"/>
            <a:t>番から</a:t>
          </a:r>
          <a:r>
            <a:rPr kumimoji="1" lang="en-US" sz="1100" b="0" i="0" kern="1200"/>
            <a:t>65535</a:t>
          </a:r>
          <a:r>
            <a:rPr kumimoji="1" lang="ja-JP" sz="1100" b="0" i="0" kern="1200"/>
            <a:t>番まであり用途や管理の仕方でウェルノウンポート、登録済みポート、プライベートポートに分けられます。</a:t>
          </a:r>
          <a:endParaRPr lang="en-US" sz="1100" kern="1200"/>
        </a:p>
      </dsp:txBody>
      <dsp:txXfrm>
        <a:off x="4676456" y="1489033"/>
        <a:ext cx="1399432" cy="1685714"/>
      </dsp:txXfrm>
    </dsp:sp>
    <dsp:sp modelId="{F5664EC7-5244-4D70-9CB2-521D5F2A9B62}">
      <dsp:nvSpPr>
        <dsp:cNvPr id="0" name=""/>
        <dsp:cNvSpPr/>
      </dsp:nvSpPr>
      <dsp:spPr>
        <a:xfrm>
          <a:off x="6231380" y="752734"/>
          <a:ext cx="1399432"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E651792-DBF7-4833-B9E1-E346A757C7F3}">
      <dsp:nvSpPr>
        <dsp:cNvPr id="0" name=""/>
        <dsp:cNvSpPr/>
      </dsp:nvSpPr>
      <dsp:spPr>
        <a:xfrm>
          <a:off x="7668131" y="700469"/>
          <a:ext cx="71526" cy="134487"/>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D2E350-1534-4509-9771-972422611B5D}">
      <dsp:nvSpPr>
        <dsp:cNvPr id="0" name=""/>
        <dsp:cNvSpPr/>
      </dsp:nvSpPr>
      <dsp:spPr>
        <a:xfrm>
          <a:off x="6640343" y="462016"/>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5</a:t>
          </a:r>
        </a:p>
      </dsp:txBody>
      <dsp:txXfrm>
        <a:off x="6725503" y="547176"/>
        <a:ext cx="411186" cy="411186"/>
      </dsp:txXfrm>
    </dsp:sp>
    <dsp:sp modelId="{73D9C830-4E1A-4EC9-8675-FF686C05AD67}">
      <dsp:nvSpPr>
        <dsp:cNvPr id="0" name=""/>
        <dsp:cNvSpPr/>
      </dsp:nvSpPr>
      <dsp:spPr>
        <a:xfrm>
          <a:off x="6231380" y="1209147"/>
          <a:ext cx="1399432"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389" tIns="165100" rIns="110389"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ウェルノウンポート</a:t>
          </a:r>
          <a:r>
            <a:rPr kumimoji="1" lang="en-US" sz="1100" b="0" i="0" kern="1200"/>
            <a:t>:0-1023</a:t>
          </a:r>
          <a:r>
            <a:rPr kumimoji="1" lang="ja-JP" sz="1100" b="0" i="0" kern="1200"/>
            <a:t>　特定のサービスやアプリケーションに標準的に割り当てられいるポートです。</a:t>
          </a:r>
          <a:br>
            <a:rPr kumimoji="1" lang="en-US" sz="1100" b="0" i="0" kern="1200"/>
          </a:br>
          <a:r>
            <a:rPr kumimoji="1" lang="ja-JP" sz="1100" b="0" i="0" kern="1200"/>
            <a:t>使用者はユーザーです。</a:t>
          </a:r>
          <a:endParaRPr lang="en-US" sz="1100" kern="1200"/>
        </a:p>
      </dsp:txBody>
      <dsp:txXfrm>
        <a:off x="6231380" y="1489033"/>
        <a:ext cx="1399432" cy="1685714"/>
      </dsp:txXfrm>
    </dsp:sp>
    <dsp:sp modelId="{D214D838-4FDE-4B86-A01A-35320FA6550D}">
      <dsp:nvSpPr>
        <dsp:cNvPr id="0" name=""/>
        <dsp:cNvSpPr/>
      </dsp:nvSpPr>
      <dsp:spPr>
        <a:xfrm>
          <a:off x="7786305" y="752734"/>
          <a:ext cx="1399432"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748A453-B824-42CE-927D-4C2CF5D7D4D7}">
      <dsp:nvSpPr>
        <dsp:cNvPr id="0" name=""/>
        <dsp:cNvSpPr/>
      </dsp:nvSpPr>
      <dsp:spPr>
        <a:xfrm>
          <a:off x="9223055" y="700469"/>
          <a:ext cx="71526" cy="134487"/>
        </a:xfrm>
        <a:prstGeom prst="chevron">
          <a:avLst>
            <a:gd name="adj" fmla="val 9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E16EF77-D7AB-46C3-B683-D2A84E8CCC68}">
      <dsp:nvSpPr>
        <dsp:cNvPr id="0" name=""/>
        <dsp:cNvSpPr/>
      </dsp:nvSpPr>
      <dsp:spPr>
        <a:xfrm>
          <a:off x="8195268" y="462016"/>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6</a:t>
          </a:r>
        </a:p>
      </dsp:txBody>
      <dsp:txXfrm>
        <a:off x="8280428" y="547176"/>
        <a:ext cx="411186" cy="411186"/>
      </dsp:txXfrm>
    </dsp:sp>
    <dsp:sp modelId="{33C846BC-33F8-468A-AE11-412503144692}">
      <dsp:nvSpPr>
        <dsp:cNvPr id="0" name=""/>
        <dsp:cNvSpPr/>
      </dsp:nvSpPr>
      <dsp:spPr>
        <a:xfrm>
          <a:off x="7786305" y="1209147"/>
          <a:ext cx="1399432"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389" tIns="165100" rIns="110389"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登録済みポート</a:t>
          </a:r>
          <a:r>
            <a:rPr kumimoji="1" lang="en-US" sz="1100" b="0" i="0" kern="1200"/>
            <a:t>:1024-49151 </a:t>
          </a:r>
          <a:r>
            <a:rPr kumimoji="1" lang="ja-JP" sz="1100" b="0" i="0" kern="1200"/>
            <a:t>特定のアプリケーションやサービス向けに登録されているポートです。</a:t>
          </a:r>
          <a:br>
            <a:rPr kumimoji="1" lang="en-US" sz="1100" b="0" i="0" kern="1200"/>
          </a:br>
          <a:r>
            <a:rPr kumimoji="1" lang="ja-JP" sz="1100" b="0" i="0" kern="1200"/>
            <a:t>使用者はソフトウェアです。</a:t>
          </a:r>
          <a:endParaRPr lang="en-US" sz="1100" kern="1200"/>
        </a:p>
      </dsp:txBody>
      <dsp:txXfrm>
        <a:off x="7786305" y="1489033"/>
        <a:ext cx="1399432" cy="1685714"/>
      </dsp:txXfrm>
    </dsp:sp>
    <dsp:sp modelId="{355AE72E-6889-4AAC-A994-295AECC30844}">
      <dsp:nvSpPr>
        <dsp:cNvPr id="0" name=""/>
        <dsp:cNvSpPr/>
      </dsp:nvSpPr>
      <dsp:spPr>
        <a:xfrm>
          <a:off x="9341229" y="752734"/>
          <a:ext cx="700400" cy="72"/>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3AF72D-4EC2-43BB-A6FF-E060A8D96B40}">
      <dsp:nvSpPr>
        <dsp:cNvPr id="0" name=""/>
        <dsp:cNvSpPr/>
      </dsp:nvSpPr>
      <dsp:spPr>
        <a:xfrm>
          <a:off x="9750876" y="462016"/>
          <a:ext cx="581506" cy="58150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2566" tIns="22566" rIns="22566" bIns="22566" numCol="1" spcCol="1270" anchor="ctr" anchorCtr="0">
          <a:noAutofit/>
        </a:bodyPr>
        <a:lstStyle/>
        <a:p>
          <a:pPr marL="0" lvl="0" indent="0" algn="ctr" defTabSz="844550">
            <a:lnSpc>
              <a:spcPct val="90000"/>
            </a:lnSpc>
            <a:spcBef>
              <a:spcPct val="0"/>
            </a:spcBef>
            <a:spcAft>
              <a:spcPct val="35000"/>
            </a:spcAft>
            <a:buNone/>
          </a:pPr>
          <a:r>
            <a:rPr lang="en-US" sz="1900" kern="1200"/>
            <a:t>7</a:t>
          </a:r>
        </a:p>
      </dsp:txBody>
      <dsp:txXfrm>
        <a:off x="9836036" y="547176"/>
        <a:ext cx="411186" cy="411186"/>
      </dsp:txXfrm>
    </dsp:sp>
    <dsp:sp modelId="{C9D4F39D-E5FF-4CDD-A4C6-BC5D3529407E}">
      <dsp:nvSpPr>
        <dsp:cNvPr id="0" name=""/>
        <dsp:cNvSpPr/>
      </dsp:nvSpPr>
      <dsp:spPr>
        <a:xfrm>
          <a:off x="9341229" y="1209147"/>
          <a:ext cx="1457898" cy="1965600"/>
        </a:xfrm>
        <a:prstGeom prst="upArrowCallout">
          <a:avLst>
            <a:gd name="adj1" fmla="val 50000"/>
            <a:gd name="adj2" fmla="val 20000"/>
            <a:gd name="adj3" fmla="val 20000"/>
            <a:gd name="adj4" fmla="val 100000"/>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5001" tIns="165100" rIns="115001" bIns="165100" numCol="1" spcCol="1270" anchor="t" anchorCtr="0">
          <a:noAutofit/>
        </a:bodyPr>
        <a:lstStyle/>
        <a:p>
          <a:pPr marL="0" lvl="0" indent="0" algn="l" defTabSz="488950">
            <a:lnSpc>
              <a:spcPct val="90000"/>
            </a:lnSpc>
            <a:spcBef>
              <a:spcPct val="0"/>
            </a:spcBef>
            <a:spcAft>
              <a:spcPct val="35000"/>
            </a:spcAft>
            <a:buNone/>
          </a:pPr>
          <a:r>
            <a:rPr kumimoji="1" lang="ja-JP" sz="1100" b="0" i="0" kern="1200"/>
            <a:t>プライベートポート</a:t>
          </a:r>
          <a:r>
            <a:rPr kumimoji="1" lang="en-US" sz="1100" b="0" i="0" kern="1200"/>
            <a:t>:49152-65535 </a:t>
          </a:r>
          <a:r>
            <a:rPr kumimoji="1" lang="ja-JP" sz="1100" b="0" i="0" kern="1200"/>
            <a:t>クライアントが一時的に接続するときに自動で割り当てられるポートです。</a:t>
          </a:r>
          <a:endParaRPr lang="en-US" sz="1100" kern="1200"/>
        </a:p>
      </dsp:txBody>
      <dsp:txXfrm>
        <a:off x="9341229" y="1500727"/>
        <a:ext cx="1457898" cy="167402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3FF800-69EB-4205-B1D8-8F498CDFF575}">
      <dsp:nvSpPr>
        <dsp:cNvPr id="0" name=""/>
        <dsp:cNvSpPr/>
      </dsp:nvSpPr>
      <dsp:spPr>
        <a:xfrm>
          <a:off x="0" y="675655"/>
          <a:ext cx="3086099" cy="19596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54A934F-2880-4477-90F6-9FA28E034040}">
      <dsp:nvSpPr>
        <dsp:cNvPr id="0" name=""/>
        <dsp:cNvSpPr/>
      </dsp:nvSpPr>
      <dsp:spPr>
        <a:xfrm>
          <a:off x="342900" y="1001410"/>
          <a:ext cx="3086099" cy="19596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en-US" sz="1800" b="0" i="0" kern="1200"/>
            <a:t>IPv4</a:t>
          </a:r>
          <a:r>
            <a:rPr kumimoji="1" lang="ja-JP" sz="1800" b="0" i="0" kern="1200"/>
            <a:t>のグローバル</a:t>
          </a:r>
          <a:r>
            <a:rPr kumimoji="1" lang="en-US" sz="1800" b="0" i="0" kern="1200"/>
            <a:t>IP</a:t>
          </a:r>
          <a:r>
            <a:rPr kumimoji="1" lang="ja-JP" sz="1800" b="0" i="0" kern="1200"/>
            <a:t>アドレスは枯渇しかけていて</a:t>
          </a:r>
          <a:r>
            <a:rPr kumimoji="1" lang="en-US" sz="1800" b="0" i="0" kern="1200"/>
            <a:t>IPv6</a:t>
          </a:r>
          <a:r>
            <a:rPr kumimoji="1" lang="ja-JP" sz="1800" b="0" i="0" kern="1200"/>
            <a:t>が開発された経緯があります。</a:t>
          </a:r>
          <a:endParaRPr lang="en-US" sz="1800" kern="1200"/>
        </a:p>
      </dsp:txBody>
      <dsp:txXfrm>
        <a:off x="400297" y="1058807"/>
        <a:ext cx="2971305" cy="1844879"/>
      </dsp:txXfrm>
    </dsp:sp>
    <dsp:sp modelId="{44238331-3FC7-4760-81D7-B6C3ACB4F8CA}">
      <dsp:nvSpPr>
        <dsp:cNvPr id="0" name=""/>
        <dsp:cNvSpPr/>
      </dsp:nvSpPr>
      <dsp:spPr>
        <a:xfrm>
          <a:off x="3771900" y="675655"/>
          <a:ext cx="3086099" cy="19596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84851D-8018-43C5-8904-9FB4309192BB}">
      <dsp:nvSpPr>
        <dsp:cNvPr id="0" name=""/>
        <dsp:cNvSpPr/>
      </dsp:nvSpPr>
      <dsp:spPr>
        <a:xfrm>
          <a:off x="4114800" y="1001410"/>
          <a:ext cx="3086099" cy="19596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b="0" i="0" kern="1200"/>
            <a:t>その為、そもそも節約すればまだまだ使えます。</a:t>
          </a:r>
          <a:endParaRPr lang="en-US" sz="1800" kern="1200"/>
        </a:p>
      </dsp:txBody>
      <dsp:txXfrm>
        <a:off x="4172197" y="1058807"/>
        <a:ext cx="2971305" cy="1844879"/>
      </dsp:txXfrm>
    </dsp:sp>
    <dsp:sp modelId="{36E1B037-D908-466F-B144-6A5CF15E0B7A}">
      <dsp:nvSpPr>
        <dsp:cNvPr id="0" name=""/>
        <dsp:cNvSpPr/>
      </dsp:nvSpPr>
      <dsp:spPr>
        <a:xfrm>
          <a:off x="7543800" y="675655"/>
          <a:ext cx="3086099" cy="19596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5FF2C54-E282-44FC-AE9E-541CD1DB970D}">
      <dsp:nvSpPr>
        <dsp:cNvPr id="0" name=""/>
        <dsp:cNvSpPr/>
      </dsp:nvSpPr>
      <dsp:spPr>
        <a:xfrm>
          <a:off x="7886700" y="1001410"/>
          <a:ext cx="3086099" cy="1959673"/>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kumimoji="1" lang="ja-JP" sz="1800" b="0" i="0" kern="1200"/>
            <a:t>その節約の意味もありグローバル</a:t>
          </a:r>
          <a:r>
            <a:rPr kumimoji="1" lang="en-US" sz="1800" b="0" i="0" kern="1200"/>
            <a:t>IP</a:t>
          </a:r>
          <a:r>
            <a:rPr kumimoji="1" lang="ja-JP" sz="1800" b="0" i="0" kern="1200"/>
            <a:t>アドレスは接続があるユーザーに自動で割り当ててインターネット接続をできるようにしています。</a:t>
          </a:r>
          <a:endParaRPr lang="en-US" sz="1800" kern="1200"/>
        </a:p>
      </dsp:txBody>
      <dsp:txXfrm>
        <a:off x="7944097" y="1058807"/>
        <a:ext cx="2971305" cy="18448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071964-FC4A-4BAB-801E-A5BC4184140A}">
      <dsp:nvSpPr>
        <dsp:cNvPr id="0" name=""/>
        <dsp:cNvSpPr/>
      </dsp:nvSpPr>
      <dsp:spPr>
        <a:xfrm>
          <a:off x="0" y="1381536"/>
          <a:ext cx="882848" cy="1235987"/>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830" tIns="330200" rIns="68830" bIns="330200" numCol="1" spcCol="1270" anchor="t" anchorCtr="0">
          <a:noAutofit/>
        </a:bodyPr>
        <a:lstStyle/>
        <a:p>
          <a:pPr marL="0" lvl="0" indent="0" algn="l" defTabSz="488950">
            <a:lnSpc>
              <a:spcPct val="90000"/>
            </a:lnSpc>
            <a:spcBef>
              <a:spcPct val="0"/>
            </a:spcBef>
            <a:spcAft>
              <a:spcPct val="35000"/>
            </a:spcAft>
            <a:buNone/>
          </a:pPr>
          <a:r>
            <a:rPr kumimoji="1" lang="en-US" sz="1100" b="0" i="0" kern="1200"/>
            <a:t>IPv4</a:t>
          </a:r>
          <a:r>
            <a:rPr kumimoji="1" lang="ja-JP" sz="1100" b="0" i="0" kern="1200"/>
            <a:t>のグローバル</a:t>
          </a:r>
          <a:r>
            <a:rPr kumimoji="1" lang="en-US" sz="1100" b="0" i="0" kern="1200"/>
            <a:t>IP</a:t>
          </a:r>
          <a:r>
            <a:rPr kumimoji="1" lang="ja-JP" sz="1100" b="0" i="0" kern="1200"/>
            <a:t>アドレスは枯渇しかけていて</a:t>
          </a:r>
          <a:r>
            <a:rPr kumimoji="1" lang="en-US" sz="1100" b="0" i="0" kern="1200"/>
            <a:t>IPv6</a:t>
          </a:r>
          <a:r>
            <a:rPr kumimoji="1" lang="ja-JP" sz="1100" b="0" i="0" kern="1200"/>
            <a:t>が開発された経緯があります。</a:t>
          </a:r>
          <a:endParaRPr lang="en-US" sz="1100" kern="1200"/>
        </a:p>
      </dsp:txBody>
      <dsp:txXfrm>
        <a:off x="0" y="1851211"/>
        <a:ext cx="882848" cy="741592"/>
      </dsp:txXfrm>
    </dsp:sp>
    <dsp:sp modelId="{0354CDED-1440-4EC9-9A43-96F009EBD4D6}">
      <dsp:nvSpPr>
        <dsp:cNvPr id="0" name=""/>
        <dsp:cNvSpPr/>
      </dsp:nvSpPr>
      <dsp:spPr>
        <a:xfrm>
          <a:off x="256026" y="1505134"/>
          <a:ext cx="370796" cy="37079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909" tIns="12700" rIns="28909" bIns="12700" numCol="1" spcCol="1270" anchor="ctr" anchorCtr="0">
          <a:noAutofit/>
        </a:bodyPr>
        <a:lstStyle/>
        <a:p>
          <a:pPr marL="0" lvl="0" indent="0" algn="ctr" defTabSz="622300">
            <a:lnSpc>
              <a:spcPct val="90000"/>
            </a:lnSpc>
            <a:spcBef>
              <a:spcPct val="0"/>
            </a:spcBef>
            <a:spcAft>
              <a:spcPct val="35000"/>
            </a:spcAft>
            <a:buNone/>
          </a:pPr>
          <a:r>
            <a:rPr lang="en-US" sz="1400" kern="1200"/>
            <a:t>1</a:t>
          </a:r>
        </a:p>
      </dsp:txBody>
      <dsp:txXfrm>
        <a:off x="310328" y="1559436"/>
        <a:ext cx="262192" cy="262192"/>
      </dsp:txXfrm>
    </dsp:sp>
    <dsp:sp modelId="{C95AD0DD-4F7D-4E6E-8B3C-41B419CEC2F2}">
      <dsp:nvSpPr>
        <dsp:cNvPr id="0" name=""/>
        <dsp:cNvSpPr/>
      </dsp:nvSpPr>
      <dsp:spPr>
        <a:xfrm>
          <a:off x="0" y="2617451"/>
          <a:ext cx="882848"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FA18F383-FB8E-475D-85DD-921B626142BF}">
      <dsp:nvSpPr>
        <dsp:cNvPr id="0" name=""/>
        <dsp:cNvSpPr/>
      </dsp:nvSpPr>
      <dsp:spPr>
        <a:xfrm>
          <a:off x="971133" y="1381536"/>
          <a:ext cx="882848" cy="1235987"/>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830" tIns="330200" rIns="68830" bIns="330200" numCol="1" spcCol="1270" anchor="t" anchorCtr="0">
          <a:noAutofit/>
        </a:bodyPr>
        <a:lstStyle/>
        <a:p>
          <a:pPr marL="0" lvl="0" indent="0" algn="l" defTabSz="488950">
            <a:lnSpc>
              <a:spcPct val="90000"/>
            </a:lnSpc>
            <a:spcBef>
              <a:spcPct val="0"/>
            </a:spcBef>
            <a:spcAft>
              <a:spcPct val="35000"/>
            </a:spcAft>
            <a:buNone/>
          </a:pPr>
          <a:r>
            <a:rPr kumimoji="1" lang="ja-JP" sz="1100" b="0" i="0" kern="1200"/>
            <a:t>その為、そもそも節約すればまだまだ使えます。</a:t>
          </a:r>
          <a:endParaRPr lang="en-US" sz="1100" kern="1200"/>
        </a:p>
      </dsp:txBody>
      <dsp:txXfrm>
        <a:off x="971133" y="1851211"/>
        <a:ext cx="882848" cy="741592"/>
      </dsp:txXfrm>
    </dsp:sp>
    <dsp:sp modelId="{B48D94FB-659F-4798-ACC6-2895CCC82CC8}">
      <dsp:nvSpPr>
        <dsp:cNvPr id="0" name=""/>
        <dsp:cNvSpPr/>
      </dsp:nvSpPr>
      <dsp:spPr>
        <a:xfrm>
          <a:off x="1227159" y="1505134"/>
          <a:ext cx="370796" cy="37079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909" tIns="12700" rIns="28909" bIns="12700" numCol="1" spcCol="1270" anchor="ctr" anchorCtr="0">
          <a:noAutofit/>
        </a:bodyPr>
        <a:lstStyle/>
        <a:p>
          <a:pPr marL="0" lvl="0" indent="0" algn="ctr" defTabSz="622300">
            <a:lnSpc>
              <a:spcPct val="90000"/>
            </a:lnSpc>
            <a:spcBef>
              <a:spcPct val="0"/>
            </a:spcBef>
            <a:spcAft>
              <a:spcPct val="35000"/>
            </a:spcAft>
            <a:buNone/>
          </a:pPr>
          <a:r>
            <a:rPr lang="en-US" sz="1400" kern="1200"/>
            <a:t>2</a:t>
          </a:r>
        </a:p>
      </dsp:txBody>
      <dsp:txXfrm>
        <a:off x="1281461" y="1559436"/>
        <a:ext cx="262192" cy="262192"/>
      </dsp:txXfrm>
    </dsp:sp>
    <dsp:sp modelId="{95DB09B1-57BB-4476-A598-E36644AF7949}">
      <dsp:nvSpPr>
        <dsp:cNvPr id="0" name=""/>
        <dsp:cNvSpPr/>
      </dsp:nvSpPr>
      <dsp:spPr>
        <a:xfrm>
          <a:off x="971133" y="2617451"/>
          <a:ext cx="882848"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7D5ACE94-887C-41FF-AC62-8F3CA63D5FDA}">
      <dsp:nvSpPr>
        <dsp:cNvPr id="0" name=""/>
        <dsp:cNvSpPr/>
      </dsp:nvSpPr>
      <dsp:spPr>
        <a:xfrm>
          <a:off x="1942266" y="1381536"/>
          <a:ext cx="882848" cy="1235987"/>
        </a:xfrm>
        <a:prstGeom prst="rect">
          <a:avLst/>
        </a:prstGeom>
        <a:solidFill>
          <a:schemeClr val="accent3">
            <a:alpha val="90000"/>
            <a:tint val="40000"/>
            <a:hueOff val="0"/>
            <a:satOff val="0"/>
            <a:lumOff val="0"/>
            <a:alphaOff val="0"/>
          </a:schemeClr>
        </a:solidFill>
        <a:ln w="1270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830" tIns="330200" rIns="68830" bIns="330200" numCol="1" spcCol="1270" anchor="t" anchorCtr="0">
          <a:noAutofit/>
        </a:bodyPr>
        <a:lstStyle/>
        <a:p>
          <a:pPr marL="0" lvl="0" indent="0" algn="l" defTabSz="488950">
            <a:lnSpc>
              <a:spcPct val="90000"/>
            </a:lnSpc>
            <a:spcBef>
              <a:spcPct val="0"/>
            </a:spcBef>
            <a:spcAft>
              <a:spcPct val="35000"/>
            </a:spcAft>
            <a:buNone/>
          </a:pPr>
          <a:r>
            <a:rPr kumimoji="1" lang="ja-JP" sz="1100" b="0" i="0" kern="1200"/>
            <a:t>その節約の意味もありグローバル</a:t>
          </a:r>
          <a:r>
            <a:rPr kumimoji="1" lang="en-US" sz="1100" b="0" i="0" kern="1200"/>
            <a:t>IP</a:t>
          </a:r>
          <a:r>
            <a:rPr kumimoji="1" lang="ja-JP" sz="1100" b="0" i="0" kern="1200"/>
            <a:t>アドレスは接続があるユーザーに自動で割り当ててインターネット接続をできるようにしています。</a:t>
          </a:r>
          <a:endParaRPr lang="en-US" sz="1100" kern="1200"/>
        </a:p>
      </dsp:txBody>
      <dsp:txXfrm>
        <a:off x="1942266" y="1851211"/>
        <a:ext cx="882848" cy="741592"/>
      </dsp:txXfrm>
    </dsp:sp>
    <dsp:sp modelId="{8EE79E4F-B094-4CCC-92B5-DA0A9EB7E9CB}">
      <dsp:nvSpPr>
        <dsp:cNvPr id="0" name=""/>
        <dsp:cNvSpPr/>
      </dsp:nvSpPr>
      <dsp:spPr>
        <a:xfrm>
          <a:off x="2198292" y="1505134"/>
          <a:ext cx="370796" cy="370796"/>
        </a:xfrm>
        <a:prstGeom prst="ellips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28909" tIns="12700" rIns="28909" bIns="12700" numCol="1" spcCol="1270" anchor="ctr" anchorCtr="0">
          <a:noAutofit/>
        </a:bodyPr>
        <a:lstStyle/>
        <a:p>
          <a:pPr marL="0" lvl="0" indent="0" algn="ctr" defTabSz="622300">
            <a:lnSpc>
              <a:spcPct val="90000"/>
            </a:lnSpc>
            <a:spcBef>
              <a:spcPct val="0"/>
            </a:spcBef>
            <a:spcAft>
              <a:spcPct val="35000"/>
            </a:spcAft>
            <a:buNone/>
          </a:pPr>
          <a:r>
            <a:rPr lang="en-US" sz="1400" kern="1200"/>
            <a:t>3</a:t>
          </a:r>
        </a:p>
      </dsp:txBody>
      <dsp:txXfrm>
        <a:off x="2252594" y="1559436"/>
        <a:ext cx="262192" cy="262192"/>
      </dsp:txXfrm>
    </dsp:sp>
    <dsp:sp modelId="{B73DCD57-141F-4F04-B5B5-B339EF6BA9DF}">
      <dsp:nvSpPr>
        <dsp:cNvPr id="0" name=""/>
        <dsp:cNvSpPr/>
      </dsp:nvSpPr>
      <dsp:spPr>
        <a:xfrm>
          <a:off x="1942266" y="2617451"/>
          <a:ext cx="882848" cy="7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C06522-6D2A-455D-9FCA-4C32BCBAA791}">
      <dsp:nvSpPr>
        <dsp:cNvPr id="0" name=""/>
        <dsp:cNvSpPr/>
      </dsp:nvSpPr>
      <dsp:spPr>
        <a:xfrm>
          <a:off x="0" y="0"/>
          <a:ext cx="3428999" cy="36367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7338" tIns="330200" rIns="267338" bIns="330200" numCol="1" spcCol="1270" anchor="t" anchorCtr="0">
          <a:noAutofit/>
        </a:bodyPr>
        <a:lstStyle/>
        <a:p>
          <a:pPr marL="0" lvl="0" indent="0" algn="l" defTabSz="800100">
            <a:lnSpc>
              <a:spcPct val="90000"/>
            </a:lnSpc>
            <a:spcBef>
              <a:spcPct val="0"/>
            </a:spcBef>
            <a:spcAft>
              <a:spcPct val="35000"/>
            </a:spcAft>
            <a:buNone/>
          </a:pPr>
          <a:r>
            <a:rPr kumimoji="1" lang="en-US" sz="1800" b="0" i="0" kern="1200"/>
            <a:t>IPv4</a:t>
          </a:r>
          <a:r>
            <a:rPr kumimoji="1" lang="ja-JP" sz="1800" b="0" i="0" kern="1200"/>
            <a:t>のグローバル</a:t>
          </a:r>
          <a:r>
            <a:rPr kumimoji="1" lang="en-US" sz="1800" b="0" i="0" kern="1200"/>
            <a:t>IP</a:t>
          </a:r>
          <a:r>
            <a:rPr kumimoji="1" lang="ja-JP" sz="1800" b="0" i="0" kern="1200"/>
            <a:t>アドレスは枯渇しかけていて</a:t>
          </a:r>
          <a:r>
            <a:rPr kumimoji="1" lang="en-US" sz="1800" b="0" i="0" kern="1200"/>
            <a:t>IPv6</a:t>
          </a:r>
          <a:r>
            <a:rPr kumimoji="1" lang="ja-JP" sz="1800" b="0" i="0" kern="1200"/>
            <a:t>が開発された経緯があります。</a:t>
          </a:r>
          <a:endParaRPr lang="en-US" sz="1800" kern="1200"/>
        </a:p>
      </dsp:txBody>
      <dsp:txXfrm>
        <a:off x="0" y="1381961"/>
        <a:ext cx="3428999" cy="2182044"/>
      </dsp:txXfrm>
    </dsp:sp>
    <dsp:sp modelId="{DB8FC8B0-CE8C-4549-BC2F-607267C2252E}">
      <dsp:nvSpPr>
        <dsp:cNvPr id="0" name=""/>
        <dsp:cNvSpPr/>
      </dsp:nvSpPr>
      <dsp:spPr>
        <a:xfrm>
          <a:off x="1168988" y="363673"/>
          <a:ext cx="1091022" cy="109102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5060" tIns="12700" rIns="85060" bIns="12700" numCol="1" spcCol="1270" anchor="ctr" anchorCtr="0">
          <a:noAutofit/>
        </a:bodyPr>
        <a:lstStyle/>
        <a:p>
          <a:pPr marL="0" lvl="0" indent="0" algn="ctr" defTabSz="1689100">
            <a:lnSpc>
              <a:spcPct val="90000"/>
            </a:lnSpc>
            <a:spcBef>
              <a:spcPct val="0"/>
            </a:spcBef>
            <a:spcAft>
              <a:spcPct val="35000"/>
            </a:spcAft>
            <a:buNone/>
          </a:pPr>
          <a:r>
            <a:rPr lang="en-US" sz="3800" kern="1200"/>
            <a:t>1</a:t>
          </a:r>
          <a:endParaRPr lang="en-US" sz="3800" kern="1200" dirty="0"/>
        </a:p>
      </dsp:txBody>
      <dsp:txXfrm>
        <a:off x="1328764" y="523449"/>
        <a:ext cx="771470" cy="771470"/>
      </dsp:txXfrm>
    </dsp:sp>
    <dsp:sp modelId="{B6077972-EAAF-40C9-9C64-4F3DCC7540E9}">
      <dsp:nvSpPr>
        <dsp:cNvPr id="0" name=""/>
        <dsp:cNvSpPr/>
      </dsp:nvSpPr>
      <dsp:spPr>
        <a:xfrm>
          <a:off x="0" y="3636668"/>
          <a:ext cx="34289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17D70829-00C1-482D-B949-8B481E39A349}">
      <dsp:nvSpPr>
        <dsp:cNvPr id="0" name=""/>
        <dsp:cNvSpPr/>
      </dsp:nvSpPr>
      <dsp:spPr>
        <a:xfrm>
          <a:off x="3771899" y="0"/>
          <a:ext cx="3428999" cy="36367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7338" tIns="330200" rIns="267338" bIns="330200" numCol="1" spcCol="1270" anchor="t" anchorCtr="0">
          <a:noAutofit/>
        </a:bodyPr>
        <a:lstStyle/>
        <a:p>
          <a:pPr marL="0" lvl="0" indent="0" algn="l" defTabSz="800100">
            <a:lnSpc>
              <a:spcPct val="90000"/>
            </a:lnSpc>
            <a:spcBef>
              <a:spcPct val="0"/>
            </a:spcBef>
            <a:spcAft>
              <a:spcPct val="35000"/>
            </a:spcAft>
            <a:buNone/>
          </a:pPr>
          <a:r>
            <a:rPr kumimoji="1" lang="ja-JP" sz="1800" b="0" i="0" kern="1200"/>
            <a:t>その為、そもそも節約すればまだまだ使えます。</a:t>
          </a:r>
          <a:endParaRPr lang="en-US" sz="1800" kern="1200"/>
        </a:p>
      </dsp:txBody>
      <dsp:txXfrm>
        <a:off x="3771899" y="1381961"/>
        <a:ext cx="3428999" cy="2182044"/>
      </dsp:txXfrm>
    </dsp:sp>
    <dsp:sp modelId="{99EDC1DD-7183-44E0-9670-7F902D13EBF3}">
      <dsp:nvSpPr>
        <dsp:cNvPr id="0" name=""/>
        <dsp:cNvSpPr/>
      </dsp:nvSpPr>
      <dsp:spPr>
        <a:xfrm>
          <a:off x="4940888" y="363673"/>
          <a:ext cx="1091022" cy="109102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5060" tIns="12700" rIns="85060" bIns="12700" numCol="1" spcCol="1270" anchor="ctr" anchorCtr="0">
          <a:noAutofit/>
        </a:bodyPr>
        <a:lstStyle/>
        <a:p>
          <a:pPr marL="0" lvl="0" indent="0" algn="ctr" defTabSz="1689100">
            <a:lnSpc>
              <a:spcPct val="90000"/>
            </a:lnSpc>
            <a:spcBef>
              <a:spcPct val="0"/>
            </a:spcBef>
            <a:spcAft>
              <a:spcPct val="35000"/>
            </a:spcAft>
            <a:buNone/>
          </a:pPr>
          <a:r>
            <a:rPr lang="en-US" sz="3800" kern="1200"/>
            <a:t>2</a:t>
          </a:r>
          <a:endParaRPr lang="en-US" sz="3800" kern="1200" dirty="0"/>
        </a:p>
      </dsp:txBody>
      <dsp:txXfrm>
        <a:off x="5100664" y="523449"/>
        <a:ext cx="771470" cy="771470"/>
      </dsp:txXfrm>
    </dsp:sp>
    <dsp:sp modelId="{F4EF5973-CACE-4499-A0E6-E9C4308BB80C}">
      <dsp:nvSpPr>
        <dsp:cNvPr id="0" name=""/>
        <dsp:cNvSpPr/>
      </dsp:nvSpPr>
      <dsp:spPr>
        <a:xfrm>
          <a:off x="3771899" y="3636668"/>
          <a:ext cx="34289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 modelId="{54EBF387-5222-4902-A0CD-AA3CAF543FA2}">
      <dsp:nvSpPr>
        <dsp:cNvPr id="0" name=""/>
        <dsp:cNvSpPr/>
      </dsp:nvSpPr>
      <dsp:spPr>
        <a:xfrm>
          <a:off x="7543800" y="0"/>
          <a:ext cx="3428999" cy="363674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67338" tIns="330200" rIns="267338" bIns="330200" numCol="1" spcCol="1270" anchor="t" anchorCtr="0">
          <a:noAutofit/>
        </a:bodyPr>
        <a:lstStyle/>
        <a:p>
          <a:pPr marL="0" lvl="0" indent="0" algn="l" defTabSz="800100">
            <a:lnSpc>
              <a:spcPct val="90000"/>
            </a:lnSpc>
            <a:spcBef>
              <a:spcPct val="0"/>
            </a:spcBef>
            <a:spcAft>
              <a:spcPct val="35000"/>
            </a:spcAft>
            <a:buNone/>
          </a:pPr>
          <a:r>
            <a:rPr kumimoji="1" lang="ja-JP" sz="1800" b="0" i="0" kern="1200"/>
            <a:t>その節約の意味もありグローバル</a:t>
          </a:r>
          <a:r>
            <a:rPr kumimoji="1" lang="en-US" sz="1800" b="0" i="0" kern="1200"/>
            <a:t>IP</a:t>
          </a:r>
          <a:r>
            <a:rPr kumimoji="1" lang="ja-JP" sz="1800" b="0" i="0" kern="1200"/>
            <a:t>アドレスは接続があるユーザーに自動で割り当ててインターネット接続をできるようにしています。</a:t>
          </a:r>
          <a:endParaRPr lang="en-US" sz="1800" kern="1200"/>
        </a:p>
      </dsp:txBody>
      <dsp:txXfrm>
        <a:off x="7543800" y="1381961"/>
        <a:ext cx="3428999" cy="2182044"/>
      </dsp:txXfrm>
    </dsp:sp>
    <dsp:sp modelId="{034273E1-0827-4D98-83DF-74A57FACAA01}">
      <dsp:nvSpPr>
        <dsp:cNvPr id="0" name=""/>
        <dsp:cNvSpPr/>
      </dsp:nvSpPr>
      <dsp:spPr>
        <a:xfrm>
          <a:off x="8712788" y="363673"/>
          <a:ext cx="1091022" cy="1091022"/>
        </a:xfrm>
        <a:prstGeom prst="ellips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txBody>
        <a:bodyPr spcFirstLastPara="0" vert="horz" wrap="square" lIns="85060" tIns="12700" rIns="85060" bIns="12700" numCol="1" spcCol="1270" anchor="ctr" anchorCtr="0">
          <a:noAutofit/>
        </a:bodyPr>
        <a:lstStyle/>
        <a:p>
          <a:pPr marL="0" lvl="0" indent="0" algn="ctr" defTabSz="1689100">
            <a:lnSpc>
              <a:spcPct val="90000"/>
            </a:lnSpc>
            <a:spcBef>
              <a:spcPct val="0"/>
            </a:spcBef>
            <a:spcAft>
              <a:spcPct val="35000"/>
            </a:spcAft>
            <a:buNone/>
          </a:pPr>
          <a:r>
            <a:rPr lang="en-US" sz="3800" kern="1200"/>
            <a:t>3</a:t>
          </a:r>
          <a:endParaRPr lang="en-US" sz="3800" kern="1200" dirty="0"/>
        </a:p>
      </dsp:txBody>
      <dsp:txXfrm>
        <a:off x="8872564" y="523449"/>
        <a:ext cx="771470" cy="771470"/>
      </dsp:txXfrm>
    </dsp:sp>
    <dsp:sp modelId="{638514CB-56EE-4A8C-8416-E7C330F09E90}">
      <dsp:nvSpPr>
        <dsp:cNvPr id="0" name=""/>
        <dsp:cNvSpPr/>
      </dsp:nvSpPr>
      <dsp:spPr>
        <a:xfrm>
          <a:off x="7543800" y="3636668"/>
          <a:ext cx="3428999" cy="72"/>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1">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ACD94B-8BAE-4178-8D34-4CB095465ED0}">
      <dsp:nvSpPr>
        <dsp:cNvPr id="0" name=""/>
        <dsp:cNvSpPr/>
      </dsp:nvSpPr>
      <dsp:spPr>
        <a:xfrm>
          <a:off x="0" y="1036273"/>
          <a:ext cx="2196703" cy="139490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53EA32D-9383-4F9E-B2AE-859241E85183}">
      <dsp:nvSpPr>
        <dsp:cNvPr id="0" name=""/>
        <dsp:cNvSpPr/>
      </dsp:nvSpPr>
      <dsp:spPr>
        <a:xfrm>
          <a:off x="244078" y="1268147"/>
          <a:ext cx="2196703" cy="139490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1" lang="en-US" sz="1200" b="0" i="0" kern="1200"/>
            <a:t>IPv4</a:t>
          </a:r>
          <a:r>
            <a:rPr kumimoji="1" lang="ja-JP" sz="1200" b="0" i="0" kern="1200"/>
            <a:t>のグローバル</a:t>
          </a:r>
          <a:r>
            <a:rPr kumimoji="1" lang="en-US" sz="1200" b="0" i="0" kern="1200"/>
            <a:t>IP</a:t>
          </a:r>
          <a:r>
            <a:rPr kumimoji="1" lang="ja-JP" sz="1200" b="0" i="0" kern="1200"/>
            <a:t>アドレスは枯渇しかけていて</a:t>
          </a:r>
          <a:r>
            <a:rPr kumimoji="1" lang="en-US" sz="1200" b="0" i="0" kern="1200"/>
            <a:t>IPv6</a:t>
          </a:r>
          <a:r>
            <a:rPr kumimoji="1" lang="ja-JP" sz="1200" b="0" i="0" kern="1200"/>
            <a:t>が開発された経緯があります。</a:t>
          </a:r>
          <a:endParaRPr lang="en-US" sz="1200" kern="1200"/>
        </a:p>
      </dsp:txBody>
      <dsp:txXfrm>
        <a:off x="284933" y="1309002"/>
        <a:ext cx="2114993" cy="1313196"/>
      </dsp:txXfrm>
    </dsp:sp>
    <dsp:sp modelId="{71AA6313-0AA8-4516-8C3C-7CA59F4EC50F}">
      <dsp:nvSpPr>
        <dsp:cNvPr id="0" name=""/>
        <dsp:cNvSpPr/>
      </dsp:nvSpPr>
      <dsp:spPr>
        <a:xfrm>
          <a:off x="2684859" y="1036273"/>
          <a:ext cx="2196703" cy="139490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6ECDBB6-1FC9-41E9-96DC-8B2829DFDA7B}">
      <dsp:nvSpPr>
        <dsp:cNvPr id="0" name=""/>
        <dsp:cNvSpPr/>
      </dsp:nvSpPr>
      <dsp:spPr>
        <a:xfrm>
          <a:off x="2928937" y="1268147"/>
          <a:ext cx="2196703" cy="139490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1" lang="ja-JP" sz="1200" b="0" i="0" kern="1200"/>
            <a:t>その為、そもそも節約すればまだまだ使えます。</a:t>
          </a:r>
          <a:endParaRPr lang="en-US" sz="1200" kern="1200"/>
        </a:p>
      </dsp:txBody>
      <dsp:txXfrm>
        <a:off x="2969792" y="1309002"/>
        <a:ext cx="2114993" cy="1313196"/>
      </dsp:txXfrm>
    </dsp:sp>
    <dsp:sp modelId="{E6C89985-B7EE-4D3E-BAD7-D895A4A1F16F}">
      <dsp:nvSpPr>
        <dsp:cNvPr id="0" name=""/>
        <dsp:cNvSpPr/>
      </dsp:nvSpPr>
      <dsp:spPr>
        <a:xfrm>
          <a:off x="5369718" y="1036273"/>
          <a:ext cx="2196703" cy="1394906"/>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2C224A1D-0B9A-43F5-A281-682FDE3064FE}">
      <dsp:nvSpPr>
        <dsp:cNvPr id="0" name=""/>
        <dsp:cNvSpPr/>
      </dsp:nvSpPr>
      <dsp:spPr>
        <a:xfrm>
          <a:off x="5613796" y="1268147"/>
          <a:ext cx="2196703" cy="139490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kumimoji="1" lang="ja-JP" sz="1200" b="0" i="0" kern="1200"/>
            <a:t>その節約の意味もありグローバル</a:t>
          </a:r>
          <a:r>
            <a:rPr kumimoji="1" lang="en-US" sz="1200" b="0" i="0" kern="1200"/>
            <a:t>IP</a:t>
          </a:r>
          <a:r>
            <a:rPr kumimoji="1" lang="ja-JP" sz="1200" b="0" i="0" kern="1200"/>
            <a:t>アドレスは接続があるユーザーに自動で割り当ててインターネット接続をできるようにしています。</a:t>
          </a:r>
          <a:endParaRPr lang="en-US" sz="1200" kern="1200"/>
        </a:p>
      </dsp:txBody>
      <dsp:txXfrm>
        <a:off x="5654651" y="1309002"/>
        <a:ext cx="2114993" cy="131319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0.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1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defTabSz="914400">
              <a:lnSpc>
                <a:spcPct val="80000"/>
              </a:lnSpc>
              <a:tabLst>
                <a:tab pos="0" algn="l"/>
              </a:tabLst>
            </a:pPr>
            <a:r>
              <a:rPr lang="ja-JP" sz="6000" b="1" u="none" spc="99" strike="noStrike">
                <a:solidFill>
                  <a:schemeClr val="dk1"/>
                </a:solidFill>
                <a:effectLst/>
                <a:uFillTx/>
                <a:latin typeface="Meiryo UI"/>
              </a:rPr>
              <a:t>クリックしてスライドを移動</a:t>
            </a:r>
            <a:endParaRPr lang="en-US" sz="6000" b="1" u="none" spc="99" strike="noStrike">
              <a:solidFill>
                <a:schemeClr val="dk1"/>
              </a:solidFill>
              <a:effectLst/>
              <a:uFillTx/>
              <a:latin typeface="Meiryo UI"/>
            </a:endParaRPr>
          </a:p>
        </p:txBody>
      </p:sp>
      <p:sp>
        <p:nvSpPr>
          <p:cNvPr id="10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ja-JP" sz="2000" b="0" u="none" strike="noStrike">
                <a:solidFill>
                  <a:srgbClr val="000000"/>
                </a:solidFill>
                <a:effectLst/>
                <a:uFillTx/>
                <a:latin typeface="Arial"/>
              </a:rPr>
              <a:t>クリックしてノートの書式を編集</a:t>
            </a:r>
            <a:endParaRPr lang="en-US" sz="2000" b="0" u="none" strike="noStrike">
              <a:solidFill>
                <a:srgbClr val="000000"/>
              </a:solidFill>
              <a:effectLst/>
              <a:uFillTx/>
              <a:latin typeface="Arial"/>
            </a:endParaRPr>
          </a:p>
        </p:txBody>
      </p:sp>
      <p:sp>
        <p:nvSpPr>
          <p:cNvPr id="105"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Noto Serif CJK JP"/>
              </a:rPr>
              <a:t>&lt;ヘッダー&gt;</a:t>
            </a:r>
            <a:endParaRPr lang="en-US" sz="1400" b="0" u="none" strike="noStrike">
              <a:solidFill>
                <a:srgbClr val="000000"/>
              </a:solidFill>
              <a:effectLst/>
              <a:uFillTx/>
              <a:latin typeface="Noto Serif CJK JP"/>
            </a:endParaRPr>
          </a:p>
        </p:txBody>
      </p:sp>
      <p:sp>
        <p:nvSpPr>
          <p:cNvPr id="106" name="PlaceHolder 4"/>
          <p:cNvSpPr>
            <a:spLocks noGrp="1"/>
          </p:cNvSpPr>
          <p:nvPr>
            <p:ph type="dt" idx="17"/>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Noto Serif CJK JP"/>
              </a:defRPr>
            </a:lvl1pPr>
          </a:lstStyle>
          <a:p>
            <a:pPr indent="0" algn="r">
              <a:buNone/>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
        <p:nvSpPr>
          <p:cNvPr id="107" name="PlaceHolder 5"/>
          <p:cNvSpPr>
            <a:spLocks noGrp="1"/>
          </p:cNvSpPr>
          <p:nvPr>
            <p:ph type="ftr" idx="18"/>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Noto Serif CJK JP"/>
              </a:defRPr>
            </a:lvl1pPr>
          </a:lstStyle>
          <a:p>
            <a:pPr indent="0" algn="l">
              <a:buNone/>
            </a:pPr>
            <a:r>
              <a:rPr lang="en-US" sz="1400" b="0" u="none" strike="noStrike">
                <a:solidFill>
                  <a:srgbClr val="000000"/>
                </a:solidFill>
                <a:effectLst/>
                <a:uFillTx/>
                <a:latin typeface="Noto Serif CJK JP"/>
              </a:rPr>
              <a:t>&lt;フッター&gt;</a:t>
            </a:r>
            <a:endParaRPr lang="en-US" sz="1400" b="0" u="none" strike="noStrike">
              <a:solidFill>
                <a:srgbClr val="000000"/>
              </a:solidFill>
              <a:effectLst/>
              <a:uFillTx/>
              <a:latin typeface="Noto Serif CJK JP"/>
            </a:endParaRPr>
          </a:p>
        </p:txBody>
      </p:sp>
      <p:sp>
        <p:nvSpPr>
          <p:cNvPr id="108" name="PlaceHolder 6"/>
          <p:cNvSpPr>
            <a:spLocks noGrp="1"/>
          </p:cNvSpPr>
          <p:nvPr>
            <p:ph type="sldNum" idx="19"/>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Noto Serif CJK JP"/>
              </a:defRPr>
            </a:lvl1pPr>
          </a:lstStyle>
          <a:p>
            <a:pPr indent="0" algn="r">
              <a:buNone/>
            </a:pPr>
            <a:fld id="{F2AFF348-7573-4539-8998-C3B4D5FBA01F}" type="slidenum">
              <a:rPr lang="en-US" sz="1400" b="0" u="none" strike="noStrike">
                <a:solidFill>
                  <a:srgbClr val="000000"/>
                </a:solidFill>
                <a:effectLst/>
                <a:uFillTx/>
                <a:latin typeface="Noto Serif CJK JP"/>
              </a:rPr>
              <a:t>&lt;番号&gt;</a:t>
            </a:fld>
            <a:endParaRPr lang="en-US" sz="1400" b="0" u="none" strike="noStrike">
              <a:solidFill>
                <a:srgbClr val="000000"/>
              </a:solidFill>
              <a:effectLst/>
              <a:uFillTx/>
              <a:latin typeface="Noto Serif CJK JP"/>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_rels/notesSlide81.xml.rels><?xml version="1.0" encoding="UTF-8"?>
<Relationships xmlns="http://schemas.openxmlformats.org/package/2006/relationships"><Relationship Id="rId1" Type="http://schemas.openxmlformats.org/officeDocument/2006/relationships/slide" Target="../slides/slide81.xml"/><Relationship Id="rId2" Type="http://schemas.openxmlformats.org/officeDocument/2006/relationships/notesMaster" Target="../notesMasters/notesMaster1.xml"/>
</Relationships>
</file>

<file path=ppt/notesSlides/_rels/notesSlide82.xml.rels><?xml version="1.0" encoding="UTF-8"?>
<Relationships xmlns="http://schemas.openxmlformats.org/package/2006/relationships"><Relationship Id="rId1" Type="http://schemas.openxmlformats.org/officeDocument/2006/relationships/slide" Target="../slides/slide82.xml"/><Relationship Id="rId2" Type="http://schemas.openxmlformats.org/officeDocument/2006/relationships/notesMaster" Target="../notesMasters/notesMaster1.xml"/>
</Relationships>
</file>

<file path=ppt/notesSlides/_rels/notesSlide83.xml.rels><?xml version="1.0" encoding="UTF-8"?>
<Relationships xmlns="http://schemas.openxmlformats.org/package/2006/relationships"><Relationship Id="rId1" Type="http://schemas.openxmlformats.org/officeDocument/2006/relationships/slide" Target="../slides/slide83.xml"/><Relationship Id="rId2" Type="http://schemas.openxmlformats.org/officeDocument/2006/relationships/notesMaster" Target="../notesMasters/notesMaster1.xml"/>
</Relationships>
</file>

<file path=ppt/notesSlides/_rels/notesSlide84.xml.rels><?xml version="1.0" encoding="UTF-8"?>
<Relationships xmlns="http://schemas.openxmlformats.org/package/2006/relationships"><Relationship Id="rId1" Type="http://schemas.openxmlformats.org/officeDocument/2006/relationships/slide" Target="../slides/slide84.xml"/><Relationship Id="rId2" Type="http://schemas.openxmlformats.org/officeDocument/2006/relationships/notesMaster" Target="../notesMasters/notesMaster1.xml"/>
</Relationships>
</file>

<file path=ppt/notesSlides/_rels/notesSlide85.xml.rels><?xml version="1.0" encoding="UTF-8"?>
<Relationships xmlns="http://schemas.openxmlformats.org/package/2006/relationships"><Relationship Id="rId1" Type="http://schemas.openxmlformats.org/officeDocument/2006/relationships/slide" Target="../slides/slide85.xml"/><Relationship Id="rId2" Type="http://schemas.openxmlformats.org/officeDocument/2006/relationships/notesMaster" Target="../notesMasters/notesMaster1.xml"/>
</Relationships>
</file>

<file path=ppt/notesSlides/_rels/notesSlide86.xml.rels><?xml version="1.0" encoding="UTF-8"?>
<Relationships xmlns="http://schemas.openxmlformats.org/package/2006/relationships"><Relationship Id="rId1" Type="http://schemas.openxmlformats.org/officeDocument/2006/relationships/slide" Target="../slides/slide86.xml"/><Relationship Id="rId2" Type="http://schemas.openxmlformats.org/officeDocument/2006/relationships/notesMaster" Target="../notesMasters/notesMaster1.xml"/>
</Relationships>
</file>

<file path=ppt/notesSlides/_rels/notesSlide87.xml.rels><?xml version="1.0" encoding="UTF-8"?>
<Relationships xmlns="http://schemas.openxmlformats.org/package/2006/relationships"><Relationship Id="rId1" Type="http://schemas.openxmlformats.org/officeDocument/2006/relationships/slide" Target="../slides/slide87.xml"/><Relationship Id="rId2" Type="http://schemas.openxmlformats.org/officeDocument/2006/relationships/notesMaster" Target="../notesMasters/notesMaster1.xml"/>
</Relationships>
</file>

<file path=ppt/notesSlides/_rels/notesSlide89.xml.rels><?xml version="1.0" encoding="UTF-8"?>
<Relationships xmlns="http://schemas.openxmlformats.org/package/2006/relationships"><Relationship Id="rId1" Type="http://schemas.openxmlformats.org/officeDocument/2006/relationships/slide" Target="../slides/slide89.xml"/><Relationship Id="rId2" Type="http://schemas.openxmlformats.org/officeDocument/2006/relationships/notesMaster" Target="../notesMasters/notesMaster1.xml"/>
</Relationships>
</file>

<file path=ppt/notesSlides/_rels/notesSlide90.xml.rels><?xml version="1.0" encoding="UTF-8"?>
<Relationships xmlns="http://schemas.openxmlformats.org/package/2006/relationships"><Relationship Id="rId1" Type="http://schemas.openxmlformats.org/officeDocument/2006/relationships/slide" Target="../slides/slide90.xml"/><Relationship Id="rId2" Type="http://schemas.openxmlformats.org/officeDocument/2006/relationships/notesMaster" Target="../notesMasters/notesMaster1.xml"/>
</Relationships>
</file>

<file path=ppt/notesSlides/_rels/notesSlide91.xml.rels><?xml version="1.0" encoding="UTF-8"?>
<Relationships xmlns="http://schemas.openxmlformats.org/package/2006/relationships"><Relationship Id="rId1" Type="http://schemas.openxmlformats.org/officeDocument/2006/relationships/slide" Target="../slides/slide91.xml"/><Relationship Id="rId2" Type="http://schemas.openxmlformats.org/officeDocument/2006/relationships/notesMaster" Target="../notesMasters/notesMaster1.xml"/>
</Relationships>
</file>

<file path=ppt/notesSlides/_rels/notesSlide92.xml.rels><?xml version="1.0" encoding="UTF-8"?>
<Relationships xmlns="http://schemas.openxmlformats.org/package/2006/relationships"><Relationship Id="rId1" Type="http://schemas.openxmlformats.org/officeDocument/2006/relationships/slide" Target="../slides/slide92.xml"/><Relationship Id="rId2" Type="http://schemas.openxmlformats.org/officeDocument/2006/relationships/notesMaster" Target="../notesMasters/notesMaster1.xml"/>
</Relationships>
</file>

<file path=ppt/notesSlides/_rels/notesSlide93.xml.rels><?xml version="1.0" encoding="UTF-8"?>
<Relationships xmlns="http://schemas.openxmlformats.org/package/2006/relationships"><Relationship Id="rId1" Type="http://schemas.openxmlformats.org/officeDocument/2006/relationships/slide" Target="../slides/slide93.xml"/><Relationship Id="rId2" Type="http://schemas.openxmlformats.org/officeDocument/2006/relationships/notesMaster" Target="../notesMasters/notesMaster1.xml"/>
</Relationships>
</file>

<file path=ppt/notesSlides/_rels/notesSlide94.xml.rels><?xml version="1.0" encoding="UTF-8"?>
<Relationships xmlns="http://schemas.openxmlformats.org/package/2006/relationships"><Relationship Id="rId1" Type="http://schemas.openxmlformats.org/officeDocument/2006/relationships/slide" Target="../slides/slide94.xml"/><Relationship Id="rId2" Type="http://schemas.openxmlformats.org/officeDocument/2006/relationships/notesMaster" Target="../notesMasters/notesMaster1.xml"/>
</Relationships>
</file>

<file path=ppt/notesSlides/_rels/notesSlide95.xml.rels><?xml version="1.0" encoding="UTF-8"?>
<Relationships xmlns="http://schemas.openxmlformats.org/package/2006/relationships"><Relationship Id="rId1" Type="http://schemas.openxmlformats.org/officeDocument/2006/relationships/slide" Target="../slides/slide95.xml"/><Relationship Id="rId2" Type="http://schemas.openxmlformats.org/officeDocument/2006/relationships/notesMaster" Target="../notesMasters/notesMaster1.xml"/>
</Relationships>
</file>

<file path=ppt/notesSlides/_rels/notesSlide97.xml.rels><?xml version="1.0" encoding="UTF-8"?>
<Relationships xmlns="http://schemas.openxmlformats.org/package/2006/relationships"><Relationship Id="rId1" Type="http://schemas.openxmlformats.org/officeDocument/2006/relationships/slide" Target="../slides/slide97.xml"/><Relationship Id="rId2" Type="http://schemas.openxmlformats.org/officeDocument/2006/relationships/notesMaster" Target="../notesMasters/notesMaster1.xml"/>
</Relationships>
</file>

<file path=ppt/notesSlides/_rels/notesSlide98.xml.rels><?xml version="1.0" encoding="UTF-8"?>
<Relationships xmlns="http://schemas.openxmlformats.org/package/2006/relationships"><Relationship Id="rId1" Type="http://schemas.openxmlformats.org/officeDocument/2006/relationships/slide" Target="../slides/slide98.xml"/><Relationship Id="rId2" Type="http://schemas.openxmlformats.org/officeDocument/2006/relationships/notesMaster" Target="../notesMasters/notesMaster1.xml"/>
</Relationships>
</file>

<file path=ppt/notesSlides/_rels/notesSlide99.xml.rels><?xml version="1.0" encoding="UTF-8"?>
<Relationships xmlns="http://schemas.openxmlformats.org/package/2006/relationships"><Relationship Id="rId1" Type="http://schemas.openxmlformats.org/officeDocument/2006/relationships/slide" Target="../slides/slide99.xml"/><Relationship Id="rId2" Type="http://schemas.openxmlformats.org/officeDocument/2006/relationships/notesMaster" Target="../notesMasters/notesMaster1.xml"/>
</Relationships>
</file>

<file path=ppt/notesSlides/_rels/notesSlide100.xml.rels><?xml version="1.0" encoding="UTF-8"?>
<Relationships xmlns="http://schemas.openxmlformats.org/package/2006/relationships"><Relationship Id="rId1" Type="http://schemas.openxmlformats.org/officeDocument/2006/relationships/slide" Target="../slides/slide100.xml"/><Relationship Id="rId2" Type="http://schemas.openxmlformats.org/officeDocument/2006/relationships/notesMaster" Target="../notesMasters/notesMaster1.xml"/>
</Relationships>
</file>

<file path=ppt/notesSlides/_rels/notesSlide101.xml.rels><?xml version="1.0" encoding="UTF-8"?>
<Relationships xmlns="http://schemas.openxmlformats.org/package/2006/relationships"><Relationship Id="rId1" Type="http://schemas.openxmlformats.org/officeDocument/2006/relationships/slide" Target="../slides/slide101.xml"/><Relationship Id="rId2" Type="http://schemas.openxmlformats.org/officeDocument/2006/relationships/notesMaster" Target="../notesMasters/notesMaster1.xml"/>
</Relationships>
</file>

<file path=ppt/notesSlides/_rels/notesSlide102.xml.rels><?xml version="1.0" encoding="UTF-8"?>
<Relationships xmlns="http://schemas.openxmlformats.org/package/2006/relationships"><Relationship Id="rId1" Type="http://schemas.openxmlformats.org/officeDocument/2006/relationships/slide" Target="../slides/slide102.xml"/><Relationship Id="rId2" Type="http://schemas.openxmlformats.org/officeDocument/2006/relationships/notesMaster" Target="../notesMasters/notesMaster1.xml"/>
</Relationships>
</file>

<file path=ppt/notesSlides/_rels/notesSlide103.xml.rels><?xml version="1.0" encoding="UTF-8"?>
<Relationships xmlns="http://schemas.openxmlformats.org/package/2006/relationships"><Relationship Id="rId1" Type="http://schemas.openxmlformats.org/officeDocument/2006/relationships/slide" Target="../slides/slide103.xml"/><Relationship Id="rId2" Type="http://schemas.openxmlformats.org/officeDocument/2006/relationships/notesMaster" Target="../notesMasters/notesMaster1.xml"/>
</Relationships>
</file>

<file path=ppt/notesSlides/_rels/notesSlide104.xml.rels><?xml version="1.0" encoding="UTF-8"?>
<Relationships xmlns="http://schemas.openxmlformats.org/package/2006/relationships"><Relationship Id="rId1" Type="http://schemas.openxmlformats.org/officeDocument/2006/relationships/slide" Target="../slides/slide104.xml"/><Relationship Id="rId2" Type="http://schemas.openxmlformats.org/officeDocument/2006/relationships/notesMaster" Target="../notesMasters/notesMaster1.xml"/>
</Relationships>
</file>

<file path=ppt/notesSlides/_rels/notesSlide105.xml.rels><?xml version="1.0" encoding="UTF-8"?>
<Relationships xmlns="http://schemas.openxmlformats.org/package/2006/relationships"><Relationship Id="rId1" Type="http://schemas.openxmlformats.org/officeDocument/2006/relationships/slide" Target="../slides/slide105.xml"/><Relationship Id="rId2" Type="http://schemas.openxmlformats.org/officeDocument/2006/relationships/notesMaster" Target="../notesMasters/notesMaster1.xml"/>
</Relationships>
</file>

<file path=ppt/notesSlides/_rels/notesSlide106.xml.rels><?xml version="1.0" encoding="UTF-8"?>
<Relationships xmlns="http://schemas.openxmlformats.org/package/2006/relationships"><Relationship Id="rId1" Type="http://schemas.openxmlformats.org/officeDocument/2006/relationships/slide" Target="../slides/slide106.xml"/><Relationship Id="rId2" Type="http://schemas.openxmlformats.org/officeDocument/2006/relationships/notesMaster" Target="../notesMasters/notesMaster1.xml"/>
</Relationships>
</file>

<file path=ppt/notesSlides/_rels/notesSlide107.xml.rels><?xml version="1.0" encoding="UTF-8"?>
<Relationships xmlns="http://schemas.openxmlformats.org/package/2006/relationships"><Relationship Id="rId1" Type="http://schemas.openxmlformats.org/officeDocument/2006/relationships/slide" Target="../slides/slide107.xml"/><Relationship Id="rId2" Type="http://schemas.openxmlformats.org/officeDocument/2006/relationships/notesMaster" Target="../notesMasters/notesMaster1.xml"/>
</Relationships>
</file>

<file path=ppt/notesSlides/_rels/notesSlide108.xml.rels><?xml version="1.0" encoding="UTF-8"?>
<Relationships xmlns="http://schemas.openxmlformats.org/package/2006/relationships"><Relationship Id="rId1" Type="http://schemas.openxmlformats.org/officeDocument/2006/relationships/slide" Target="../slides/slide108.xml"/><Relationship Id="rId2" Type="http://schemas.openxmlformats.org/officeDocument/2006/relationships/notesMaster" Target="../notesMasters/notesMaster1.xml"/>
</Relationships>
</file>

<file path=ppt/notesSlides/_rels/notesSlide109.xml.rels><?xml version="1.0" encoding="UTF-8"?>
<Relationships xmlns="http://schemas.openxmlformats.org/package/2006/relationships"><Relationship Id="rId1" Type="http://schemas.openxmlformats.org/officeDocument/2006/relationships/slide" Target="../slides/slide109.xml"/><Relationship Id="rId2" Type="http://schemas.openxmlformats.org/officeDocument/2006/relationships/notesMaster" Target="../notesMasters/notesMaster1.xml"/>
</Relationships>
</file>

<file path=ppt/notesSlides/_rels/notesSlide110.xml.rels><?xml version="1.0" encoding="UTF-8"?>
<Relationships xmlns="http://schemas.openxmlformats.org/package/2006/relationships"><Relationship Id="rId1" Type="http://schemas.openxmlformats.org/officeDocument/2006/relationships/slide" Target="../slides/slide110.xml"/><Relationship Id="rId2" Type="http://schemas.openxmlformats.org/officeDocument/2006/relationships/notesMaster" Target="../notesMasters/notesMaster1.xml"/>
</Relationships>
</file>

<file path=ppt/notesSlides/_rels/notesSlide111.xml.rels><?xml version="1.0" encoding="UTF-8"?>
<Relationships xmlns="http://schemas.openxmlformats.org/package/2006/relationships"><Relationship Id="rId1" Type="http://schemas.openxmlformats.org/officeDocument/2006/relationships/slide" Target="../slides/slide111.xml"/><Relationship Id="rId2" Type="http://schemas.openxmlformats.org/officeDocument/2006/relationships/notesMaster" Target="../notesMasters/notesMaster1.xml"/>
</Relationships>
</file>

<file path=ppt/notesSlides/_rels/notesSlide112.xml.rels><?xml version="1.0" encoding="UTF-8"?>
<Relationships xmlns="http://schemas.openxmlformats.org/package/2006/relationships"><Relationship Id="rId1" Type="http://schemas.openxmlformats.org/officeDocument/2006/relationships/slide" Target="../slides/slide112.xml"/><Relationship Id="rId2" Type="http://schemas.openxmlformats.org/officeDocument/2006/relationships/notesMaster" Target="../notesMasters/notesMaster1.xml"/>
</Relationships>
</file>

<file path=ppt/notesSlides/_rels/notesSlide113.xml.rels><?xml version="1.0" encoding="UTF-8"?>
<Relationships xmlns="http://schemas.openxmlformats.org/package/2006/relationships"><Relationship Id="rId1" Type="http://schemas.openxmlformats.org/officeDocument/2006/relationships/slide" Target="../slides/slide113.xml"/><Relationship Id="rId2" Type="http://schemas.openxmlformats.org/officeDocument/2006/relationships/notesMaster" Target="../notesMasters/notesMaster1.xml"/>
</Relationships>
</file>

<file path=ppt/notesSlides/_rels/notesSlide114.xml.rels><?xml version="1.0" encoding="UTF-8"?>
<Relationships xmlns="http://schemas.openxmlformats.org/package/2006/relationships"><Relationship Id="rId1" Type="http://schemas.openxmlformats.org/officeDocument/2006/relationships/slide" Target="../slides/slide114.xml"/><Relationship Id="rId2" Type="http://schemas.openxmlformats.org/officeDocument/2006/relationships/notesMaster" Target="../notesMasters/notesMaster1.xml"/>
</Relationships>
</file>

<file path=ppt/notesSlides/_rels/notesSlide115.xml.rels><?xml version="1.0" encoding="UTF-8"?>
<Relationships xmlns="http://schemas.openxmlformats.org/package/2006/relationships"><Relationship Id="rId1" Type="http://schemas.openxmlformats.org/officeDocument/2006/relationships/slide" Target="../slides/slide115.xml"/><Relationship Id="rId2" Type="http://schemas.openxmlformats.org/officeDocument/2006/relationships/notesMaster" Target="../notesMasters/notesMaster1.xml"/>
</Relationships>
</file>

<file path=ppt/notesSlides/_rels/notesSlide116.xml.rels><?xml version="1.0" encoding="UTF-8"?>
<Relationships xmlns="http://schemas.openxmlformats.org/package/2006/relationships"><Relationship Id="rId1" Type="http://schemas.openxmlformats.org/officeDocument/2006/relationships/slide" Target="../slides/slide116.xml"/><Relationship Id="rId2" Type="http://schemas.openxmlformats.org/officeDocument/2006/relationships/notesMaster" Target="../notesMasters/notesMaster1.xml"/>
</Relationships>
</file>

<file path=ppt/notesSlides/_rels/notesSlide117.xml.rels><?xml version="1.0" encoding="UTF-8"?>
<Relationships xmlns="http://schemas.openxmlformats.org/package/2006/relationships"><Relationship Id="rId1" Type="http://schemas.openxmlformats.org/officeDocument/2006/relationships/slide" Target="../slides/slide117.xml"/><Relationship Id="rId2" Type="http://schemas.openxmlformats.org/officeDocument/2006/relationships/notesMaster" Target="../notesMasters/notesMaster1.xml"/>
</Relationships>
</file>

<file path=ppt/notesSlides/_rels/notesSlide118.xml.rels><?xml version="1.0" encoding="UTF-8"?>
<Relationships xmlns="http://schemas.openxmlformats.org/package/2006/relationships"><Relationship Id="rId1" Type="http://schemas.openxmlformats.org/officeDocument/2006/relationships/slide" Target="../slides/slide118.xml"/><Relationship Id="rId2" Type="http://schemas.openxmlformats.org/officeDocument/2006/relationships/notesMaster" Target="../notesMasters/notesMaster1.xml"/>
</Relationships>
</file>

<file path=ppt/notesSlides/_rels/notesSlide119.xml.rels><?xml version="1.0" encoding="UTF-8"?>
<Relationships xmlns="http://schemas.openxmlformats.org/package/2006/relationships"><Relationship Id="rId1" Type="http://schemas.openxmlformats.org/officeDocument/2006/relationships/slide" Target="../slides/slide119.xml"/><Relationship Id="rId2" Type="http://schemas.openxmlformats.org/officeDocument/2006/relationships/notesMaster" Target="../notesMasters/notesMaster1.xml"/>
</Relationships>
</file>

<file path=ppt/notesSlides/_rels/notesSlide120.xml.rels><?xml version="1.0" encoding="UTF-8"?>
<Relationships xmlns="http://schemas.openxmlformats.org/package/2006/relationships"><Relationship Id="rId1" Type="http://schemas.openxmlformats.org/officeDocument/2006/relationships/slide" Target="../slides/slide120.xml"/><Relationship Id="rId2" Type="http://schemas.openxmlformats.org/officeDocument/2006/relationships/notesMaster" Target="../notesMasters/notesMaster1.xml"/>
</Relationships>
</file>

<file path=ppt/notesSlides/_rels/notesSlide121.xml.rels><?xml version="1.0" encoding="UTF-8"?>
<Relationships xmlns="http://schemas.openxmlformats.org/package/2006/relationships"><Relationship Id="rId1" Type="http://schemas.openxmlformats.org/officeDocument/2006/relationships/slide" Target="../slides/slide121.xml"/><Relationship Id="rId2" Type="http://schemas.openxmlformats.org/officeDocument/2006/relationships/notesMaster" Target="../notesMasters/notesMaster1.xml"/>
</Relationships>
</file>

<file path=ppt/notesSlides/_rels/notesSlide122.xml.rels><?xml version="1.0" encoding="UTF-8"?>
<Relationships xmlns="http://schemas.openxmlformats.org/package/2006/relationships"><Relationship Id="rId1" Type="http://schemas.openxmlformats.org/officeDocument/2006/relationships/slide" Target="../slides/slide122.xml"/><Relationship Id="rId2" Type="http://schemas.openxmlformats.org/officeDocument/2006/relationships/notesMaster" Target="../notesMasters/notesMaster1.xml"/>
</Relationships>
</file>

<file path=ppt/notesSlides/_rels/notesSlide123.xml.rels><?xml version="1.0" encoding="UTF-8"?>
<Relationships xmlns="http://schemas.openxmlformats.org/package/2006/relationships"><Relationship Id="rId1" Type="http://schemas.openxmlformats.org/officeDocument/2006/relationships/slide" Target="../slides/slide123.xml"/><Relationship Id="rId2" Type="http://schemas.openxmlformats.org/officeDocument/2006/relationships/notesMaster" Target="../notesMasters/notesMaster1.xml"/>
</Relationships>
</file>

<file path=ppt/notesSlides/_rels/notesSlide124.xml.rels><?xml version="1.0" encoding="UTF-8"?>
<Relationships xmlns="http://schemas.openxmlformats.org/package/2006/relationships"><Relationship Id="rId1" Type="http://schemas.openxmlformats.org/officeDocument/2006/relationships/slide" Target="../slides/slide124.xml"/><Relationship Id="rId2" Type="http://schemas.openxmlformats.org/officeDocument/2006/relationships/notesMaster" Target="../notesMasters/notesMaster1.xml"/>
</Relationships>
</file>

<file path=ppt/notesSlides/_rels/notesSlide125.xml.rels><?xml version="1.0" encoding="UTF-8"?>
<Relationships xmlns="http://schemas.openxmlformats.org/package/2006/relationships"><Relationship Id="rId1" Type="http://schemas.openxmlformats.org/officeDocument/2006/relationships/slide" Target="../slides/slide125.xml"/><Relationship Id="rId2" Type="http://schemas.openxmlformats.org/officeDocument/2006/relationships/notesMaster" Target="../notesMasters/notesMaster1.xml"/>
</Relationships>
</file>

<file path=ppt/notesSlides/_rels/notesSlide126.xml.rels><?xml version="1.0" encoding="UTF-8"?>
<Relationships xmlns="http://schemas.openxmlformats.org/package/2006/relationships"><Relationship Id="rId1" Type="http://schemas.openxmlformats.org/officeDocument/2006/relationships/slide" Target="../slides/slide126.xml"/><Relationship Id="rId2" Type="http://schemas.openxmlformats.org/officeDocument/2006/relationships/notesMaster" Target="../notesMasters/notesMaster1.xml"/>
</Relationships>
</file>

<file path=ppt/notesSlides/_rels/notesSlide127.xml.rels><?xml version="1.0" encoding="UTF-8"?>
<Relationships xmlns="http://schemas.openxmlformats.org/package/2006/relationships"><Relationship Id="rId1" Type="http://schemas.openxmlformats.org/officeDocument/2006/relationships/slide" Target="../slides/slide127.xml"/><Relationship Id="rId2" Type="http://schemas.openxmlformats.org/officeDocument/2006/relationships/notesMaster" Target="../notesMasters/notesMaster1.xml"/>
</Relationships>
</file>

<file path=ppt/notesSlides/_rels/notesSlide128.xml.rels><?xml version="1.0" encoding="UTF-8"?>
<Relationships xmlns="http://schemas.openxmlformats.org/package/2006/relationships"><Relationship Id="rId1" Type="http://schemas.openxmlformats.org/officeDocument/2006/relationships/slide" Target="../slides/slide128.xml"/><Relationship Id="rId2" Type="http://schemas.openxmlformats.org/officeDocument/2006/relationships/notesMaster" Target="../notesMasters/notesMaster1.xml"/>
</Relationships>
</file>

<file path=ppt/notesSlides/_rels/notesSlide129.xml.rels><?xml version="1.0" encoding="UTF-8"?>
<Relationships xmlns="http://schemas.openxmlformats.org/package/2006/relationships"><Relationship Id="rId1" Type="http://schemas.openxmlformats.org/officeDocument/2006/relationships/slide" Target="../slides/slide129.xml"/><Relationship Id="rId2" Type="http://schemas.openxmlformats.org/officeDocument/2006/relationships/notesMaster" Target="../notesMasters/notesMaster1.xml"/>
</Relationships>
</file>

<file path=ppt/notesSlides/_rels/notesSlide130.xml.rels><?xml version="1.0" encoding="UTF-8"?>
<Relationships xmlns="http://schemas.openxmlformats.org/package/2006/relationships"><Relationship Id="rId1" Type="http://schemas.openxmlformats.org/officeDocument/2006/relationships/slide" Target="../slides/slide130.xml"/><Relationship Id="rId2" Type="http://schemas.openxmlformats.org/officeDocument/2006/relationships/notesMaster" Target="../notesMasters/notesMaster1.xml"/>
</Relationships>
</file>

<file path=ppt/notesSlides/_rels/notesSlide131.xml.rels><?xml version="1.0" encoding="UTF-8"?>
<Relationships xmlns="http://schemas.openxmlformats.org/package/2006/relationships"><Relationship Id="rId1" Type="http://schemas.openxmlformats.org/officeDocument/2006/relationships/slide" Target="../slides/slide131.xml"/><Relationship Id="rId2" Type="http://schemas.openxmlformats.org/officeDocument/2006/relationships/notesMaster" Target="../notesMasters/notesMaster1.xml"/>
</Relationships>
</file>

<file path=ppt/notesSlides/_rels/notesSlide132.xml.rels><?xml version="1.0" encoding="UTF-8"?>
<Relationships xmlns="http://schemas.openxmlformats.org/package/2006/relationships"><Relationship Id="rId1" Type="http://schemas.openxmlformats.org/officeDocument/2006/relationships/slide" Target="../slides/slide132.xml"/><Relationship Id="rId2" Type="http://schemas.openxmlformats.org/officeDocument/2006/relationships/notesMaster" Target="../notesMasters/notesMaster1.xml"/>
</Relationships>
</file>

<file path=ppt/notesSlides/_rels/notesSlide133.xml.rels><?xml version="1.0" encoding="UTF-8"?>
<Relationships xmlns="http://schemas.openxmlformats.org/package/2006/relationships"><Relationship Id="rId1" Type="http://schemas.openxmlformats.org/officeDocument/2006/relationships/slide" Target="../slides/slide133.xml"/><Relationship Id="rId2" Type="http://schemas.openxmlformats.org/officeDocument/2006/relationships/notesMaster" Target="../notesMasters/notesMaster1.xml"/>
</Relationships>
</file>

<file path=ppt/notesSlides/_rels/notesSlide134.xml.rels><?xml version="1.0" encoding="UTF-8"?>
<Relationships xmlns="http://schemas.openxmlformats.org/package/2006/relationships"><Relationship Id="rId1" Type="http://schemas.openxmlformats.org/officeDocument/2006/relationships/slide" Target="../slides/slide134.xml"/><Relationship Id="rId2" Type="http://schemas.openxmlformats.org/officeDocument/2006/relationships/notesMaster" Target="../notesMasters/notesMaster1.xml"/>
</Relationships>
</file>

<file path=ppt/notesSlides/_rels/notesSlide135.xml.rels><?xml version="1.0" encoding="UTF-8"?>
<Relationships xmlns="http://schemas.openxmlformats.org/package/2006/relationships"><Relationship Id="rId1" Type="http://schemas.openxmlformats.org/officeDocument/2006/relationships/slide" Target="../slides/slide135.xml"/><Relationship Id="rId2" Type="http://schemas.openxmlformats.org/officeDocument/2006/relationships/notesMaster" Target="../notesMasters/notesMaster1.xml"/>
</Relationships>
</file>

<file path=ppt/notesSlides/_rels/notesSlide136.xml.rels><?xml version="1.0" encoding="UTF-8"?>
<Relationships xmlns="http://schemas.openxmlformats.org/package/2006/relationships"><Relationship Id="rId1" Type="http://schemas.openxmlformats.org/officeDocument/2006/relationships/slide" Target="../slides/slide136.xml"/><Relationship Id="rId2" Type="http://schemas.openxmlformats.org/officeDocument/2006/relationships/notesMaster" Target="../notesMasters/notesMaster1.xml"/>
</Relationships>
</file>

<file path=ppt/notesSlides/_rels/notesSlide137.xml.rels><?xml version="1.0" encoding="UTF-8"?>
<Relationships xmlns="http://schemas.openxmlformats.org/package/2006/relationships"><Relationship Id="rId1" Type="http://schemas.openxmlformats.org/officeDocument/2006/relationships/slide" Target="../slides/slide137.xml"/><Relationship Id="rId2" Type="http://schemas.openxmlformats.org/officeDocument/2006/relationships/notesMaster" Target="../notesMasters/notesMaster1.xml"/>
</Relationships>
</file>

<file path=ppt/notesSlides/_rels/notesSlide138.xml.rels><?xml version="1.0" encoding="UTF-8"?>
<Relationships xmlns="http://schemas.openxmlformats.org/package/2006/relationships"><Relationship Id="rId1" Type="http://schemas.openxmlformats.org/officeDocument/2006/relationships/slide" Target="../slides/slide138.xml"/><Relationship Id="rId2" Type="http://schemas.openxmlformats.org/officeDocument/2006/relationships/notesMaster" Target="../notesMasters/notesMaster1.xml"/>
</Relationships>
</file>

<file path=ppt/notesSlides/_rels/notesSlide139.xml.rels><?xml version="1.0" encoding="UTF-8"?>
<Relationships xmlns="http://schemas.openxmlformats.org/package/2006/relationships"><Relationship Id="rId1" Type="http://schemas.openxmlformats.org/officeDocument/2006/relationships/slide" Target="../slides/slide139.xml"/><Relationship Id="rId2" Type="http://schemas.openxmlformats.org/officeDocument/2006/relationships/notesMaster" Target="../notesMasters/notesMaster1.xml"/>
</Relationships>
</file>

<file path=ppt/notesSlides/_rels/notesSlide140.xml.rels><?xml version="1.0" encoding="UTF-8"?>
<Relationships xmlns="http://schemas.openxmlformats.org/package/2006/relationships"><Relationship Id="rId1" Type="http://schemas.openxmlformats.org/officeDocument/2006/relationships/slide" Target="../slides/slide140.xml"/><Relationship Id="rId2" Type="http://schemas.openxmlformats.org/officeDocument/2006/relationships/notesMaster" Target="../notesMasters/notesMaster1.xml"/>
</Relationships>
</file>

<file path=ppt/notesSlides/_rels/notesSlide141.xml.rels><?xml version="1.0" encoding="UTF-8"?>
<Relationships xmlns="http://schemas.openxmlformats.org/package/2006/relationships"><Relationship Id="rId1" Type="http://schemas.openxmlformats.org/officeDocument/2006/relationships/slide" Target="../slides/slide141.xml"/><Relationship Id="rId2" Type="http://schemas.openxmlformats.org/officeDocument/2006/relationships/notesMaster" Target="../notesMasters/notesMaster1.xml"/>
</Relationships>
</file>

<file path=ppt/notesSlides/_rels/notesSlide142.xml.rels><?xml version="1.0" encoding="UTF-8"?>
<Relationships xmlns="http://schemas.openxmlformats.org/package/2006/relationships"><Relationship Id="rId1" Type="http://schemas.openxmlformats.org/officeDocument/2006/relationships/slide" Target="../slides/slide142.xml"/><Relationship Id="rId2" Type="http://schemas.openxmlformats.org/officeDocument/2006/relationships/notesMaster" Target="../notesMasters/notesMaster1.xml"/>
</Relationships>
</file>

<file path=ppt/notesSlides/_rels/notesSlide143.xml.rels><?xml version="1.0" encoding="UTF-8"?>
<Relationships xmlns="http://schemas.openxmlformats.org/package/2006/relationships"><Relationship Id="rId1" Type="http://schemas.openxmlformats.org/officeDocument/2006/relationships/slide" Target="../slides/slide143.xml"/><Relationship Id="rId2" Type="http://schemas.openxmlformats.org/officeDocument/2006/relationships/notesMaster" Target="../notesMasters/notesMaster1.xml"/>
</Relationships>
</file>

<file path=ppt/notesSlides/_rels/notesSlide144.xml.rels><?xml version="1.0" encoding="UTF-8"?>
<Relationships xmlns="http://schemas.openxmlformats.org/package/2006/relationships"><Relationship Id="rId1" Type="http://schemas.openxmlformats.org/officeDocument/2006/relationships/slide" Target="../slides/slide144.xml"/><Relationship Id="rId2" Type="http://schemas.openxmlformats.org/officeDocument/2006/relationships/notesMaster" Target="../notesMasters/notesMaster1.xml"/>
</Relationships>
</file>

<file path=ppt/notesSlides/_rels/notesSlide145.xml.rels><?xml version="1.0" encoding="UTF-8"?>
<Relationships xmlns="http://schemas.openxmlformats.org/package/2006/relationships"><Relationship Id="rId1" Type="http://schemas.openxmlformats.org/officeDocument/2006/relationships/slide" Target="../slides/slide145.xml"/><Relationship Id="rId2" Type="http://schemas.openxmlformats.org/officeDocument/2006/relationships/notesMaster" Target="../notesMasters/notesMaster1.xml"/>
</Relationships>
</file>

<file path=ppt/notesSlides/_rels/notesSlide146.xml.rels><?xml version="1.0" encoding="UTF-8"?>
<Relationships xmlns="http://schemas.openxmlformats.org/package/2006/relationships"><Relationship Id="rId1" Type="http://schemas.openxmlformats.org/officeDocument/2006/relationships/slide" Target="../slides/slide146.xml"/><Relationship Id="rId2" Type="http://schemas.openxmlformats.org/officeDocument/2006/relationships/notesMaster" Target="../notesMasters/notesMaster1.xml"/>
</Relationships>
</file>

<file path=ppt/notesSlides/_rels/notesSlide147.xml.rels><?xml version="1.0" encoding="UTF-8"?>
<Relationships xmlns="http://schemas.openxmlformats.org/package/2006/relationships"><Relationship Id="rId1" Type="http://schemas.openxmlformats.org/officeDocument/2006/relationships/slide" Target="../slides/slide147.xml"/><Relationship Id="rId2" Type="http://schemas.openxmlformats.org/officeDocument/2006/relationships/notesMaster" Target="../notesMasters/notesMaster1.xml"/>
</Relationships>
</file>

<file path=ppt/notesSlides/_rels/notesSlide148.xml.rels><?xml version="1.0" encoding="UTF-8"?>
<Relationships xmlns="http://schemas.openxmlformats.org/package/2006/relationships"><Relationship Id="rId1" Type="http://schemas.openxmlformats.org/officeDocument/2006/relationships/slide" Target="../slides/slide148.xml"/><Relationship Id="rId2" Type="http://schemas.openxmlformats.org/officeDocument/2006/relationships/notesMaster" Target="../notesMasters/notesMaster1.xml"/>
</Relationships>
</file>

<file path=ppt/notesSlides/_rels/notesSlide149.xml.rels><?xml version="1.0" encoding="UTF-8"?>
<Relationships xmlns="http://schemas.openxmlformats.org/package/2006/relationships"><Relationship Id="rId1" Type="http://schemas.openxmlformats.org/officeDocument/2006/relationships/slide" Target="../slides/slide149.xml"/><Relationship Id="rId2" Type="http://schemas.openxmlformats.org/officeDocument/2006/relationships/notesMaster" Target="../notesMasters/notesMaster1.xml"/>
</Relationships>
</file>

<file path=ppt/notesSlides/_rels/notesSlide150.xml.rels><?xml version="1.0" encoding="UTF-8"?>
<Relationships xmlns="http://schemas.openxmlformats.org/package/2006/relationships"><Relationship Id="rId1" Type="http://schemas.openxmlformats.org/officeDocument/2006/relationships/slide" Target="../slides/slide150.xml"/><Relationship Id="rId2" Type="http://schemas.openxmlformats.org/officeDocument/2006/relationships/notesMaster" Target="../notesMasters/notesMaster1.xml"/>
</Relationships>
</file>

<file path=ppt/notesSlides/_rels/notesSlide151.xml.rels><?xml version="1.0" encoding="UTF-8"?>
<Relationships xmlns="http://schemas.openxmlformats.org/package/2006/relationships"><Relationship Id="rId1" Type="http://schemas.openxmlformats.org/officeDocument/2006/relationships/slide" Target="../slides/slide151.xml"/><Relationship Id="rId2" Type="http://schemas.openxmlformats.org/officeDocument/2006/relationships/notesMaster" Target="../notesMasters/notesMaster1.xml"/>
</Relationships>
</file>

<file path=ppt/notesSlides/_rels/notesSlide152.xml.rels><?xml version="1.0" encoding="UTF-8"?>
<Relationships xmlns="http://schemas.openxmlformats.org/package/2006/relationships"><Relationship Id="rId1" Type="http://schemas.openxmlformats.org/officeDocument/2006/relationships/slide" Target="../slides/slide152.xml"/><Relationship Id="rId2" Type="http://schemas.openxmlformats.org/officeDocument/2006/relationships/notesMaster" Target="../notesMasters/notesMaster1.xml"/>
</Relationships>
</file>

<file path=ppt/notesSlides/_rels/notesSlide153.xml.rels><?xml version="1.0" encoding="UTF-8"?>
<Relationships xmlns="http://schemas.openxmlformats.org/package/2006/relationships"><Relationship Id="rId1" Type="http://schemas.openxmlformats.org/officeDocument/2006/relationships/slide" Target="../slides/slide153.xml"/><Relationship Id="rId2" Type="http://schemas.openxmlformats.org/officeDocument/2006/relationships/notesMaster" Target="../notesMasters/notesMaster1.xml"/>
</Relationships>
</file>

<file path=ppt/notesSlides/_rels/notesSlide154.xml.rels><?xml version="1.0" encoding="UTF-8"?>
<Relationships xmlns="http://schemas.openxmlformats.org/package/2006/relationships"><Relationship Id="rId1" Type="http://schemas.openxmlformats.org/officeDocument/2006/relationships/slide" Target="../slides/slide154.xml"/><Relationship Id="rId2" Type="http://schemas.openxmlformats.org/officeDocument/2006/relationships/notesMaster" Target="../notesMasters/notesMaster1.xml"/>
</Relationships>
</file>

<file path=ppt/notesSlides/_rels/notesSlide155.xml.rels><?xml version="1.0" encoding="UTF-8"?>
<Relationships xmlns="http://schemas.openxmlformats.org/package/2006/relationships"><Relationship Id="rId1" Type="http://schemas.openxmlformats.org/officeDocument/2006/relationships/slide" Target="../slides/slide155.xml"/><Relationship Id="rId2" Type="http://schemas.openxmlformats.org/officeDocument/2006/relationships/notesMaster" Target="../notesMasters/notesMaster1.xml"/>
</Relationships>
</file>

<file path=ppt/notesSlides/_rels/notesSlide156.xml.rels><?xml version="1.0" encoding="UTF-8"?>
<Relationships xmlns="http://schemas.openxmlformats.org/package/2006/relationships"><Relationship Id="rId1" Type="http://schemas.openxmlformats.org/officeDocument/2006/relationships/slide" Target="../slides/slide156.xml"/><Relationship Id="rId2" Type="http://schemas.openxmlformats.org/officeDocument/2006/relationships/notesMaster" Target="../notesMasters/notesMaster1.xml"/>
</Relationships>
</file>

<file path=ppt/notesSlides/_rels/notesSlide157.xml.rels><?xml version="1.0" encoding="UTF-8"?>
<Relationships xmlns="http://schemas.openxmlformats.org/package/2006/relationships"><Relationship Id="rId1" Type="http://schemas.openxmlformats.org/officeDocument/2006/relationships/slide" Target="../slides/slide157.xml"/><Relationship Id="rId2" Type="http://schemas.openxmlformats.org/officeDocument/2006/relationships/notesMaster" Target="../notesMasters/notesMaster1.xml"/>
</Relationships>
</file>

<file path=ppt/notesSlides/_rels/notesSlide158.xml.rels><?xml version="1.0" encoding="UTF-8"?>
<Relationships xmlns="http://schemas.openxmlformats.org/package/2006/relationships"><Relationship Id="rId1" Type="http://schemas.openxmlformats.org/officeDocument/2006/relationships/slide" Target="../slides/slide158.xml"/><Relationship Id="rId2" Type="http://schemas.openxmlformats.org/officeDocument/2006/relationships/notesMaster" Target="../notesMasters/notesMaster1.xml"/>
</Relationships>
</file>

<file path=ppt/notesSlides/_rels/notesSlide159.xml.rels><?xml version="1.0" encoding="UTF-8"?>
<Relationships xmlns="http://schemas.openxmlformats.org/package/2006/relationships"><Relationship Id="rId1" Type="http://schemas.openxmlformats.org/officeDocument/2006/relationships/slide" Target="../slides/slide159.xml"/><Relationship Id="rId2" Type="http://schemas.openxmlformats.org/officeDocument/2006/relationships/notesMaster" Target="../notesMasters/notesMaster1.xml"/>
</Relationships>
</file>

<file path=ppt/notesSlides/_rels/notesSlide160.xml.rels><?xml version="1.0" encoding="UTF-8"?>
<Relationships xmlns="http://schemas.openxmlformats.org/package/2006/relationships"><Relationship Id="rId1" Type="http://schemas.openxmlformats.org/officeDocument/2006/relationships/slide" Target="../slides/slide160.xml"/><Relationship Id="rId2" Type="http://schemas.openxmlformats.org/officeDocument/2006/relationships/notesMaster" Target="../notesMasters/notesMaster1.xml"/>
</Relationships>
</file>

<file path=ppt/notesSlides/_rels/notesSlide161.xml.rels><?xml version="1.0" encoding="UTF-8"?>
<Relationships xmlns="http://schemas.openxmlformats.org/package/2006/relationships"><Relationship Id="rId1" Type="http://schemas.openxmlformats.org/officeDocument/2006/relationships/slide" Target="../slides/slide161.xml"/><Relationship Id="rId2" Type="http://schemas.openxmlformats.org/officeDocument/2006/relationships/notesMaster" Target="../notesMasters/notesMaster1.xml"/>
</Relationships>
</file>

<file path=ppt/notesSlides/_rels/notesSlide162.xml.rels><?xml version="1.0" encoding="UTF-8"?>
<Relationships xmlns="http://schemas.openxmlformats.org/package/2006/relationships"><Relationship Id="rId1" Type="http://schemas.openxmlformats.org/officeDocument/2006/relationships/slide" Target="../slides/slide162.xml"/><Relationship Id="rId2" Type="http://schemas.openxmlformats.org/officeDocument/2006/relationships/notesMaster" Target="../notesMasters/notesMaster1.xml"/>
</Relationships>
</file>

<file path=ppt/notesSlides/_rels/notesSlide163.xml.rels><?xml version="1.0" encoding="UTF-8"?>
<Relationships xmlns="http://schemas.openxmlformats.org/package/2006/relationships"><Relationship Id="rId1" Type="http://schemas.openxmlformats.org/officeDocument/2006/relationships/slide" Target="../slides/slide163.xml"/><Relationship Id="rId2" Type="http://schemas.openxmlformats.org/officeDocument/2006/relationships/notesMaster" Target="../notesMasters/notesMaster1.xml"/>
</Relationships>
</file>

<file path=ppt/notesSlides/_rels/notesSlide164.xml.rels><?xml version="1.0" encoding="UTF-8"?>
<Relationships xmlns="http://schemas.openxmlformats.org/package/2006/relationships"><Relationship Id="rId1" Type="http://schemas.openxmlformats.org/officeDocument/2006/relationships/slide" Target="../slides/slide164.xml"/><Relationship Id="rId2" Type="http://schemas.openxmlformats.org/officeDocument/2006/relationships/notesMaster" Target="../notesMasters/notesMaster1.xml"/>
</Relationships>
</file>

<file path=ppt/notesSlides/_rels/notesSlide165.xml.rels><?xml version="1.0" encoding="UTF-8"?>
<Relationships xmlns="http://schemas.openxmlformats.org/package/2006/relationships"><Relationship Id="rId1" Type="http://schemas.openxmlformats.org/officeDocument/2006/relationships/slide" Target="../slides/slide165.xml"/><Relationship Id="rId2" Type="http://schemas.openxmlformats.org/officeDocument/2006/relationships/notesMaster" Target="../notesMasters/notesMaster1.xml"/>
</Relationships>
</file>

<file path=ppt/notesSlides/_rels/notesSlide166.xml.rels><?xml version="1.0" encoding="UTF-8"?>
<Relationships xmlns="http://schemas.openxmlformats.org/package/2006/relationships"><Relationship Id="rId1" Type="http://schemas.openxmlformats.org/officeDocument/2006/relationships/slide" Target="../slides/slide166.xml"/><Relationship Id="rId2" Type="http://schemas.openxmlformats.org/officeDocument/2006/relationships/notesMaster" Target="../notesMasters/notesMaster1.xml"/>
</Relationships>
</file>

<file path=ppt/notesSlides/_rels/notesSlide167.xml.rels><?xml version="1.0" encoding="UTF-8"?>
<Relationships xmlns="http://schemas.openxmlformats.org/package/2006/relationships"><Relationship Id="rId1" Type="http://schemas.openxmlformats.org/officeDocument/2006/relationships/slide" Target="../slides/slide167.xml"/><Relationship Id="rId2" Type="http://schemas.openxmlformats.org/officeDocument/2006/relationships/notesMaster" Target="../notesMasters/notesMaster1.xml"/>
</Relationships>
</file>

<file path=ppt/notesSlides/_rels/notesSlide168.xml.rels><?xml version="1.0" encoding="UTF-8"?>
<Relationships xmlns="http://schemas.openxmlformats.org/package/2006/relationships"><Relationship Id="rId1" Type="http://schemas.openxmlformats.org/officeDocument/2006/relationships/slide" Target="../slides/slide168.xml"/><Relationship Id="rId2" Type="http://schemas.openxmlformats.org/officeDocument/2006/relationships/notesMaster" Target="../notesMasters/notesMaster1.xml"/>
</Relationships>
</file>

<file path=ppt/notesSlides/_rels/notesSlide169.xml.rels><?xml version="1.0" encoding="UTF-8"?>
<Relationships xmlns="http://schemas.openxmlformats.org/package/2006/relationships"><Relationship Id="rId1" Type="http://schemas.openxmlformats.org/officeDocument/2006/relationships/slide" Target="../slides/slide169.xml"/><Relationship Id="rId2" Type="http://schemas.openxmlformats.org/officeDocument/2006/relationships/notesMaster" Target="../notesMasters/notesMaster1.xml"/>
</Relationships>
</file>

<file path=ppt/notesSlides/_rels/notesSlide170.xml.rels><?xml version="1.0" encoding="UTF-8"?>
<Relationships xmlns="http://schemas.openxmlformats.org/package/2006/relationships"><Relationship Id="rId1" Type="http://schemas.openxmlformats.org/officeDocument/2006/relationships/slide" Target="../slides/slide170.xml"/><Relationship Id="rId2" Type="http://schemas.openxmlformats.org/officeDocument/2006/relationships/notesMaster" Target="../notesMasters/notesMaster1.xml"/>
</Relationships>
</file>

<file path=ppt/notesSlides/_rels/notesSlide171.xml.rels><?xml version="1.0" encoding="UTF-8"?>
<Relationships xmlns="http://schemas.openxmlformats.org/package/2006/relationships"><Relationship Id="rId1" Type="http://schemas.openxmlformats.org/officeDocument/2006/relationships/slide" Target="../slides/slide171.xml"/><Relationship Id="rId2" Type="http://schemas.openxmlformats.org/officeDocument/2006/relationships/notesMaster" Target="../notesMasters/notesMaster1.xml"/>
</Relationships>
</file>

<file path=ppt/notesSlides/_rels/notesSlide172.xml.rels><?xml version="1.0" encoding="UTF-8"?>
<Relationships xmlns="http://schemas.openxmlformats.org/package/2006/relationships"><Relationship Id="rId1" Type="http://schemas.openxmlformats.org/officeDocument/2006/relationships/slide" Target="../slides/slide172.xml"/><Relationship Id="rId2" Type="http://schemas.openxmlformats.org/officeDocument/2006/relationships/notesMaster" Target="../notesMasters/notesMaster1.xml"/>
</Relationships>
</file>

<file path=ppt/notesSlides/_rels/notesSlide173.xml.rels><?xml version="1.0" encoding="UTF-8"?>
<Relationships xmlns="http://schemas.openxmlformats.org/package/2006/relationships"><Relationship Id="rId1" Type="http://schemas.openxmlformats.org/officeDocument/2006/relationships/slide" Target="../slides/slide173.xml"/><Relationship Id="rId2" Type="http://schemas.openxmlformats.org/officeDocument/2006/relationships/notesMaster" Target="../notesMasters/notesMaster1.xml"/>
</Relationships>
</file>

<file path=ppt/notesSlides/_rels/notesSlide174.xml.rels><?xml version="1.0" encoding="UTF-8"?>
<Relationships xmlns="http://schemas.openxmlformats.org/package/2006/relationships"><Relationship Id="rId1" Type="http://schemas.openxmlformats.org/officeDocument/2006/relationships/slide" Target="../slides/slide174.xml"/><Relationship Id="rId2" Type="http://schemas.openxmlformats.org/officeDocument/2006/relationships/notesMaster" Target="../notesMasters/notesMaster1.xml"/>
</Relationships>
</file>

<file path=ppt/notesSlides/_rels/notesSlide175.xml.rels><?xml version="1.0" encoding="UTF-8"?>
<Relationships xmlns="http://schemas.openxmlformats.org/package/2006/relationships"><Relationship Id="rId1" Type="http://schemas.openxmlformats.org/officeDocument/2006/relationships/slide" Target="../slides/slide175.xml"/><Relationship Id="rId2" Type="http://schemas.openxmlformats.org/officeDocument/2006/relationships/notesMaster" Target="../notesMasters/notesMaster1.xml"/>
</Relationships>
</file>

<file path=ppt/notesSlides/_rels/notesSlide176.xml.rels><?xml version="1.0" encoding="UTF-8"?>
<Relationships xmlns="http://schemas.openxmlformats.org/package/2006/relationships"><Relationship Id="rId1" Type="http://schemas.openxmlformats.org/officeDocument/2006/relationships/slide" Target="../slides/slide176.xml"/><Relationship Id="rId2" Type="http://schemas.openxmlformats.org/officeDocument/2006/relationships/notesMaster" Target="../notesMasters/notesMaster1.xml"/>
</Relationships>
</file>

<file path=ppt/notesSlides/_rels/notesSlide177.xml.rels><?xml version="1.0" encoding="UTF-8"?>
<Relationships xmlns="http://schemas.openxmlformats.org/package/2006/relationships"><Relationship Id="rId1" Type="http://schemas.openxmlformats.org/officeDocument/2006/relationships/slide" Target="../slides/slide177.xml"/><Relationship Id="rId2" Type="http://schemas.openxmlformats.org/officeDocument/2006/relationships/notesMaster" Target="../notesMasters/notesMaster1.xml"/>
</Relationships>
</file>

<file path=ppt/notesSlides/_rels/notesSlide178.xml.rels><?xml version="1.0" encoding="UTF-8"?>
<Relationships xmlns="http://schemas.openxmlformats.org/package/2006/relationships"><Relationship Id="rId1" Type="http://schemas.openxmlformats.org/officeDocument/2006/relationships/slide" Target="../slides/slide178.xml"/><Relationship Id="rId2" Type="http://schemas.openxmlformats.org/officeDocument/2006/relationships/notesMaster" Target="../notesMasters/notesMaster1.xml"/>
</Relationships>
</file>

<file path=ppt/notesSlides/_rels/notesSlide179.xml.rels><?xml version="1.0" encoding="UTF-8"?>
<Relationships xmlns="http://schemas.openxmlformats.org/package/2006/relationships"><Relationship Id="rId1" Type="http://schemas.openxmlformats.org/officeDocument/2006/relationships/slide" Target="../slides/slide179.xml"/><Relationship Id="rId2" Type="http://schemas.openxmlformats.org/officeDocument/2006/relationships/notesMaster" Target="../notesMasters/notesMaster1.xml"/>
</Relationships>
</file>

<file path=ppt/notesSlides/_rels/notesSlide180.xml.rels><?xml version="1.0" encoding="UTF-8"?>
<Relationships xmlns="http://schemas.openxmlformats.org/package/2006/relationships"><Relationship Id="rId1" Type="http://schemas.openxmlformats.org/officeDocument/2006/relationships/slide" Target="../slides/slide180.xml"/><Relationship Id="rId2" Type="http://schemas.openxmlformats.org/officeDocument/2006/relationships/notesMaster" Target="../notesMasters/notesMaster1.xml"/>
</Relationships>
</file>

<file path=ppt/notesSlides/_rels/notesSlide181.xml.rels><?xml version="1.0" encoding="UTF-8"?>
<Relationships xmlns="http://schemas.openxmlformats.org/package/2006/relationships"><Relationship Id="rId1" Type="http://schemas.openxmlformats.org/officeDocument/2006/relationships/slide" Target="../slides/slide181.xml"/><Relationship Id="rId2" Type="http://schemas.openxmlformats.org/officeDocument/2006/relationships/notesMaster" Target="../notesMasters/notesMaster1.xml"/>
</Relationships>
</file>

<file path=ppt/notesSlides/_rels/notesSlide182.xml.rels><?xml version="1.0" encoding="UTF-8"?>
<Relationships xmlns="http://schemas.openxmlformats.org/package/2006/relationships"><Relationship Id="rId1" Type="http://schemas.openxmlformats.org/officeDocument/2006/relationships/slide" Target="../slides/slide182.xml"/><Relationship Id="rId2" Type="http://schemas.openxmlformats.org/officeDocument/2006/relationships/notesMaster" Target="../notesMasters/notesMaster1.xml"/>
</Relationships>
</file>

<file path=ppt/notesSlides/_rels/notesSlide183.xml.rels><?xml version="1.0" encoding="UTF-8"?>
<Relationships xmlns="http://schemas.openxmlformats.org/package/2006/relationships"><Relationship Id="rId1" Type="http://schemas.openxmlformats.org/officeDocument/2006/relationships/slide" Target="../slides/slide183.xml"/><Relationship Id="rId2" Type="http://schemas.openxmlformats.org/officeDocument/2006/relationships/notesMaster" Target="../notesMasters/notesMaster1.xml"/>
</Relationships>
</file>

<file path=ppt/notesSlides/_rels/notesSlide184.xml.rels><?xml version="1.0" encoding="UTF-8"?>
<Relationships xmlns="http://schemas.openxmlformats.org/package/2006/relationships"><Relationship Id="rId1" Type="http://schemas.openxmlformats.org/officeDocument/2006/relationships/slide" Target="../slides/slide184.xml"/><Relationship Id="rId2" Type="http://schemas.openxmlformats.org/officeDocument/2006/relationships/notesMaster" Target="../notesMasters/notesMaster1.xml"/>
</Relationships>
</file>

<file path=ppt/notesSlides/_rels/notesSlide185.xml.rels><?xml version="1.0" encoding="UTF-8"?>
<Relationships xmlns="http://schemas.openxmlformats.org/package/2006/relationships"><Relationship Id="rId1" Type="http://schemas.openxmlformats.org/officeDocument/2006/relationships/slide" Target="../slides/slide185.xml"/><Relationship Id="rId2" Type="http://schemas.openxmlformats.org/officeDocument/2006/relationships/notesMaster" Target="../notesMasters/notesMaster1.xml"/>
</Relationships>
</file>

<file path=ppt/notesSlides/_rels/notesSlide186.xml.rels><?xml version="1.0" encoding="UTF-8"?>
<Relationships xmlns="http://schemas.openxmlformats.org/package/2006/relationships"><Relationship Id="rId1" Type="http://schemas.openxmlformats.org/officeDocument/2006/relationships/slide" Target="../slides/slide186.xml"/><Relationship Id="rId2" Type="http://schemas.openxmlformats.org/officeDocument/2006/relationships/notesMaster" Target="../notesMasters/notesMaster1.xml"/>
</Relationships>
</file>

<file path=ppt/notesSlides/_rels/notesSlide187.xml.rels><?xml version="1.0" encoding="UTF-8"?>
<Relationships xmlns="http://schemas.openxmlformats.org/package/2006/relationships"><Relationship Id="rId1" Type="http://schemas.openxmlformats.org/officeDocument/2006/relationships/slide" Target="../slides/slide187.xml"/><Relationship Id="rId2" Type="http://schemas.openxmlformats.org/officeDocument/2006/relationships/notesMaster" Target="../notesMasters/notesMaster1.xml"/>
</Relationships>
</file>

<file path=ppt/notesSlides/_rels/notesSlide188.xml.rels><?xml version="1.0" encoding="UTF-8"?>
<Relationships xmlns="http://schemas.openxmlformats.org/package/2006/relationships"><Relationship Id="rId1" Type="http://schemas.openxmlformats.org/officeDocument/2006/relationships/slide" Target="../slides/slide188.xml"/><Relationship Id="rId2" Type="http://schemas.openxmlformats.org/officeDocument/2006/relationships/notesMaster" Target="../notesMasters/notesMaster1.xml"/>
</Relationships>
</file>

<file path=ppt/notesSlides/_rels/notesSlide189.xml.rels><?xml version="1.0" encoding="UTF-8"?>
<Relationships xmlns="http://schemas.openxmlformats.org/package/2006/relationships"><Relationship Id="rId1" Type="http://schemas.openxmlformats.org/officeDocument/2006/relationships/slide" Target="../slides/slide189.xml"/><Relationship Id="rId2" Type="http://schemas.openxmlformats.org/officeDocument/2006/relationships/notesMaster" Target="../notesMasters/notesMaster1.xml"/>
</Relationships>
</file>

<file path=ppt/notesSlides/_rels/notesSlide190.xml.rels><?xml version="1.0" encoding="UTF-8"?>
<Relationships xmlns="http://schemas.openxmlformats.org/package/2006/relationships"><Relationship Id="rId1" Type="http://schemas.openxmlformats.org/officeDocument/2006/relationships/slide" Target="../slides/slide190.xml"/><Relationship Id="rId2" Type="http://schemas.openxmlformats.org/officeDocument/2006/relationships/notesMaster" Target="../notesMasters/notesMaster1.xml"/>
</Relationships>
</file>

<file path=ppt/notesSlides/_rels/notesSlide191.xml.rels><?xml version="1.0" encoding="UTF-8"?>
<Relationships xmlns="http://schemas.openxmlformats.org/package/2006/relationships"><Relationship Id="rId1" Type="http://schemas.openxmlformats.org/officeDocument/2006/relationships/slide" Target="../slides/slide191.xml"/><Relationship Id="rId2" Type="http://schemas.openxmlformats.org/officeDocument/2006/relationships/notesMaster" Target="../notesMasters/notesMaster1.xml"/>
</Relationships>
</file>

<file path=ppt/notesSlides/_rels/notesSlide192.xml.rels><?xml version="1.0" encoding="UTF-8"?>
<Relationships xmlns="http://schemas.openxmlformats.org/package/2006/relationships"><Relationship Id="rId1" Type="http://schemas.openxmlformats.org/officeDocument/2006/relationships/slide" Target="../slides/slide192.xml"/><Relationship Id="rId2" Type="http://schemas.openxmlformats.org/officeDocument/2006/relationships/notesMaster" Target="../notesMasters/notesMaster1.xml"/>
</Relationships>
</file>

<file path=ppt/notesSlides/_rels/notesSlide193.xml.rels><?xml version="1.0" encoding="UTF-8"?>
<Relationships xmlns="http://schemas.openxmlformats.org/package/2006/relationships"><Relationship Id="rId1" Type="http://schemas.openxmlformats.org/officeDocument/2006/relationships/slide" Target="../slides/slide193.xml"/><Relationship Id="rId2" Type="http://schemas.openxmlformats.org/officeDocument/2006/relationships/notesMaster" Target="../notesMasters/notesMaster1.xml"/>
</Relationships>
</file>

<file path=ppt/notesSlides/_rels/notesSlide194.xml.rels><?xml version="1.0" encoding="UTF-8"?>
<Relationships xmlns="http://schemas.openxmlformats.org/package/2006/relationships"><Relationship Id="rId1" Type="http://schemas.openxmlformats.org/officeDocument/2006/relationships/slide" Target="../slides/slide194.xml"/><Relationship Id="rId2" Type="http://schemas.openxmlformats.org/officeDocument/2006/relationships/notesMaster" Target="../notesMasters/notesMaster1.xml"/>
</Relationships>
</file>

<file path=ppt/notesSlides/_rels/notesSlide195.xml.rels><?xml version="1.0" encoding="UTF-8"?>
<Relationships xmlns="http://schemas.openxmlformats.org/package/2006/relationships"><Relationship Id="rId1" Type="http://schemas.openxmlformats.org/officeDocument/2006/relationships/slide" Target="../slides/slide195.xml"/><Relationship Id="rId2" Type="http://schemas.openxmlformats.org/officeDocument/2006/relationships/notesMaster" Target="../notesMasters/notesMaster1.xml"/>
</Relationships>
</file>

<file path=ppt/notesSlides/_rels/notesSlide196.xml.rels><?xml version="1.0" encoding="UTF-8"?>
<Relationships xmlns="http://schemas.openxmlformats.org/package/2006/relationships"><Relationship Id="rId1" Type="http://schemas.openxmlformats.org/officeDocument/2006/relationships/slide" Target="../slides/slide196.xml"/><Relationship Id="rId2" Type="http://schemas.openxmlformats.org/officeDocument/2006/relationships/notesMaster" Target="../notesMasters/notesMaster1.xml"/>
</Relationships>
</file>

<file path=ppt/notesSlides/_rels/notesSlide197.xml.rels><?xml version="1.0" encoding="UTF-8"?>
<Relationships xmlns="http://schemas.openxmlformats.org/package/2006/relationships"><Relationship Id="rId1" Type="http://schemas.openxmlformats.org/officeDocument/2006/relationships/slide" Target="../slides/slide197.xml"/><Relationship Id="rId2" Type="http://schemas.openxmlformats.org/officeDocument/2006/relationships/notesMaster" Target="../notesMasters/notesMaster1.xml"/>
</Relationships>
</file>

<file path=ppt/notesSlides/_rels/notesSlide198.xml.rels><?xml version="1.0" encoding="UTF-8"?>
<Relationships xmlns="http://schemas.openxmlformats.org/package/2006/relationships"><Relationship Id="rId1" Type="http://schemas.openxmlformats.org/officeDocument/2006/relationships/slide" Target="../slides/slide198.xml"/><Relationship Id="rId2" Type="http://schemas.openxmlformats.org/officeDocument/2006/relationships/notesMaster" Target="../notesMasters/notesMaster1.xml"/>
</Relationships>
</file>

<file path=ppt/notesSlides/_rels/notesSlide199.xml.rels><?xml version="1.0" encoding="UTF-8"?>
<Relationships xmlns="http://schemas.openxmlformats.org/package/2006/relationships"><Relationship Id="rId1" Type="http://schemas.openxmlformats.org/officeDocument/2006/relationships/slide" Target="../slides/slide199.xml"/><Relationship Id="rId2" Type="http://schemas.openxmlformats.org/officeDocument/2006/relationships/notesMaster" Target="../notesMasters/notesMaster1.xml"/>
</Relationships>
</file>

<file path=ppt/notesSlides/_rels/notesSlide200.xml.rels><?xml version="1.0" encoding="UTF-8"?>
<Relationships xmlns="http://schemas.openxmlformats.org/package/2006/relationships"><Relationship Id="rId1" Type="http://schemas.openxmlformats.org/officeDocument/2006/relationships/slide" Target="../slides/slide200.xml"/><Relationship Id="rId2" Type="http://schemas.openxmlformats.org/officeDocument/2006/relationships/notesMaster" Target="../notesMasters/notesMaster1.xml"/>
</Relationships>
</file>

<file path=ppt/notesSlides/_rels/notesSlide201.xml.rels><?xml version="1.0" encoding="UTF-8"?>
<Relationships xmlns="http://schemas.openxmlformats.org/package/2006/relationships"><Relationship Id="rId1" Type="http://schemas.openxmlformats.org/officeDocument/2006/relationships/slide" Target="../slides/slide20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685800" y="1143000"/>
            <a:ext cx="5485680" cy="3085560"/>
          </a:xfrm>
          <a:prstGeom prst="rect">
            <a:avLst/>
          </a:prstGeom>
          <a:ln w="0">
            <a:noFill/>
          </a:ln>
        </p:spPr>
      </p:sp>
      <p:sp>
        <p:nvSpPr>
          <p:cNvPr id="6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33"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D631119-01A4-47CB-B301-4AC46A6FB65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4" name="PlaceHolder 1"/>
          <p:cNvSpPr>
            <a:spLocks noGrp="1"/>
          </p:cNvSpPr>
          <p:nvPr>
            <p:ph type="sldImg"/>
          </p:nvPr>
        </p:nvSpPr>
        <p:spPr>
          <a:xfrm>
            <a:off x="685800" y="1143000"/>
            <a:ext cx="5485680" cy="3085560"/>
          </a:xfrm>
          <a:prstGeom prst="rect">
            <a:avLst/>
          </a:prstGeom>
          <a:ln w="0">
            <a:noFill/>
          </a:ln>
        </p:spPr>
      </p:sp>
      <p:sp>
        <p:nvSpPr>
          <p:cNvPr id="6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36"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03CA103-49C3-4B91-A238-0273EF32F1C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7" name="PlaceHolder 1"/>
          <p:cNvSpPr>
            <a:spLocks noGrp="1"/>
          </p:cNvSpPr>
          <p:nvPr>
            <p:ph type="sldImg"/>
          </p:nvPr>
        </p:nvSpPr>
        <p:spPr>
          <a:xfrm>
            <a:off x="685800" y="1143000"/>
            <a:ext cx="5485680" cy="3085560"/>
          </a:xfrm>
          <a:prstGeom prst="rect">
            <a:avLst/>
          </a:prstGeom>
          <a:ln w="0">
            <a:noFill/>
          </a:ln>
        </p:spPr>
      </p:sp>
      <p:sp>
        <p:nvSpPr>
          <p:cNvPr id="6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39"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DDF3E6B-0241-49A3-8006-B5EC03F246E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0" name="PlaceHolder 1"/>
          <p:cNvSpPr>
            <a:spLocks noGrp="1"/>
          </p:cNvSpPr>
          <p:nvPr>
            <p:ph type="sldImg"/>
          </p:nvPr>
        </p:nvSpPr>
        <p:spPr>
          <a:xfrm>
            <a:off x="685800" y="1143000"/>
            <a:ext cx="5485680" cy="3085560"/>
          </a:xfrm>
          <a:prstGeom prst="rect">
            <a:avLst/>
          </a:prstGeom>
          <a:ln w="0">
            <a:noFill/>
          </a:ln>
        </p:spPr>
      </p:sp>
      <p:sp>
        <p:nvSpPr>
          <p:cNvPr id="6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2"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A947485-2060-4968-9041-7543ECB2E33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3" name="PlaceHolder 1"/>
          <p:cNvSpPr>
            <a:spLocks noGrp="1"/>
          </p:cNvSpPr>
          <p:nvPr>
            <p:ph type="sldImg"/>
          </p:nvPr>
        </p:nvSpPr>
        <p:spPr>
          <a:xfrm>
            <a:off x="685800" y="1143000"/>
            <a:ext cx="5485680" cy="3085560"/>
          </a:xfrm>
          <a:prstGeom prst="rect">
            <a:avLst/>
          </a:prstGeom>
          <a:ln w="0">
            <a:noFill/>
          </a:ln>
        </p:spPr>
      </p:sp>
      <p:sp>
        <p:nvSpPr>
          <p:cNvPr id="6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5"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F5BF9EA-A55D-4AD8-958F-19BE7CD595D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sldImg"/>
          </p:nvPr>
        </p:nvSpPr>
        <p:spPr>
          <a:xfrm>
            <a:off x="685800" y="1143000"/>
            <a:ext cx="5485680" cy="3085560"/>
          </a:xfrm>
          <a:prstGeom prst="rect">
            <a:avLst/>
          </a:prstGeom>
          <a:ln w="0">
            <a:noFill/>
          </a:ln>
        </p:spPr>
      </p:sp>
      <p:sp>
        <p:nvSpPr>
          <p:cNvPr id="6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48"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7516D26-B8AD-4BA9-83F5-C19A70EC050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9" name="PlaceHolder 1"/>
          <p:cNvSpPr>
            <a:spLocks noGrp="1"/>
          </p:cNvSpPr>
          <p:nvPr>
            <p:ph type="sldImg"/>
          </p:nvPr>
        </p:nvSpPr>
        <p:spPr>
          <a:xfrm>
            <a:off x="685800" y="1143000"/>
            <a:ext cx="5485680" cy="3085560"/>
          </a:xfrm>
          <a:prstGeom prst="rect">
            <a:avLst/>
          </a:prstGeom>
          <a:ln w="0">
            <a:noFill/>
          </a:ln>
        </p:spPr>
      </p:sp>
      <p:sp>
        <p:nvSpPr>
          <p:cNvPr id="6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51"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A99266D-5FD9-4F7D-8036-057A8989EAC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2" name="PlaceHolder 1"/>
          <p:cNvSpPr>
            <a:spLocks noGrp="1"/>
          </p:cNvSpPr>
          <p:nvPr>
            <p:ph type="sldImg"/>
          </p:nvPr>
        </p:nvSpPr>
        <p:spPr>
          <a:xfrm>
            <a:off x="685800" y="1143000"/>
            <a:ext cx="5485680" cy="3085560"/>
          </a:xfrm>
          <a:prstGeom prst="rect">
            <a:avLst/>
          </a:prstGeom>
          <a:ln w="0">
            <a:noFill/>
          </a:ln>
        </p:spPr>
      </p:sp>
      <p:sp>
        <p:nvSpPr>
          <p:cNvPr id="6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54"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9519B07-2B9B-4333-BD1D-5AB96AF8462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5" name="PlaceHolder 1"/>
          <p:cNvSpPr>
            <a:spLocks noGrp="1"/>
          </p:cNvSpPr>
          <p:nvPr>
            <p:ph type="sldImg"/>
          </p:nvPr>
        </p:nvSpPr>
        <p:spPr>
          <a:xfrm>
            <a:off x="685800" y="1143000"/>
            <a:ext cx="5485680" cy="3085560"/>
          </a:xfrm>
          <a:prstGeom prst="rect">
            <a:avLst/>
          </a:prstGeom>
          <a:ln w="0">
            <a:noFill/>
          </a:ln>
        </p:spPr>
      </p:sp>
      <p:sp>
        <p:nvSpPr>
          <p:cNvPr id="6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57"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63BB292-CE3C-488A-AA28-0AC92E2553C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8" name="PlaceHolder 1"/>
          <p:cNvSpPr>
            <a:spLocks noGrp="1"/>
          </p:cNvSpPr>
          <p:nvPr>
            <p:ph type="sldImg"/>
          </p:nvPr>
        </p:nvSpPr>
        <p:spPr>
          <a:xfrm>
            <a:off x="685800" y="1143000"/>
            <a:ext cx="5485680" cy="3085560"/>
          </a:xfrm>
          <a:prstGeom prst="rect">
            <a:avLst/>
          </a:prstGeom>
          <a:ln w="0">
            <a:noFill/>
          </a:ln>
        </p:spPr>
      </p:sp>
      <p:sp>
        <p:nvSpPr>
          <p:cNvPr id="6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0" name="PlaceHolder 3"/>
          <p:cNvSpPr>
            <a:spLocks noGrp="1"/>
          </p:cNvSpPr>
          <p:nvPr>
            <p:ph type="sldNum" idx="2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657A789-D71A-4568-AF80-5B8740359BF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1" name="PlaceHolder 1"/>
          <p:cNvSpPr>
            <a:spLocks noGrp="1"/>
          </p:cNvSpPr>
          <p:nvPr>
            <p:ph type="sldImg"/>
          </p:nvPr>
        </p:nvSpPr>
        <p:spPr>
          <a:xfrm>
            <a:off x="685800" y="1143000"/>
            <a:ext cx="5485680" cy="3085560"/>
          </a:xfrm>
          <a:prstGeom prst="rect">
            <a:avLst/>
          </a:prstGeom>
          <a:ln w="0">
            <a:noFill/>
          </a:ln>
        </p:spPr>
      </p:sp>
      <p:sp>
        <p:nvSpPr>
          <p:cNvPr id="6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3" name="PlaceHolder 3"/>
          <p:cNvSpPr>
            <a:spLocks noGrp="1"/>
          </p:cNvSpPr>
          <p:nvPr>
            <p:ph type="sldNum" idx="3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EA1349E-300A-405E-A36D-D8A1E7225DF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4" name="PlaceHolder 1"/>
          <p:cNvSpPr>
            <a:spLocks noGrp="1"/>
          </p:cNvSpPr>
          <p:nvPr>
            <p:ph type="sldImg"/>
          </p:nvPr>
        </p:nvSpPr>
        <p:spPr>
          <a:xfrm>
            <a:off x="685800" y="1143000"/>
            <a:ext cx="5485680" cy="3085560"/>
          </a:xfrm>
          <a:prstGeom prst="rect">
            <a:avLst/>
          </a:prstGeom>
          <a:ln w="0">
            <a:noFill/>
          </a:ln>
        </p:spPr>
      </p:sp>
      <p:sp>
        <p:nvSpPr>
          <p:cNvPr id="6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6" name="PlaceHolder 3"/>
          <p:cNvSpPr>
            <a:spLocks noGrp="1"/>
          </p:cNvSpPr>
          <p:nvPr>
            <p:ph type="sldNum" idx="3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D01B3AB-80FB-44F5-B58E-27377B45A91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7" name="PlaceHolder 1"/>
          <p:cNvSpPr>
            <a:spLocks noGrp="1"/>
          </p:cNvSpPr>
          <p:nvPr>
            <p:ph type="sldImg"/>
          </p:nvPr>
        </p:nvSpPr>
        <p:spPr>
          <a:xfrm>
            <a:off x="685800" y="1143000"/>
            <a:ext cx="5485680" cy="3085560"/>
          </a:xfrm>
          <a:prstGeom prst="rect">
            <a:avLst/>
          </a:prstGeom>
          <a:ln w="0">
            <a:noFill/>
          </a:ln>
        </p:spPr>
      </p:sp>
      <p:sp>
        <p:nvSpPr>
          <p:cNvPr id="6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69" name="PlaceHolder 3"/>
          <p:cNvSpPr>
            <a:spLocks noGrp="1"/>
          </p:cNvSpPr>
          <p:nvPr>
            <p:ph type="sldNum" idx="3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96A89F6-4779-4972-A64A-2DF64AB21B2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PlaceHolder 1"/>
          <p:cNvSpPr>
            <a:spLocks noGrp="1"/>
          </p:cNvSpPr>
          <p:nvPr>
            <p:ph type="sldImg"/>
          </p:nvPr>
        </p:nvSpPr>
        <p:spPr>
          <a:xfrm>
            <a:off x="685800" y="1143000"/>
            <a:ext cx="5485680" cy="3085560"/>
          </a:xfrm>
          <a:prstGeom prst="rect">
            <a:avLst/>
          </a:prstGeom>
          <a:ln w="0">
            <a:noFill/>
          </a:ln>
        </p:spPr>
      </p:sp>
      <p:sp>
        <p:nvSpPr>
          <p:cNvPr id="6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2" name="PlaceHolder 3"/>
          <p:cNvSpPr>
            <a:spLocks noGrp="1"/>
          </p:cNvSpPr>
          <p:nvPr>
            <p:ph type="sldNum" idx="3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F0A04AD-0127-471E-A24D-6B4C09A73CE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3" name="PlaceHolder 1"/>
          <p:cNvSpPr>
            <a:spLocks noGrp="1"/>
          </p:cNvSpPr>
          <p:nvPr>
            <p:ph type="sldImg"/>
          </p:nvPr>
        </p:nvSpPr>
        <p:spPr>
          <a:xfrm>
            <a:off x="685800" y="1143000"/>
            <a:ext cx="5485680" cy="3085560"/>
          </a:xfrm>
          <a:prstGeom prst="rect">
            <a:avLst/>
          </a:prstGeom>
          <a:ln w="0">
            <a:noFill/>
          </a:ln>
        </p:spPr>
      </p:sp>
      <p:sp>
        <p:nvSpPr>
          <p:cNvPr id="6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5" name="PlaceHolder 3"/>
          <p:cNvSpPr>
            <a:spLocks noGrp="1"/>
          </p:cNvSpPr>
          <p:nvPr>
            <p:ph type="sldNum" idx="3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EC6EC8D-2B5A-48A4-844D-F6A6D6E0F4C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6" name="PlaceHolder 1"/>
          <p:cNvSpPr>
            <a:spLocks noGrp="1"/>
          </p:cNvSpPr>
          <p:nvPr>
            <p:ph type="sldImg"/>
          </p:nvPr>
        </p:nvSpPr>
        <p:spPr>
          <a:xfrm>
            <a:off x="685800" y="1143000"/>
            <a:ext cx="5485680" cy="3085560"/>
          </a:xfrm>
          <a:prstGeom prst="rect">
            <a:avLst/>
          </a:prstGeom>
          <a:ln w="0">
            <a:noFill/>
          </a:ln>
        </p:spPr>
      </p:sp>
      <p:sp>
        <p:nvSpPr>
          <p:cNvPr id="6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78" name="PlaceHolder 3"/>
          <p:cNvSpPr>
            <a:spLocks noGrp="1"/>
          </p:cNvSpPr>
          <p:nvPr>
            <p:ph type="sldNum" idx="3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81E902A-7387-4756-98C4-AFF28084283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9" name="PlaceHolder 1"/>
          <p:cNvSpPr>
            <a:spLocks noGrp="1"/>
          </p:cNvSpPr>
          <p:nvPr>
            <p:ph type="sldImg"/>
          </p:nvPr>
        </p:nvSpPr>
        <p:spPr>
          <a:xfrm>
            <a:off x="685800" y="1143000"/>
            <a:ext cx="5485680" cy="3085560"/>
          </a:xfrm>
          <a:prstGeom prst="rect">
            <a:avLst/>
          </a:prstGeom>
          <a:ln w="0">
            <a:noFill/>
          </a:ln>
        </p:spPr>
      </p:sp>
      <p:sp>
        <p:nvSpPr>
          <p:cNvPr id="6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81" name="PlaceHolder 3"/>
          <p:cNvSpPr>
            <a:spLocks noGrp="1"/>
          </p:cNvSpPr>
          <p:nvPr>
            <p:ph type="sldNum" idx="3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F8E779F-975C-400B-BBE4-5E1F0F57BD8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2" name="PlaceHolder 1"/>
          <p:cNvSpPr>
            <a:spLocks noGrp="1"/>
          </p:cNvSpPr>
          <p:nvPr>
            <p:ph type="sldImg"/>
          </p:nvPr>
        </p:nvSpPr>
        <p:spPr>
          <a:xfrm>
            <a:off x="685800" y="1143000"/>
            <a:ext cx="5485680" cy="3085560"/>
          </a:xfrm>
          <a:prstGeom prst="rect">
            <a:avLst/>
          </a:prstGeom>
          <a:ln w="0">
            <a:noFill/>
          </a:ln>
        </p:spPr>
      </p:sp>
      <p:sp>
        <p:nvSpPr>
          <p:cNvPr id="6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84" name="PlaceHolder 3"/>
          <p:cNvSpPr>
            <a:spLocks noGrp="1"/>
          </p:cNvSpPr>
          <p:nvPr>
            <p:ph type="sldNum" idx="3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BC61172-97C9-4A97-B64D-15B3CAB7F0D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5" name="PlaceHolder 1"/>
          <p:cNvSpPr>
            <a:spLocks noGrp="1"/>
          </p:cNvSpPr>
          <p:nvPr>
            <p:ph type="sldImg"/>
          </p:nvPr>
        </p:nvSpPr>
        <p:spPr>
          <a:xfrm>
            <a:off x="685800" y="1143000"/>
            <a:ext cx="5485680" cy="3085560"/>
          </a:xfrm>
          <a:prstGeom prst="rect">
            <a:avLst/>
          </a:prstGeom>
          <a:ln w="0">
            <a:noFill/>
          </a:ln>
        </p:spPr>
      </p:sp>
      <p:sp>
        <p:nvSpPr>
          <p:cNvPr id="6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87" name="PlaceHolder 3"/>
          <p:cNvSpPr>
            <a:spLocks noGrp="1"/>
          </p:cNvSpPr>
          <p:nvPr>
            <p:ph type="sldNum" idx="3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F567A82-2FB0-4A0D-9D6C-594E9230680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8" name="PlaceHolder 1"/>
          <p:cNvSpPr>
            <a:spLocks noGrp="1"/>
          </p:cNvSpPr>
          <p:nvPr>
            <p:ph type="sldImg"/>
          </p:nvPr>
        </p:nvSpPr>
        <p:spPr>
          <a:xfrm>
            <a:off x="685800" y="1143000"/>
            <a:ext cx="5485680" cy="3085560"/>
          </a:xfrm>
          <a:prstGeom prst="rect">
            <a:avLst/>
          </a:prstGeom>
          <a:ln w="0">
            <a:noFill/>
          </a:ln>
        </p:spPr>
      </p:sp>
      <p:sp>
        <p:nvSpPr>
          <p:cNvPr id="6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0" name="PlaceHolder 3"/>
          <p:cNvSpPr>
            <a:spLocks noGrp="1"/>
          </p:cNvSpPr>
          <p:nvPr>
            <p:ph type="sldNum" idx="3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8A85277-6D1E-407E-95FB-8B073D2E6DF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1" name="PlaceHolder 1"/>
          <p:cNvSpPr>
            <a:spLocks noGrp="1"/>
          </p:cNvSpPr>
          <p:nvPr>
            <p:ph type="sldImg"/>
          </p:nvPr>
        </p:nvSpPr>
        <p:spPr>
          <a:xfrm>
            <a:off x="685800" y="1143000"/>
            <a:ext cx="5485680" cy="3085560"/>
          </a:xfrm>
          <a:prstGeom prst="rect">
            <a:avLst/>
          </a:prstGeom>
          <a:ln w="0">
            <a:noFill/>
          </a:ln>
        </p:spPr>
      </p:sp>
      <p:sp>
        <p:nvSpPr>
          <p:cNvPr id="6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3" name="PlaceHolder 3"/>
          <p:cNvSpPr>
            <a:spLocks noGrp="1"/>
          </p:cNvSpPr>
          <p:nvPr>
            <p:ph type="sldNum" idx="4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87D55D5-4D5C-440B-9C54-256DBA1DAD8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4" name="PlaceHolder 1"/>
          <p:cNvSpPr>
            <a:spLocks noGrp="1"/>
          </p:cNvSpPr>
          <p:nvPr>
            <p:ph type="sldImg"/>
          </p:nvPr>
        </p:nvSpPr>
        <p:spPr>
          <a:xfrm>
            <a:off x="685800" y="1143000"/>
            <a:ext cx="5485680" cy="3085560"/>
          </a:xfrm>
          <a:prstGeom prst="rect">
            <a:avLst/>
          </a:prstGeom>
          <a:ln w="0">
            <a:noFill/>
          </a:ln>
        </p:spPr>
      </p:sp>
      <p:sp>
        <p:nvSpPr>
          <p:cNvPr id="6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6" name="PlaceHolder 3"/>
          <p:cNvSpPr>
            <a:spLocks noGrp="1"/>
          </p:cNvSpPr>
          <p:nvPr>
            <p:ph type="sldNum" idx="4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2EB8294-9BB9-46A3-93C8-7C1826B8A83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7" name="PlaceHolder 1"/>
          <p:cNvSpPr>
            <a:spLocks noGrp="1"/>
          </p:cNvSpPr>
          <p:nvPr>
            <p:ph type="sldImg"/>
          </p:nvPr>
        </p:nvSpPr>
        <p:spPr>
          <a:xfrm>
            <a:off x="685800" y="1143000"/>
            <a:ext cx="5485680" cy="3085560"/>
          </a:xfrm>
          <a:prstGeom prst="rect">
            <a:avLst/>
          </a:prstGeom>
          <a:ln w="0">
            <a:noFill/>
          </a:ln>
        </p:spPr>
      </p:sp>
      <p:sp>
        <p:nvSpPr>
          <p:cNvPr id="6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699" name="PlaceHolder 3"/>
          <p:cNvSpPr>
            <a:spLocks noGrp="1"/>
          </p:cNvSpPr>
          <p:nvPr>
            <p:ph type="sldNum" idx="4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956A25F-C710-4087-B4A8-F299E13D7D8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0" name="PlaceHolder 1"/>
          <p:cNvSpPr>
            <a:spLocks noGrp="1"/>
          </p:cNvSpPr>
          <p:nvPr>
            <p:ph type="sldImg"/>
          </p:nvPr>
        </p:nvSpPr>
        <p:spPr>
          <a:xfrm>
            <a:off x="685800" y="1143000"/>
            <a:ext cx="5485680" cy="3085560"/>
          </a:xfrm>
          <a:prstGeom prst="rect">
            <a:avLst/>
          </a:prstGeom>
          <a:ln w="0">
            <a:noFill/>
          </a:ln>
        </p:spPr>
      </p:sp>
      <p:sp>
        <p:nvSpPr>
          <p:cNvPr id="7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2" name="PlaceHolder 3"/>
          <p:cNvSpPr>
            <a:spLocks noGrp="1"/>
          </p:cNvSpPr>
          <p:nvPr>
            <p:ph type="sldNum" idx="4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4616102-D517-4E31-9268-B17C181C22D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3" name="PlaceHolder 1"/>
          <p:cNvSpPr>
            <a:spLocks noGrp="1"/>
          </p:cNvSpPr>
          <p:nvPr>
            <p:ph type="sldImg"/>
          </p:nvPr>
        </p:nvSpPr>
        <p:spPr>
          <a:xfrm>
            <a:off x="685800" y="1143000"/>
            <a:ext cx="5485680" cy="3085560"/>
          </a:xfrm>
          <a:prstGeom prst="rect">
            <a:avLst/>
          </a:prstGeom>
          <a:ln w="0">
            <a:noFill/>
          </a:ln>
        </p:spPr>
      </p:sp>
      <p:sp>
        <p:nvSpPr>
          <p:cNvPr id="7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5" name="PlaceHolder 3"/>
          <p:cNvSpPr>
            <a:spLocks noGrp="1"/>
          </p:cNvSpPr>
          <p:nvPr>
            <p:ph type="sldNum" idx="4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6B36C71-7AF0-4E11-9659-F26249A6764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6" name="PlaceHolder 1"/>
          <p:cNvSpPr>
            <a:spLocks noGrp="1"/>
          </p:cNvSpPr>
          <p:nvPr>
            <p:ph type="sldImg"/>
          </p:nvPr>
        </p:nvSpPr>
        <p:spPr>
          <a:xfrm>
            <a:off x="685800" y="1143000"/>
            <a:ext cx="5485680" cy="3085560"/>
          </a:xfrm>
          <a:prstGeom prst="rect">
            <a:avLst/>
          </a:prstGeom>
          <a:ln w="0">
            <a:noFill/>
          </a:ln>
        </p:spPr>
      </p:sp>
      <p:sp>
        <p:nvSpPr>
          <p:cNvPr id="7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08" name="PlaceHolder 3"/>
          <p:cNvSpPr>
            <a:spLocks noGrp="1"/>
          </p:cNvSpPr>
          <p:nvPr>
            <p:ph type="sldNum" idx="4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853130E-9018-4F72-BA1B-17E1783ECC9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9" name="PlaceHolder 1"/>
          <p:cNvSpPr>
            <a:spLocks noGrp="1"/>
          </p:cNvSpPr>
          <p:nvPr>
            <p:ph type="sldImg"/>
          </p:nvPr>
        </p:nvSpPr>
        <p:spPr>
          <a:xfrm>
            <a:off x="685800" y="1143000"/>
            <a:ext cx="5485680" cy="3085560"/>
          </a:xfrm>
          <a:prstGeom prst="rect">
            <a:avLst/>
          </a:prstGeom>
          <a:ln w="0">
            <a:noFill/>
          </a:ln>
        </p:spPr>
      </p:sp>
      <p:sp>
        <p:nvSpPr>
          <p:cNvPr id="7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11" name="PlaceHolder 3"/>
          <p:cNvSpPr>
            <a:spLocks noGrp="1"/>
          </p:cNvSpPr>
          <p:nvPr>
            <p:ph type="sldNum" idx="4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7412964-A996-4CC5-A12F-D8235AB5AC6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2" name="PlaceHolder 1"/>
          <p:cNvSpPr>
            <a:spLocks noGrp="1"/>
          </p:cNvSpPr>
          <p:nvPr>
            <p:ph type="sldImg"/>
          </p:nvPr>
        </p:nvSpPr>
        <p:spPr>
          <a:xfrm>
            <a:off x="685800" y="1143000"/>
            <a:ext cx="5485680" cy="3085560"/>
          </a:xfrm>
          <a:prstGeom prst="rect">
            <a:avLst/>
          </a:prstGeom>
          <a:ln w="0">
            <a:noFill/>
          </a:ln>
        </p:spPr>
      </p:sp>
      <p:sp>
        <p:nvSpPr>
          <p:cNvPr id="7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14" name="PlaceHolder 3"/>
          <p:cNvSpPr>
            <a:spLocks noGrp="1"/>
          </p:cNvSpPr>
          <p:nvPr>
            <p:ph type="sldNum" idx="4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29F5007-5D91-4B2B-99C2-BC30458970B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5" name="PlaceHolder 1"/>
          <p:cNvSpPr>
            <a:spLocks noGrp="1"/>
          </p:cNvSpPr>
          <p:nvPr>
            <p:ph type="sldImg"/>
          </p:nvPr>
        </p:nvSpPr>
        <p:spPr>
          <a:xfrm>
            <a:off x="685800" y="1143000"/>
            <a:ext cx="5485680" cy="3085560"/>
          </a:xfrm>
          <a:prstGeom prst="rect">
            <a:avLst/>
          </a:prstGeom>
          <a:ln w="0">
            <a:noFill/>
          </a:ln>
        </p:spPr>
      </p:sp>
      <p:sp>
        <p:nvSpPr>
          <p:cNvPr id="7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17" name="PlaceHolder 3"/>
          <p:cNvSpPr>
            <a:spLocks noGrp="1"/>
          </p:cNvSpPr>
          <p:nvPr>
            <p:ph type="sldNum" idx="4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02D4226-F57E-476D-BCF0-56EAECAAB8C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8" name="PlaceHolder 1"/>
          <p:cNvSpPr>
            <a:spLocks noGrp="1"/>
          </p:cNvSpPr>
          <p:nvPr>
            <p:ph type="sldImg"/>
          </p:nvPr>
        </p:nvSpPr>
        <p:spPr>
          <a:xfrm>
            <a:off x="685800" y="1143000"/>
            <a:ext cx="5485680" cy="3085560"/>
          </a:xfrm>
          <a:prstGeom prst="rect">
            <a:avLst/>
          </a:prstGeom>
          <a:ln w="0">
            <a:noFill/>
          </a:ln>
        </p:spPr>
      </p:sp>
      <p:sp>
        <p:nvSpPr>
          <p:cNvPr id="7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20" name="PlaceHolder 3"/>
          <p:cNvSpPr>
            <a:spLocks noGrp="1"/>
          </p:cNvSpPr>
          <p:nvPr>
            <p:ph type="sldNum" idx="4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E613839-2C6D-448D-A094-D435B7CA257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1" name="PlaceHolder 1"/>
          <p:cNvSpPr>
            <a:spLocks noGrp="1"/>
          </p:cNvSpPr>
          <p:nvPr>
            <p:ph type="sldImg"/>
          </p:nvPr>
        </p:nvSpPr>
        <p:spPr>
          <a:xfrm>
            <a:off x="685800" y="1143000"/>
            <a:ext cx="5485680" cy="3085560"/>
          </a:xfrm>
          <a:prstGeom prst="rect">
            <a:avLst/>
          </a:prstGeom>
          <a:ln w="0">
            <a:noFill/>
          </a:ln>
        </p:spPr>
      </p:sp>
      <p:sp>
        <p:nvSpPr>
          <p:cNvPr id="7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23" name="PlaceHolder 3"/>
          <p:cNvSpPr>
            <a:spLocks noGrp="1"/>
          </p:cNvSpPr>
          <p:nvPr>
            <p:ph type="sldNum" idx="5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572BCB1-8BDD-49D9-85DD-A8B96BBC453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4" name="PlaceHolder 1"/>
          <p:cNvSpPr>
            <a:spLocks noGrp="1"/>
          </p:cNvSpPr>
          <p:nvPr>
            <p:ph type="sldImg"/>
          </p:nvPr>
        </p:nvSpPr>
        <p:spPr>
          <a:xfrm>
            <a:off x="685800" y="1143000"/>
            <a:ext cx="5485680" cy="3085560"/>
          </a:xfrm>
          <a:prstGeom prst="rect">
            <a:avLst/>
          </a:prstGeom>
          <a:ln w="0">
            <a:noFill/>
          </a:ln>
        </p:spPr>
      </p:sp>
      <p:sp>
        <p:nvSpPr>
          <p:cNvPr id="7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26" name="PlaceHolder 3"/>
          <p:cNvSpPr>
            <a:spLocks noGrp="1"/>
          </p:cNvSpPr>
          <p:nvPr>
            <p:ph type="sldNum" idx="5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1054B97-EA05-44E1-9151-15895123156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7" name="PlaceHolder 1"/>
          <p:cNvSpPr>
            <a:spLocks noGrp="1"/>
          </p:cNvSpPr>
          <p:nvPr>
            <p:ph type="sldImg"/>
          </p:nvPr>
        </p:nvSpPr>
        <p:spPr>
          <a:xfrm>
            <a:off x="685800" y="1143000"/>
            <a:ext cx="5485680" cy="3085560"/>
          </a:xfrm>
          <a:prstGeom prst="rect">
            <a:avLst/>
          </a:prstGeom>
          <a:ln w="0">
            <a:noFill/>
          </a:ln>
        </p:spPr>
      </p:sp>
      <p:sp>
        <p:nvSpPr>
          <p:cNvPr id="7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29" name="PlaceHolder 3"/>
          <p:cNvSpPr>
            <a:spLocks noGrp="1"/>
          </p:cNvSpPr>
          <p:nvPr>
            <p:ph type="sldNum" idx="5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5D5EA36-9217-433B-B00B-9282C83895B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0" name="PlaceHolder 1"/>
          <p:cNvSpPr>
            <a:spLocks noGrp="1"/>
          </p:cNvSpPr>
          <p:nvPr>
            <p:ph type="sldImg"/>
          </p:nvPr>
        </p:nvSpPr>
        <p:spPr>
          <a:xfrm>
            <a:off x="685800" y="1143000"/>
            <a:ext cx="5485680" cy="3085560"/>
          </a:xfrm>
          <a:prstGeom prst="rect">
            <a:avLst/>
          </a:prstGeom>
          <a:ln w="0">
            <a:noFill/>
          </a:ln>
        </p:spPr>
      </p:sp>
      <p:sp>
        <p:nvSpPr>
          <p:cNvPr id="7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32" name="PlaceHolder 3"/>
          <p:cNvSpPr>
            <a:spLocks noGrp="1"/>
          </p:cNvSpPr>
          <p:nvPr>
            <p:ph type="sldNum" idx="5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237FB4B-A28E-4F69-A33E-051F4E85CCE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3" name="PlaceHolder 1"/>
          <p:cNvSpPr>
            <a:spLocks noGrp="1"/>
          </p:cNvSpPr>
          <p:nvPr>
            <p:ph type="sldImg"/>
          </p:nvPr>
        </p:nvSpPr>
        <p:spPr>
          <a:xfrm>
            <a:off x="685800" y="1143000"/>
            <a:ext cx="5485680" cy="3085560"/>
          </a:xfrm>
          <a:prstGeom prst="rect">
            <a:avLst/>
          </a:prstGeom>
          <a:ln w="0">
            <a:noFill/>
          </a:ln>
        </p:spPr>
      </p:sp>
      <p:sp>
        <p:nvSpPr>
          <p:cNvPr id="7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35" name="PlaceHolder 3"/>
          <p:cNvSpPr>
            <a:spLocks noGrp="1"/>
          </p:cNvSpPr>
          <p:nvPr>
            <p:ph type="sldNum" idx="5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BCB4884-0277-452B-B497-51332B057C0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6" name="PlaceHolder 1"/>
          <p:cNvSpPr>
            <a:spLocks noGrp="1"/>
          </p:cNvSpPr>
          <p:nvPr>
            <p:ph type="sldImg"/>
          </p:nvPr>
        </p:nvSpPr>
        <p:spPr>
          <a:xfrm>
            <a:off x="685800" y="1143000"/>
            <a:ext cx="5485680" cy="3085560"/>
          </a:xfrm>
          <a:prstGeom prst="rect">
            <a:avLst/>
          </a:prstGeom>
          <a:ln w="0">
            <a:noFill/>
          </a:ln>
        </p:spPr>
      </p:sp>
      <p:sp>
        <p:nvSpPr>
          <p:cNvPr id="7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38" name="PlaceHolder 3"/>
          <p:cNvSpPr>
            <a:spLocks noGrp="1"/>
          </p:cNvSpPr>
          <p:nvPr>
            <p:ph type="sldNum" idx="5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E760DB1-E4E0-4CC6-83F9-8C1E38389FC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9" name="PlaceHolder 1"/>
          <p:cNvSpPr>
            <a:spLocks noGrp="1"/>
          </p:cNvSpPr>
          <p:nvPr>
            <p:ph type="sldImg"/>
          </p:nvPr>
        </p:nvSpPr>
        <p:spPr>
          <a:xfrm>
            <a:off x="685800" y="1143000"/>
            <a:ext cx="5485680" cy="3085560"/>
          </a:xfrm>
          <a:prstGeom prst="rect">
            <a:avLst/>
          </a:prstGeom>
          <a:ln w="0">
            <a:noFill/>
          </a:ln>
        </p:spPr>
      </p:sp>
      <p:sp>
        <p:nvSpPr>
          <p:cNvPr id="7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41" name="PlaceHolder 3"/>
          <p:cNvSpPr>
            <a:spLocks noGrp="1"/>
          </p:cNvSpPr>
          <p:nvPr>
            <p:ph type="sldNum" idx="5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757D52D-D172-4001-A04E-4BC09BFF763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2" name="PlaceHolder 1"/>
          <p:cNvSpPr>
            <a:spLocks noGrp="1"/>
          </p:cNvSpPr>
          <p:nvPr>
            <p:ph type="sldImg"/>
          </p:nvPr>
        </p:nvSpPr>
        <p:spPr>
          <a:xfrm>
            <a:off x="685800" y="1143000"/>
            <a:ext cx="5485680" cy="3085560"/>
          </a:xfrm>
          <a:prstGeom prst="rect">
            <a:avLst/>
          </a:prstGeom>
          <a:ln w="0">
            <a:noFill/>
          </a:ln>
        </p:spPr>
      </p:sp>
      <p:sp>
        <p:nvSpPr>
          <p:cNvPr id="7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44" name="PlaceHolder 3"/>
          <p:cNvSpPr>
            <a:spLocks noGrp="1"/>
          </p:cNvSpPr>
          <p:nvPr>
            <p:ph type="sldNum" idx="5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2F66693-1BBE-48EE-836E-0809777E8E8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5" name="PlaceHolder 1"/>
          <p:cNvSpPr>
            <a:spLocks noGrp="1"/>
          </p:cNvSpPr>
          <p:nvPr>
            <p:ph type="sldImg"/>
          </p:nvPr>
        </p:nvSpPr>
        <p:spPr>
          <a:xfrm>
            <a:off x="685800" y="1143000"/>
            <a:ext cx="5485680" cy="3085560"/>
          </a:xfrm>
          <a:prstGeom prst="rect">
            <a:avLst/>
          </a:prstGeom>
          <a:ln w="0">
            <a:noFill/>
          </a:ln>
        </p:spPr>
      </p:sp>
      <p:sp>
        <p:nvSpPr>
          <p:cNvPr id="7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47" name="PlaceHolder 3"/>
          <p:cNvSpPr>
            <a:spLocks noGrp="1"/>
          </p:cNvSpPr>
          <p:nvPr>
            <p:ph type="sldNum" idx="5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175C85B-4456-4138-B95B-EB3548EEA9A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8" name="PlaceHolder 1"/>
          <p:cNvSpPr>
            <a:spLocks noGrp="1"/>
          </p:cNvSpPr>
          <p:nvPr>
            <p:ph type="sldImg"/>
          </p:nvPr>
        </p:nvSpPr>
        <p:spPr>
          <a:xfrm>
            <a:off x="685800" y="1143000"/>
            <a:ext cx="5485680" cy="3085560"/>
          </a:xfrm>
          <a:prstGeom prst="rect">
            <a:avLst/>
          </a:prstGeom>
          <a:ln w="0">
            <a:noFill/>
          </a:ln>
        </p:spPr>
      </p:sp>
      <p:sp>
        <p:nvSpPr>
          <p:cNvPr id="7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50" name="PlaceHolder 3"/>
          <p:cNvSpPr>
            <a:spLocks noGrp="1"/>
          </p:cNvSpPr>
          <p:nvPr>
            <p:ph type="sldNum" idx="5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36634E7-AA1A-4E53-8BD7-1470897044A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1" name="PlaceHolder 1"/>
          <p:cNvSpPr>
            <a:spLocks noGrp="1"/>
          </p:cNvSpPr>
          <p:nvPr>
            <p:ph type="sldImg"/>
          </p:nvPr>
        </p:nvSpPr>
        <p:spPr>
          <a:xfrm>
            <a:off x="685800" y="1143000"/>
            <a:ext cx="5485680" cy="3085560"/>
          </a:xfrm>
          <a:prstGeom prst="rect">
            <a:avLst/>
          </a:prstGeom>
          <a:ln w="0">
            <a:noFill/>
          </a:ln>
        </p:spPr>
      </p:sp>
      <p:sp>
        <p:nvSpPr>
          <p:cNvPr id="7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53" name="PlaceHolder 3"/>
          <p:cNvSpPr>
            <a:spLocks noGrp="1"/>
          </p:cNvSpPr>
          <p:nvPr>
            <p:ph type="sldNum" idx="6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7C698B5-4603-42AE-B6A7-3F967763FBA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4" name="PlaceHolder 1"/>
          <p:cNvSpPr>
            <a:spLocks noGrp="1"/>
          </p:cNvSpPr>
          <p:nvPr>
            <p:ph type="sldImg"/>
          </p:nvPr>
        </p:nvSpPr>
        <p:spPr>
          <a:xfrm>
            <a:off x="685800" y="1143000"/>
            <a:ext cx="5485680" cy="3085560"/>
          </a:xfrm>
          <a:prstGeom prst="rect">
            <a:avLst/>
          </a:prstGeom>
          <a:ln w="0">
            <a:noFill/>
          </a:ln>
        </p:spPr>
      </p:sp>
      <p:sp>
        <p:nvSpPr>
          <p:cNvPr id="7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56" name="PlaceHolder 3"/>
          <p:cNvSpPr>
            <a:spLocks noGrp="1"/>
          </p:cNvSpPr>
          <p:nvPr>
            <p:ph type="sldNum" idx="6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C0D20F2-7A09-45E5-B749-9B743626182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7" name="PlaceHolder 1"/>
          <p:cNvSpPr>
            <a:spLocks noGrp="1"/>
          </p:cNvSpPr>
          <p:nvPr>
            <p:ph type="sldImg"/>
          </p:nvPr>
        </p:nvSpPr>
        <p:spPr>
          <a:xfrm>
            <a:off x="685800" y="1143000"/>
            <a:ext cx="5485680" cy="3085560"/>
          </a:xfrm>
          <a:prstGeom prst="rect">
            <a:avLst/>
          </a:prstGeom>
          <a:ln w="0">
            <a:noFill/>
          </a:ln>
        </p:spPr>
      </p:sp>
      <p:sp>
        <p:nvSpPr>
          <p:cNvPr id="7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59" name="PlaceHolder 3"/>
          <p:cNvSpPr>
            <a:spLocks noGrp="1"/>
          </p:cNvSpPr>
          <p:nvPr>
            <p:ph type="sldNum" idx="6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BE0E999-6461-4393-9DC6-D01679A6D40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0" name="PlaceHolder 1"/>
          <p:cNvSpPr>
            <a:spLocks noGrp="1"/>
          </p:cNvSpPr>
          <p:nvPr>
            <p:ph type="sldImg"/>
          </p:nvPr>
        </p:nvSpPr>
        <p:spPr>
          <a:xfrm>
            <a:off x="685800" y="1143000"/>
            <a:ext cx="5485680" cy="3085560"/>
          </a:xfrm>
          <a:prstGeom prst="rect">
            <a:avLst/>
          </a:prstGeom>
          <a:ln w="0">
            <a:noFill/>
          </a:ln>
        </p:spPr>
      </p:sp>
      <p:sp>
        <p:nvSpPr>
          <p:cNvPr id="7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62" name="PlaceHolder 3"/>
          <p:cNvSpPr>
            <a:spLocks noGrp="1"/>
          </p:cNvSpPr>
          <p:nvPr>
            <p:ph type="sldNum" idx="6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DD2216D-6262-4778-8B74-F7B72DF7ED9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3" name="PlaceHolder 1"/>
          <p:cNvSpPr>
            <a:spLocks noGrp="1"/>
          </p:cNvSpPr>
          <p:nvPr>
            <p:ph type="sldImg"/>
          </p:nvPr>
        </p:nvSpPr>
        <p:spPr>
          <a:xfrm>
            <a:off x="685800" y="1143000"/>
            <a:ext cx="5485680" cy="3085560"/>
          </a:xfrm>
          <a:prstGeom prst="rect">
            <a:avLst/>
          </a:prstGeom>
          <a:ln w="0">
            <a:noFill/>
          </a:ln>
        </p:spPr>
      </p:sp>
      <p:sp>
        <p:nvSpPr>
          <p:cNvPr id="7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65" name="PlaceHolder 3"/>
          <p:cNvSpPr>
            <a:spLocks noGrp="1"/>
          </p:cNvSpPr>
          <p:nvPr>
            <p:ph type="sldNum" idx="6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1747B1F-6FFE-4EC0-9147-8C1796F2457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6" name="PlaceHolder 1"/>
          <p:cNvSpPr>
            <a:spLocks noGrp="1"/>
          </p:cNvSpPr>
          <p:nvPr>
            <p:ph type="sldImg"/>
          </p:nvPr>
        </p:nvSpPr>
        <p:spPr>
          <a:xfrm>
            <a:off x="685800" y="1143000"/>
            <a:ext cx="5485680" cy="3085560"/>
          </a:xfrm>
          <a:prstGeom prst="rect">
            <a:avLst/>
          </a:prstGeom>
          <a:ln w="0">
            <a:noFill/>
          </a:ln>
        </p:spPr>
      </p:sp>
      <p:sp>
        <p:nvSpPr>
          <p:cNvPr id="7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68" name="PlaceHolder 3"/>
          <p:cNvSpPr>
            <a:spLocks noGrp="1"/>
          </p:cNvSpPr>
          <p:nvPr>
            <p:ph type="sldNum" idx="6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8763A90-CD1D-4DAC-AC35-5B4608F100C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9" name="PlaceHolder 1"/>
          <p:cNvSpPr>
            <a:spLocks noGrp="1"/>
          </p:cNvSpPr>
          <p:nvPr>
            <p:ph type="sldImg"/>
          </p:nvPr>
        </p:nvSpPr>
        <p:spPr>
          <a:xfrm>
            <a:off x="685800" y="1143000"/>
            <a:ext cx="5485680" cy="3085560"/>
          </a:xfrm>
          <a:prstGeom prst="rect">
            <a:avLst/>
          </a:prstGeom>
          <a:ln w="0">
            <a:noFill/>
          </a:ln>
        </p:spPr>
      </p:sp>
      <p:sp>
        <p:nvSpPr>
          <p:cNvPr id="7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71" name="PlaceHolder 3"/>
          <p:cNvSpPr>
            <a:spLocks noGrp="1"/>
          </p:cNvSpPr>
          <p:nvPr>
            <p:ph type="sldNum" idx="6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C64D594-6CA9-4AC5-B93B-B53E88CCA7C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2" name="PlaceHolder 1"/>
          <p:cNvSpPr>
            <a:spLocks noGrp="1"/>
          </p:cNvSpPr>
          <p:nvPr>
            <p:ph type="sldImg"/>
          </p:nvPr>
        </p:nvSpPr>
        <p:spPr>
          <a:xfrm>
            <a:off x="685800" y="1143000"/>
            <a:ext cx="5485680" cy="3085560"/>
          </a:xfrm>
          <a:prstGeom prst="rect">
            <a:avLst/>
          </a:prstGeom>
          <a:ln w="0">
            <a:noFill/>
          </a:ln>
        </p:spPr>
      </p:sp>
      <p:sp>
        <p:nvSpPr>
          <p:cNvPr id="7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74" name="PlaceHolder 3"/>
          <p:cNvSpPr>
            <a:spLocks noGrp="1"/>
          </p:cNvSpPr>
          <p:nvPr>
            <p:ph type="sldNum" idx="6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82463D8-C444-4183-9508-C2C8E7F3F04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5" name="PlaceHolder 1"/>
          <p:cNvSpPr>
            <a:spLocks noGrp="1"/>
          </p:cNvSpPr>
          <p:nvPr>
            <p:ph type="sldImg"/>
          </p:nvPr>
        </p:nvSpPr>
        <p:spPr>
          <a:xfrm>
            <a:off x="685800" y="1143000"/>
            <a:ext cx="5485680" cy="3085560"/>
          </a:xfrm>
          <a:prstGeom prst="rect">
            <a:avLst/>
          </a:prstGeom>
          <a:ln w="0">
            <a:noFill/>
          </a:ln>
        </p:spPr>
      </p:sp>
      <p:sp>
        <p:nvSpPr>
          <p:cNvPr id="7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77" name="PlaceHolder 3"/>
          <p:cNvSpPr>
            <a:spLocks noGrp="1"/>
          </p:cNvSpPr>
          <p:nvPr>
            <p:ph type="sldNum" idx="6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29ED7C6-C208-40DA-9DE4-4F2257D4CD2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8" name="PlaceHolder 1"/>
          <p:cNvSpPr>
            <a:spLocks noGrp="1"/>
          </p:cNvSpPr>
          <p:nvPr>
            <p:ph type="sldImg"/>
          </p:nvPr>
        </p:nvSpPr>
        <p:spPr>
          <a:xfrm>
            <a:off x="685800" y="1143000"/>
            <a:ext cx="5485680" cy="3085560"/>
          </a:xfrm>
          <a:prstGeom prst="rect">
            <a:avLst/>
          </a:prstGeom>
          <a:ln w="0">
            <a:noFill/>
          </a:ln>
        </p:spPr>
      </p:sp>
      <p:sp>
        <p:nvSpPr>
          <p:cNvPr id="7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80" name="PlaceHolder 3"/>
          <p:cNvSpPr>
            <a:spLocks noGrp="1"/>
          </p:cNvSpPr>
          <p:nvPr>
            <p:ph type="sldNum" idx="6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6A30942-0B05-40BC-B55F-756A4CE6CDE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1" name="PlaceHolder 1"/>
          <p:cNvSpPr>
            <a:spLocks noGrp="1"/>
          </p:cNvSpPr>
          <p:nvPr>
            <p:ph type="sldImg"/>
          </p:nvPr>
        </p:nvSpPr>
        <p:spPr>
          <a:xfrm>
            <a:off x="685800" y="1143000"/>
            <a:ext cx="5485680" cy="3085560"/>
          </a:xfrm>
          <a:prstGeom prst="rect">
            <a:avLst/>
          </a:prstGeom>
          <a:ln w="0">
            <a:noFill/>
          </a:ln>
        </p:spPr>
      </p:sp>
      <p:sp>
        <p:nvSpPr>
          <p:cNvPr id="7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83" name="PlaceHolder 3"/>
          <p:cNvSpPr>
            <a:spLocks noGrp="1"/>
          </p:cNvSpPr>
          <p:nvPr>
            <p:ph type="sldNum" idx="7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4D070E4-D900-4225-B225-856E948C330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4" name="PlaceHolder 1"/>
          <p:cNvSpPr>
            <a:spLocks noGrp="1"/>
          </p:cNvSpPr>
          <p:nvPr>
            <p:ph type="sldImg"/>
          </p:nvPr>
        </p:nvSpPr>
        <p:spPr>
          <a:xfrm>
            <a:off x="685800" y="1143000"/>
            <a:ext cx="5485680" cy="3085560"/>
          </a:xfrm>
          <a:prstGeom prst="rect">
            <a:avLst/>
          </a:prstGeom>
          <a:ln w="0">
            <a:noFill/>
          </a:ln>
        </p:spPr>
      </p:sp>
      <p:sp>
        <p:nvSpPr>
          <p:cNvPr id="7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86" name="PlaceHolder 3"/>
          <p:cNvSpPr>
            <a:spLocks noGrp="1"/>
          </p:cNvSpPr>
          <p:nvPr>
            <p:ph type="sldNum" idx="7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1421D81-3934-4C8B-8FAF-83880472E2A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7" name="PlaceHolder 1"/>
          <p:cNvSpPr>
            <a:spLocks noGrp="1"/>
          </p:cNvSpPr>
          <p:nvPr>
            <p:ph type="sldImg"/>
          </p:nvPr>
        </p:nvSpPr>
        <p:spPr>
          <a:xfrm>
            <a:off x="685800" y="1143000"/>
            <a:ext cx="5485680" cy="3085560"/>
          </a:xfrm>
          <a:prstGeom prst="rect">
            <a:avLst/>
          </a:prstGeom>
          <a:ln w="0">
            <a:noFill/>
          </a:ln>
        </p:spPr>
      </p:sp>
      <p:sp>
        <p:nvSpPr>
          <p:cNvPr id="7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89" name="PlaceHolder 3"/>
          <p:cNvSpPr>
            <a:spLocks noGrp="1"/>
          </p:cNvSpPr>
          <p:nvPr>
            <p:ph type="sldNum" idx="7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96D5F61-ABBD-44D4-A4F5-3245FFED922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0" name="PlaceHolder 1"/>
          <p:cNvSpPr>
            <a:spLocks noGrp="1"/>
          </p:cNvSpPr>
          <p:nvPr>
            <p:ph type="sldImg"/>
          </p:nvPr>
        </p:nvSpPr>
        <p:spPr>
          <a:xfrm>
            <a:off x="685800" y="1143000"/>
            <a:ext cx="5485680" cy="3085560"/>
          </a:xfrm>
          <a:prstGeom prst="rect">
            <a:avLst/>
          </a:prstGeom>
          <a:ln w="0">
            <a:noFill/>
          </a:ln>
        </p:spPr>
      </p:sp>
      <p:sp>
        <p:nvSpPr>
          <p:cNvPr id="7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92" name="PlaceHolder 3"/>
          <p:cNvSpPr>
            <a:spLocks noGrp="1"/>
          </p:cNvSpPr>
          <p:nvPr>
            <p:ph type="sldNum" idx="7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B7D3E56-20A2-4801-B873-FF8BE6D8836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3" name="PlaceHolder 1"/>
          <p:cNvSpPr>
            <a:spLocks noGrp="1"/>
          </p:cNvSpPr>
          <p:nvPr>
            <p:ph type="sldImg"/>
          </p:nvPr>
        </p:nvSpPr>
        <p:spPr>
          <a:xfrm>
            <a:off x="685800" y="1143000"/>
            <a:ext cx="5485680" cy="3085560"/>
          </a:xfrm>
          <a:prstGeom prst="rect">
            <a:avLst/>
          </a:prstGeom>
          <a:ln w="0">
            <a:noFill/>
          </a:ln>
        </p:spPr>
      </p:sp>
      <p:sp>
        <p:nvSpPr>
          <p:cNvPr id="7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95" name="PlaceHolder 3"/>
          <p:cNvSpPr>
            <a:spLocks noGrp="1"/>
          </p:cNvSpPr>
          <p:nvPr>
            <p:ph type="sldNum" idx="7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6031D70-02EE-4D35-813E-A34812F6349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6" name="PlaceHolder 1"/>
          <p:cNvSpPr>
            <a:spLocks noGrp="1"/>
          </p:cNvSpPr>
          <p:nvPr>
            <p:ph type="sldImg"/>
          </p:nvPr>
        </p:nvSpPr>
        <p:spPr>
          <a:xfrm>
            <a:off x="685800" y="1143000"/>
            <a:ext cx="5485680" cy="3085560"/>
          </a:xfrm>
          <a:prstGeom prst="rect">
            <a:avLst/>
          </a:prstGeom>
          <a:ln w="0">
            <a:noFill/>
          </a:ln>
        </p:spPr>
      </p:sp>
      <p:sp>
        <p:nvSpPr>
          <p:cNvPr id="7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798" name="PlaceHolder 3"/>
          <p:cNvSpPr>
            <a:spLocks noGrp="1"/>
          </p:cNvSpPr>
          <p:nvPr>
            <p:ph type="sldNum" idx="7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1F692F9-648A-4397-8BAA-C32F644C3A0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9" name="PlaceHolder 1"/>
          <p:cNvSpPr>
            <a:spLocks noGrp="1"/>
          </p:cNvSpPr>
          <p:nvPr>
            <p:ph type="sldImg"/>
          </p:nvPr>
        </p:nvSpPr>
        <p:spPr>
          <a:xfrm>
            <a:off x="685800" y="1143000"/>
            <a:ext cx="5485680" cy="3085560"/>
          </a:xfrm>
          <a:prstGeom prst="rect">
            <a:avLst/>
          </a:prstGeom>
          <a:ln w="0">
            <a:noFill/>
          </a:ln>
        </p:spPr>
      </p:sp>
      <p:sp>
        <p:nvSpPr>
          <p:cNvPr id="8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01" name="PlaceHolder 3"/>
          <p:cNvSpPr>
            <a:spLocks noGrp="1"/>
          </p:cNvSpPr>
          <p:nvPr>
            <p:ph type="sldNum" idx="7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C0001A3-45D7-4300-8916-2E443B90548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2" name="PlaceHolder 1"/>
          <p:cNvSpPr>
            <a:spLocks noGrp="1"/>
          </p:cNvSpPr>
          <p:nvPr>
            <p:ph type="sldImg"/>
          </p:nvPr>
        </p:nvSpPr>
        <p:spPr>
          <a:xfrm>
            <a:off x="685800" y="1143000"/>
            <a:ext cx="5485680" cy="3085560"/>
          </a:xfrm>
          <a:prstGeom prst="rect">
            <a:avLst/>
          </a:prstGeom>
          <a:ln w="0">
            <a:noFill/>
          </a:ln>
        </p:spPr>
      </p:sp>
      <p:sp>
        <p:nvSpPr>
          <p:cNvPr id="8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04" name="PlaceHolder 3"/>
          <p:cNvSpPr>
            <a:spLocks noGrp="1"/>
          </p:cNvSpPr>
          <p:nvPr>
            <p:ph type="sldNum" idx="7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C568752-1005-4470-8FD7-CC1D691F344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5" name="PlaceHolder 1"/>
          <p:cNvSpPr>
            <a:spLocks noGrp="1"/>
          </p:cNvSpPr>
          <p:nvPr>
            <p:ph type="sldImg"/>
          </p:nvPr>
        </p:nvSpPr>
        <p:spPr>
          <a:xfrm>
            <a:off x="685800" y="1143000"/>
            <a:ext cx="5485680" cy="3085560"/>
          </a:xfrm>
          <a:prstGeom prst="rect">
            <a:avLst/>
          </a:prstGeom>
          <a:ln w="0">
            <a:noFill/>
          </a:ln>
        </p:spPr>
      </p:sp>
      <p:sp>
        <p:nvSpPr>
          <p:cNvPr id="8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07" name="PlaceHolder 3"/>
          <p:cNvSpPr>
            <a:spLocks noGrp="1"/>
          </p:cNvSpPr>
          <p:nvPr>
            <p:ph type="sldNum" idx="7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677CBF4-587D-4348-8A65-F1D4998E678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PlaceHolder 1"/>
          <p:cNvSpPr>
            <a:spLocks noGrp="1"/>
          </p:cNvSpPr>
          <p:nvPr>
            <p:ph type="sldImg"/>
          </p:nvPr>
        </p:nvSpPr>
        <p:spPr>
          <a:xfrm>
            <a:off x="685800" y="1143000"/>
            <a:ext cx="5485680" cy="3085560"/>
          </a:xfrm>
          <a:prstGeom prst="rect">
            <a:avLst/>
          </a:prstGeom>
          <a:ln w="0">
            <a:noFill/>
          </a:ln>
        </p:spPr>
      </p:sp>
      <p:sp>
        <p:nvSpPr>
          <p:cNvPr id="8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10" name="PlaceHolder 3"/>
          <p:cNvSpPr>
            <a:spLocks noGrp="1"/>
          </p:cNvSpPr>
          <p:nvPr>
            <p:ph type="sldNum" idx="7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8BC0D99-DFCD-4A85-BAD3-DA2217E2DFE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1" name="PlaceHolder 1"/>
          <p:cNvSpPr>
            <a:spLocks noGrp="1"/>
          </p:cNvSpPr>
          <p:nvPr>
            <p:ph type="sldImg"/>
          </p:nvPr>
        </p:nvSpPr>
        <p:spPr>
          <a:xfrm>
            <a:off x="685800" y="1143000"/>
            <a:ext cx="5485680" cy="3085560"/>
          </a:xfrm>
          <a:prstGeom prst="rect">
            <a:avLst/>
          </a:prstGeom>
          <a:ln w="0">
            <a:noFill/>
          </a:ln>
        </p:spPr>
      </p:sp>
      <p:sp>
        <p:nvSpPr>
          <p:cNvPr id="8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13" name="PlaceHolder 3"/>
          <p:cNvSpPr>
            <a:spLocks noGrp="1"/>
          </p:cNvSpPr>
          <p:nvPr>
            <p:ph type="sldNum" idx="8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BBC15C0-5676-4A0A-BBAA-455A17FFDBD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4" name="PlaceHolder 1"/>
          <p:cNvSpPr>
            <a:spLocks noGrp="1"/>
          </p:cNvSpPr>
          <p:nvPr>
            <p:ph type="sldImg"/>
          </p:nvPr>
        </p:nvSpPr>
        <p:spPr>
          <a:xfrm>
            <a:off x="685800" y="1143000"/>
            <a:ext cx="5485680" cy="3085560"/>
          </a:xfrm>
          <a:prstGeom prst="rect">
            <a:avLst/>
          </a:prstGeom>
          <a:ln w="0">
            <a:noFill/>
          </a:ln>
        </p:spPr>
      </p:sp>
      <p:sp>
        <p:nvSpPr>
          <p:cNvPr id="8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16" name="PlaceHolder 3"/>
          <p:cNvSpPr>
            <a:spLocks noGrp="1"/>
          </p:cNvSpPr>
          <p:nvPr>
            <p:ph type="sldNum" idx="8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5B98833-98F1-46B3-AB10-8530A6D0666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7" name="PlaceHolder 1"/>
          <p:cNvSpPr>
            <a:spLocks noGrp="1"/>
          </p:cNvSpPr>
          <p:nvPr>
            <p:ph type="sldImg"/>
          </p:nvPr>
        </p:nvSpPr>
        <p:spPr>
          <a:xfrm>
            <a:off x="685800" y="1143000"/>
            <a:ext cx="5485680" cy="3085560"/>
          </a:xfrm>
          <a:prstGeom prst="rect">
            <a:avLst/>
          </a:prstGeom>
          <a:ln w="0">
            <a:noFill/>
          </a:ln>
        </p:spPr>
      </p:sp>
      <p:sp>
        <p:nvSpPr>
          <p:cNvPr id="8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19" name="PlaceHolder 3"/>
          <p:cNvSpPr>
            <a:spLocks noGrp="1"/>
          </p:cNvSpPr>
          <p:nvPr>
            <p:ph type="sldNum" idx="8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A9727A2-273A-4163-96B3-7851356555F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0" name="PlaceHolder 1"/>
          <p:cNvSpPr>
            <a:spLocks noGrp="1"/>
          </p:cNvSpPr>
          <p:nvPr>
            <p:ph type="sldImg"/>
          </p:nvPr>
        </p:nvSpPr>
        <p:spPr>
          <a:xfrm>
            <a:off x="685800" y="1143000"/>
            <a:ext cx="5485680" cy="3085560"/>
          </a:xfrm>
          <a:prstGeom prst="rect">
            <a:avLst/>
          </a:prstGeom>
          <a:ln w="0">
            <a:noFill/>
          </a:ln>
        </p:spPr>
      </p:sp>
      <p:sp>
        <p:nvSpPr>
          <p:cNvPr id="8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22" name="PlaceHolder 3"/>
          <p:cNvSpPr>
            <a:spLocks noGrp="1"/>
          </p:cNvSpPr>
          <p:nvPr>
            <p:ph type="sldNum" idx="8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9E80BC9-995D-49F4-BD92-3D8EBB34F3C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3" name="PlaceHolder 1"/>
          <p:cNvSpPr>
            <a:spLocks noGrp="1"/>
          </p:cNvSpPr>
          <p:nvPr>
            <p:ph type="sldImg"/>
          </p:nvPr>
        </p:nvSpPr>
        <p:spPr>
          <a:xfrm>
            <a:off x="685800" y="1143000"/>
            <a:ext cx="5485680" cy="3085560"/>
          </a:xfrm>
          <a:prstGeom prst="rect">
            <a:avLst/>
          </a:prstGeom>
          <a:ln w="0">
            <a:noFill/>
          </a:ln>
        </p:spPr>
      </p:sp>
      <p:sp>
        <p:nvSpPr>
          <p:cNvPr id="8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25" name="PlaceHolder 3"/>
          <p:cNvSpPr>
            <a:spLocks noGrp="1"/>
          </p:cNvSpPr>
          <p:nvPr>
            <p:ph type="sldNum" idx="8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ED94CD4-F0BE-41A2-84AE-540C714F74D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6" name="PlaceHolder 1"/>
          <p:cNvSpPr>
            <a:spLocks noGrp="1"/>
          </p:cNvSpPr>
          <p:nvPr>
            <p:ph type="sldImg"/>
          </p:nvPr>
        </p:nvSpPr>
        <p:spPr>
          <a:xfrm>
            <a:off x="685800" y="1143000"/>
            <a:ext cx="5485680" cy="3085560"/>
          </a:xfrm>
          <a:prstGeom prst="rect">
            <a:avLst/>
          </a:prstGeom>
          <a:ln w="0">
            <a:noFill/>
          </a:ln>
        </p:spPr>
      </p:sp>
      <p:sp>
        <p:nvSpPr>
          <p:cNvPr id="8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28" name="PlaceHolder 3"/>
          <p:cNvSpPr>
            <a:spLocks noGrp="1"/>
          </p:cNvSpPr>
          <p:nvPr>
            <p:ph type="sldNum" idx="8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D84D350-75E1-4C61-8A99-83AD5E7612A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9" name="PlaceHolder 1"/>
          <p:cNvSpPr>
            <a:spLocks noGrp="1"/>
          </p:cNvSpPr>
          <p:nvPr>
            <p:ph type="sldImg"/>
          </p:nvPr>
        </p:nvSpPr>
        <p:spPr>
          <a:xfrm>
            <a:off x="685800" y="1143000"/>
            <a:ext cx="5485680" cy="3085560"/>
          </a:xfrm>
          <a:prstGeom prst="rect">
            <a:avLst/>
          </a:prstGeom>
          <a:ln w="0">
            <a:noFill/>
          </a:ln>
        </p:spPr>
      </p:sp>
      <p:sp>
        <p:nvSpPr>
          <p:cNvPr id="8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31" name="PlaceHolder 3"/>
          <p:cNvSpPr>
            <a:spLocks noGrp="1"/>
          </p:cNvSpPr>
          <p:nvPr>
            <p:ph type="sldNum" idx="8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7F28B81-C554-4E52-BA65-E924863EDDF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2" name="PlaceHolder 1"/>
          <p:cNvSpPr>
            <a:spLocks noGrp="1"/>
          </p:cNvSpPr>
          <p:nvPr>
            <p:ph type="sldImg"/>
          </p:nvPr>
        </p:nvSpPr>
        <p:spPr>
          <a:xfrm>
            <a:off x="685800" y="1143000"/>
            <a:ext cx="5485680" cy="3085560"/>
          </a:xfrm>
          <a:prstGeom prst="rect">
            <a:avLst/>
          </a:prstGeom>
          <a:ln w="0">
            <a:noFill/>
          </a:ln>
        </p:spPr>
      </p:sp>
      <p:sp>
        <p:nvSpPr>
          <p:cNvPr id="8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34" name="PlaceHolder 3"/>
          <p:cNvSpPr>
            <a:spLocks noGrp="1"/>
          </p:cNvSpPr>
          <p:nvPr>
            <p:ph type="sldNum" idx="8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CD3B42B-576F-4469-BCBF-8923B8AB7CF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5" name="PlaceHolder 1"/>
          <p:cNvSpPr>
            <a:spLocks noGrp="1"/>
          </p:cNvSpPr>
          <p:nvPr>
            <p:ph type="sldImg"/>
          </p:nvPr>
        </p:nvSpPr>
        <p:spPr>
          <a:xfrm>
            <a:off x="685800" y="1143000"/>
            <a:ext cx="5485680" cy="3085560"/>
          </a:xfrm>
          <a:prstGeom prst="rect">
            <a:avLst/>
          </a:prstGeom>
          <a:ln w="0">
            <a:noFill/>
          </a:ln>
        </p:spPr>
      </p:sp>
      <p:sp>
        <p:nvSpPr>
          <p:cNvPr id="8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37" name="PlaceHolder 3"/>
          <p:cNvSpPr>
            <a:spLocks noGrp="1"/>
          </p:cNvSpPr>
          <p:nvPr>
            <p:ph type="sldNum" idx="8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9DC4ACA-61B3-4032-99AF-2E547A10A9C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8" name="PlaceHolder 1"/>
          <p:cNvSpPr>
            <a:spLocks noGrp="1"/>
          </p:cNvSpPr>
          <p:nvPr>
            <p:ph type="sldImg"/>
          </p:nvPr>
        </p:nvSpPr>
        <p:spPr>
          <a:xfrm>
            <a:off x="685800" y="1143000"/>
            <a:ext cx="5485680" cy="3085560"/>
          </a:xfrm>
          <a:prstGeom prst="rect">
            <a:avLst/>
          </a:prstGeom>
          <a:ln w="0">
            <a:noFill/>
          </a:ln>
        </p:spPr>
      </p:sp>
      <p:sp>
        <p:nvSpPr>
          <p:cNvPr id="8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40" name="PlaceHolder 3"/>
          <p:cNvSpPr>
            <a:spLocks noGrp="1"/>
          </p:cNvSpPr>
          <p:nvPr>
            <p:ph type="sldNum" idx="8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99AC3B4-12DD-4D40-AA52-27E0796925D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1" name="PlaceHolder 1"/>
          <p:cNvSpPr>
            <a:spLocks noGrp="1"/>
          </p:cNvSpPr>
          <p:nvPr>
            <p:ph type="sldImg"/>
          </p:nvPr>
        </p:nvSpPr>
        <p:spPr>
          <a:xfrm>
            <a:off x="685800" y="1143000"/>
            <a:ext cx="5485680" cy="3085560"/>
          </a:xfrm>
          <a:prstGeom prst="rect">
            <a:avLst/>
          </a:prstGeom>
          <a:ln w="0">
            <a:noFill/>
          </a:ln>
        </p:spPr>
      </p:sp>
      <p:sp>
        <p:nvSpPr>
          <p:cNvPr id="8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43" name="PlaceHolder 3"/>
          <p:cNvSpPr>
            <a:spLocks noGrp="1"/>
          </p:cNvSpPr>
          <p:nvPr>
            <p:ph type="sldNum" idx="9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AD26415-5BD7-4864-BD55-0DFD13F6B32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4" name="PlaceHolder 1"/>
          <p:cNvSpPr>
            <a:spLocks noGrp="1"/>
          </p:cNvSpPr>
          <p:nvPr>
            <p:ph type="sldImg"/>
          </p:nvPr>
        </p:nvSpPr>
        <p:spPr>
          <a:xfrm>
            <a:off x="685800" y="1143000"/>
            <a:ext cx="5485680" cy="3085560"/>
          </a:xfrm>
          <a:prstGeom prst="rect">
            <a:avLst/>
          </a:prstGeom>
          <a:ln w="0">
            <a:noFill/>
          </a:ln>
        </p:spPr>
      </p:sp>
      <p:sp>
        <p:nvSpPr>
          <p:cNvPr id="8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46" name="PlaceHolder 3"/>
          <p:cNvSpPr>
            <a:spLocks noGrp="1"/>
          </p:cNvSpPr>
          <p:nvPr>
            <p:ph type="sldNum" idx="9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0849D21-9E6F-40EA-998D-D78AE92ED8A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7" name="PlaceHolder 1"/>
          <p:cNvSpPr>
            <a:spLocks noGrp="1"/>
          </p:cNvSpPr>
          <p:nvPr>
            <p:ph type="sldImg"/>
          </p:nvPr>
        </p:nvSpPr>
        <p:spPr>
          <a:xfrm>
            <a:off x="685800" y="1143000"/>
            <a:ext cx="5485680" cy="3085560"/>
          </a:xfrm>
          <a:prstGeom prst="rect">
            <a:avLst/>
          </a:prstGeom>
          <a:ln w="0">
            <a:noFill/>
          </a:ln>
        </p:spPr>
      </p:sp>
      <p:sp>
        <p:nvSpPr>
          <p:cNvPr id="8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49" name="PlaceHolder 3"/>
          <p:cNvSpPr>
            <a:spLocks noGrp="1"/>
          </p:cNvSpPr>
          <p:nvPr>
            <p:ph type="sldNum" idx="9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1AEA590-4CA9-4D41-AE8F-DE811D1B085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0" name="PlaceHolder 1"/>
          <p:cNvSpPr>
            <a:spLocks noGrp="1"/>
          </p:cNvSpPr>
          <p:nvPr>
            <p:ph type="sldImg"/>
          </p:nvPr>
        </p:nvSpPr>
        <p:spPr>
          <a:xfrm>
            <a:off x="685800" y="1143000"/>
            <a:ext cx="5485680" cy="3085560"/>
          </a:xfrm>
          <a:prstGeom prst="rect">
            <a:avLst/>
          </a:prstGeom>
          <a:ln w="0">
            <a:noFill/>
          </a:ln>
        </p:spPr>
      </p:sp>
      <p:sp>
        <p:nvSpPr>
          <p:cNvPr id="8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52" name="PlaceHolder 3"/>
          <p:cNvSpPr>
            <a:spLocks noGrp="1"/>
          </p:cNvSpPr>
          <p:nvPr>
            <p:ph type="sldNum" idx="9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8B66A5E-EA17-4E71-A495-2157653CBD5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3" name="PlaceHolder 1"/>
          <p:cNvSpPr>
            <a:spLocks noGrp="1"/>
          </p:cNvSpPr>
          <p:nvPr>
            <p:ph type="sldImg"/>
          </p:nvPr>
        </p:nvSpPr>
        <p:spPr>
          <a:xfrm>
            <a:off x="685800" y="1143000"/>
            <a:ext cx="5485680" cy="3085560"/>
          </a:xfrm>
          <a:prstGeom prst="rect">
            <a:avLst/>
          </a:prstGeom>
          <a:ln w="0">
            <a:noFill/>
          </a:ln>
        </p:spPr>
      </p:sp>
      <p:sp>
        <p:nvSpPr>
          <p:cNvPr id="8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55" name="PlaceHolder 3"/>
          <p:cNvSpPr>
            <a:spLocks noGrp="1"/>
          </p:cNvSpPr>
          <p:nvPr>
            <p:ph type="sldNum" idx="9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BCED12B-5071-44BF-AC28-8079B368CBF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6" name="PlaceHolder 1"/>
          <p:cNvSpPr>
            <a:spLocks noGrp="1"/>
          </p:cNvSpPr>
          <p:nvPr>
            <p:ph type="sldImg"/>
          </p:nvPr>
        </p:nvSpPr>
        <p:spPr>
          <a:xfrm>
            <a:off x="685800" y="1143000"/>
            <a:ext cx="5485680" cy="3085560"/>
          </a:xfrm>
          <a:prstGeom prst="rect">
            <a:avLst/>
          </a:prstGeom>
          <a:ln w="0">
            <a:noFill/>
          </a:ln>
        </p:spPr>
      </p:sp>
      <p:sp>
        <p:nvSpPr>
          <p:cNvPr id="8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58" name="PlaceHolder 3"/>
          <p:cNvSpPr>
            <a:spLocks noGrp="1"/>
          </p:cNvSpPr>
          <p:nvPr>
            <p:ph type="sldNum" idx="9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2BBEC58-F725-4D84-89CF-B40977F86DE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9" name="PlaceHolder 1"/>
          <p:cNvSpPr>
            <a:spLocks noGrp="1"/>
          </p:cNvSpPr>
          <p:nvPr>
            <p:ph type="sldImg"/>
          </p:nvPr>
        </p:nvSpPr>
        <p:spPr>
          <a:xfrm>
            <a:off x="685800" y="1143000"/>
            <a:ext cx="5485680" cy="3085560"/>
          </a:xfrm>
          <a:prstGeom prst="rect">
            <a:avLst/>
          </a:prstGeom>
          <a:ln w="0">
            <a:noFill/>
          </a:ln>
        </p:spPr>
      </p:sp>
      <p:sp>
        <p:nvSpPr>
          <p:cNvPr id="8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61" name="PlaceHolder 3"/>
          <p:cNvSpPr>
            <a:spLocks noGrp="1"/>
          </p:cNvSpPr>
          <p:nvPr>
            <p:ph type="sldNum" idx="9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402ED82-8822-4F61-BB9F-C8749433331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PlaceHolder 1"/>
          <p:cNvSpPr>
            <a:spLocks noGrp="1"/>
          </p:cNvSpPr>
          <p:nvPr>
            <p:ph type="sldImg"/>
          </p:nvPr>
        </p:nvSpPr>
        <p:spPr>
          <a:xfrm>
            <a:off x="685800" y="1143000"/>
            <a:ext cx="5485680" cy="3085560"/>
          </a:xfrm>
          <a:prstGeom prst="rect">
            <a:avLst/>
          </a:prstGeom>
          <a:ln w="0">
            <a:noFill/>
          </a:ln>
        </p:spPr>
      </p:sp>
      <p:sp>
        <p:nvSpPr>
          <p:cNvPr id="8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64" name="PlaceHolder 3"/>
          <p:cNvSpPr>
            <a:spLocks noGrp="1"/>
          </p:cNvSpPr>
          <p:nvPr>
            <p:ph type="sldNum" idx="9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B9366C4-2584-4C9A-9A07-3DFE3017FC4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5" name="PlaceHolder 1"/>
          <p:cNvSpPr>
            <a:spLocks noGrp="1"/>
          </p:cNvSpPr>
          <p:nvPr>
            <p:ph type="sldImg"/>
          </p:nvPr>
        </p:nvSpPr>
        <p:spPr>
          <a:xfrm>
            <a:off x="685800" y="1143000"/>
            <a:ext cx="5485680" cy="3085560"/>
          </a:xfrm>
          <a:prstGeom prst="rect">
            <a:avLst/>
          </a:prstGeom>
          <a:ln w="0">
            <a:noFill/>
          </a:ln>
        </p:spPr>
      </p:sp>
      <p:sp>
        <p:nvSpPr>
          <p:cNvPr id="8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67" name="PlaceHolder 3"/>
          <p:cNvSpPr>
            <a:spLocks noGrp="1"/>
          </p:cNvSpPr>
          <p:nvPr>
            <p:ph type="sldNum" idx="9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C3516B9-C5A7-4DD8-90DE-7E75158A88B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8" name="PlaceHolder 1"/>
          <p:cNvSpPr>
            <a:spLocks noGrp="1"/>
          </p:cNvSpPr>
          <p:nvPr>
            <p:ph type="sldImg"/>
          </p:nvPr>
        </p:nvSpPr>
        <p:spPr>
          <a:xfrm>
            <a:off x="685800" y="1143000"/>
            <a:ext cx="5485680" cy="3085560"/>
          </a:xfrm>
          <a:prstGeom prst="rect">
            <a:avLst/>
          </a:prstGeom>
          <a:ln w="0">
            <a:noFill/>
          </a:ln>
        </p:spPr>
      </p:sp>
      <p:sp>
        <p:nvSpPr>
          <p:cNvPr id="86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70" name="PlaceHolder 3"/>
          <p:cNvSpPr>
            <a:spLocks noGrp="1"/>
          </p:cNvSpPr>
          <p:nvPr>
            <p:ph type="sldNum" idx="9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6B1CF49-D863-42F9-A7C3-D3B532941E6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1" name="PlaceHolder 1"/>
          <p:cNvSpPr>
            <a:spLocks noGrp="1"/>
          </p:cNvSpPr>
          <p:nvPr>
            <p:ph type="sldImg"/>
          </p:nvPr>
        </p:nvSpPr>
        <p:spPr>
          <a:xfrm>
            <a:off x="685800" y="1143000"/>
            <a:ext cx="5485680" cy="3085560"/>
          </a:xfrm>
          <a:prstGeom prst="rect">
            <a:avLst/>
          </a:prstGeom>
          <a:ln w="0">
            <a:noFill/>
          </a:ln>
        </p:spPr>
      </p:sp>
      <p:sp>
        <p:nvSpPr>
          <p:cNvPr id="87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73" name="PlaceHolder 3"/>
          <p:cNvSpPr>
            <a:spLocks noGrp="1"/>
          </p:cNvSpPr>
          <p:nvPr>
            <p:ph type="sldNum" idx="10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26D2981-2CA9-41B1-8AC6-B0731F6A1F6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4" name="PlaceHolder 1"/>
          <p:cNvSpPr>
            <a:spLocks noGrp="1"/>
          </p:cNvSpPr>
          <p:nvPr>
            <p:ph type="sldImg"/>
          </p:nvPr>
        </p:nvSpPr>
        <p:spPr>
          <a:xfrm>
            <a:off x="685800" y="1143000"/>
            <a:ext cx="5485680" cy="3085560"/>
          </a:xfrm>
          <a:prstGeom prst="rect">
            <a:avLst/>
          </a:prstGeom>
          <a:ln w="0">
            <a:noFill/>
          </a:ln>
        </p:spPr>
      </p:sp>
      <p:sp>
        <p:nvSpPr>
          <p:cNvPr id="87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76" name="PlaceHolder 3"/>
          <p:cNvSpPr>
            <a:spLocks noGrp="1"/>
          </p:cNvSpPr>
          <p:nvPr>
            <p:ph type="sldNum" idx="10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DE932AF-E6B3-4ACE-B92E-0E1E5C122B1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7" name="PlaceHolder 1"/>
          <p:cNvSpPr>
            <a:spLocks noGrp="1"/>
          </p:cNvSpPr>
          <p:nvPr>
            <p:ph type="sldImg"/>
          </p:nvPr>
        </p:nvSpPr>
        <p:spPr>
          <a:xfrm>
            <a:off x="685800" y="1143000"/>
            <a:ext cx="5485680" cy="3085560"/>
          </a:xfrm>
          <a:prstGeom prst="rect">
            <a:avLst/>
          </a:prstGeom>
          <a:ln w="0">
            <a:noFill/>
          </a:ln>
        </p:spPr>
      </p:sp>
      <p:sp>
        <p:nvSpPr>
          <p:cNvPr id="87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79" name="PlaceHolder 3"/>
          <p:cNvSpPr>
            <a:spLocks noGrp="1"/>
          </p:cNvSpPr>
          <p:nvPr>
            <p:ph type="sldNum" idx="10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FA93716-3B01-4586-9657-EB3A8716A50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0" name="PlaceHolder 1"/>
          <p:cNvSpPr>
            <a:spLocks noGrp="1"/>
          </p:cNvSpPr>
          <p:nvPr>
            <p:ph type="sldImg"/>
          </p:nvPr>
        </p:nvSpPr>
        <p:spPr>
          <a:xfrm>
            <a:off x="685800" y="1143000"/>
            <a:ext cx="5485680" cy="3085560"/>
          </a:xfrm>
          <a:prstGeom prst="rect">
            <a:avLst/>
          </a:prstGeom>
          <a:ln w="0">
            <a:noFill/>
          </a:ln>
        </p:spPr>
      </p:sp>
      <p:sp>
        <p:nvSpPr>
          <p:cNvPr id="8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82" name="PlaceHolder 3"/>
          <p:cNvSpPr>
            <a:spLocks noGrp="1"/>
          </p:cNvSpPr>
          <p:nvPr>
            <p:ph type="sldNum" idx="10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4A60A14-E610-4A39-827C-0BFE0B8B51B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3" name="PlaceHolder 1"/>
          <p:cNvSpPr>
            <a:spLocks noGrp="1"/>
          </p:cNvSpPr>
          <p:nvPr>
            <p:ph type="sldImg"/>
          </p:nvPr>
        </p:nvSpPr>
        <p:spPr>
          <a:xfrm>
            <a:off x="685800" y="1143000"/>
            <a:ext cx="5485680" cy="3085560"/>
          </a:xfrm>
          <a:prstGeom prst="rect">
            <a:avLst/>
          </a:prstGeom>
          <a:ln w="0">
            <a:noFill/>
          </a:ln>
        </p:spPr>
      </p:sp>
      <p:sp>
        <p:nvSpPr>
          <p:cNvPr id="8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85" name="PlaceHolder 3"/>
          <p:cNvSpPr>
            <a:spLocks noGrp="1"/>
          </p:cNvSpPr>
          <p:nvPr>
            <p:ph type="sldNum" idx="10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A92BFDC-4ACB-41F6-8726-EFEFB78F325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6" name="PlaceHolder 1"/>
          <p:cNvSpPr>
            <a:spLocks noGrp="1"/>
          </p:cNvSpPr>
          <p:nvPr>
            <p:ph type="sldImg"/>
          </p:nvPr>
        </p:nvSpPr>
        <p:spPr>
          <a:xfrm>
            <a:off x="685800" y="1143000"/>
            <a:ext cx="5485680" cy="3085560"/>
          </a:xfrm>
          <a:prstGeom prst="rect">
            <a:avLst/>
          </a:prstGeom>
          <a:ln w="0">
            <a:noFill/>
          </a:ln>
        </p:spPr>
      </p:sp>
      <p:sp>
        <p:nvSpPr>
          <p:cNvPr id="8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88" name="PlaceHolder 3"/>
          <p:cNvSpPr>
            <a:spLocks noGrp="1"/>
          </p:cNvSpPr>
          <p:nvPr>
            <p:ph type="sldNum" idx="10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3D4D353-A3D1-4F6F-AE90-6A09F157D77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9" name="PlaceHolder 1"/>
          <p:cNvSpPr>
            <a:spLocks noGrp="1"/>
          </p:cNvSpPr>
          <p:nvPr>
            <p:ph type="sldImg"/>
          </p:nvPr>
        </p:nvSpPr>
        <p:spPr>
          <a:xfrm>
            <a:off x="685800" y="1143000"/>
            <a:ext cx="5485680" cy="3085560"/>
          </a:xfrm>
          <a:prstGeom prst="rect">
            <a:avLst/>
          </a:prstGeom>
          <a:ln w="0">
            <a:noFill/>
          </a:ln>
        </p:spPr>
      </p:sp>
      <p:sp>
        <p:nvSpPr>
          <p:cNvPr id="8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91" name="PlaceHolder 3"/>
          <p:cNvSpPr>
            <a:spLocks noGrp="1"/>
          </p:cNvSpPr>
          <p:nvPr>
            <p:ph type="sldNum" idx="10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39B64E3-1F22-4F21-9EE2-1B669A865EF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2" name="PlaceHolder 1"/>
          <p:cNvSpPr>
            <a:spLocks noGrp="1"/>
          </p:cNvSpPr>
          <p:nvPr>
            <p:ph type="sldImg"/>
          </p:nvPr>
        </p:nvSpPr>
        <p:spPr>
          <a:xfrm>
            <a:off x="685800" y="1143000"/>
            <a:ext cx="5485680" cy="3085560"/>
          </a:xfrm>
          <a:prstGeom prst="rect">
            <a:avLst/>
          </a:prstGeom>
          <a:ln w="0">
            <a:noFill/>
          </a:ln>
        </p:spPr>
      </p:sp>
      <p:sp>
        <p:nvSpPr>
          <p:cNvPr id="8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94" name="PlaceHolder 3"/>
          <p:cNvSpPr>
            <a:spLocks noGrp="1"/>
          </p:cNvSpPr>
          <p:nvPr>
            <p:ph type="sldNum" idx="10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ADC7417-C1BF-404A-831B-10FCF949687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5" name="PlaceHolder 1"/>
          <p:cNvSpPr>
            <a:spLocks noGrp="1"/>
          </p:cNvSpPr>
          <p:nvPr>
            <p:ph type="sldImg"/>
          </p:nvPr>
        </p:nvSpPr>
        <p:spPr>
          <a:xfrm>
            <a:off x="685800" y="1143000"/>
            <a:ext cx="5485680" cy="3085560"/>
          </a:xfrm>
          <a:prstGeom prst="rect">
            <a:avLst/>
          </a:prstGeom>
          <a:ln w="0">
            <a:noFill/>
          </a:ln>
        </p:spPr>
      </p:sp>
      <p:sp>
        <p:nvSpPr>
          <p:cNvPr id="8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897" name="PlaceHolder 3"/>
          <p:cNvSpPr>
            <a:spLocks noGrp="1"/>
          </p:cNvSpPr>
          <p:nvPr>
            <p:ph type="sldNum" idx="10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5F069B2-A58E-4E11-9B7B-C44205F6128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8" name="PlaceHolder 1"/>
          <p:cNvSpPr>
            <a:spLocks noGrp="1"/>
          </p:cNvSpPr>
          <p:nvPr>
            <p:ph type="sldImg"/>
          </p:nvPr>
        </p:nvSpPr>
        <p:spPr>
          <a:xfrm>
            <a:off x="685800" y="1143000"/>
            <a:ext cx="5485680" cy="3085560"/>
          </a:xfrm>
          <a:prstGeom prst="rect">
            <a:avLst/>
          </a:prstGeom>
          <a:ln w="0">
            <a:noFill/>
          </a:ln>
        </p:spPr>
      </p:sp>
      <p:sp>
        <p:nvSpPr>
          <p:cNvPr id="8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00" name="PlaceHolder 3"/>
          <p:cNvSpPr>
            <a:spLocks noGrp="1"/>
          </p:cNvSpPr>
          <p:nvPr>
            <p:ph type="sldNum" idx="10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13F0FF3-DE46-43C2-9334-C88CA2BF73F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1" name="PlaceHolder 1"/>
          <p:cNvSpPr>
            <a:spLocks noGrp="1"/>
          </p:cNvSpPr>
          <p:nvPr>
            <p:ph type="sldImg"/>
          </p:nvPr>
        </p:nvSpPr>
        <p:spPr>
          <a:xfrm>
            <a:off x="685800" y="1143000"/>
            <a:ext cx="5485680" cy="3085560"/>
          </a:xfrm>
          <a:prstGeom prst="rect">
            <a:avLst/>
          </a:prstGeom>
          <a:ln w="0">
            <a:noFill/>
          </a:ln>
        </p:spPr>
      </p:sp>
      <p:sp>
        <p:nvSpPr>
          <p:cNvPr id="9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03" name="PlaceHolder 3"/>
          <p:cNvSpPr>
            <a:spLocks noGrp="1"/>
          </p:cNvSpPr>
          <p:nvPr>
            <p:ph type="sldNum" idx="11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313D2C5-8BE3-47B1-817E-844ABD0CA6B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4" name="PlaceHolder 1"/>
          <p:cNvSpPr>
            <a:spLocks noGrp="1"/>
          </p:cNvSpPr>
          <p:nvPr>
            <p:ph type="sldImg"/>
          </p:nvPr>
        </p:nvSpPr>
        <p:spPr>
          <a:xfrm>
            <a:off x="685800" y="1143000"/>
            <a:ext cx="5485680" cy="3085560"/>
          </a:xfrm>
          <a:prstGeom prst="rect">
            <a:avLst/>
          </a:prstGeom>
          <a:ln w="0">
            <a:noFill/>
          </a:ln>
        </p:spPr>
      </p:sp>
      <p:sp>
        <p:nvSpPr>
          <p:cNvPr id="9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06" name="PlaceHolder 3"/>
          <p:cNvSpPr>
            <a:spLocks noGrp="1"/>
          </p:cNvSpPr>
          <p:nvPr>
            <p:ph type="sldNum" idx="11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5F6722E-0932-46B1-A293-C699F0AD6F9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7" name="PlaceHolder 1"/>
          <p:cNvSpPr>
            <a:spLocks noGrp="1"/>
          </p:cNvSpPr>
          <p:nvPr>
            <p:ph type="sldImg"/>
          </p:nvPr>
        </p:nvSpPr>
        <p:spPr>
          <a:xfrm>
            <a:off x="685800" y="1143000"/>
            <a:ext cx="5485680" cy="3085560"/>
          </a:xfrm>
          <a:prstGeom prst="rect">
            <a:avLst/>
          </a:prstGeom>
          <a:ln w="0">
            <a:noFill/>
          </a:ln>
        </p:spPr>
      </p:sp>
      <p:sp>
        <p:nvSpPr>
          <p:cNvPr id="9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09" name="PlaceHolder 3"/>
          <p:cNvSpPr>
            <a:spLocks noGrp="1"/>
          </p:cNvSpPr>
          <p:nvPr>
            <p:ph type="sldNum" idx="11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636903A-3434-4C4D-BC42-CF05AD56E31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0" name="PlaceHolder 1"/>
          <p:cNvSpPr>
            <a:spLocks noGrp="1"/>
          </p:cNvSpPr>
          <p:nvPr>
            <p:ph type="sldImg"/>
          </p:nvPr>
        </p:nvSpPr>
        <p:spPr>
          <a:xfrm>
            <a:off x="685800" y="1143000"/>
            <a:ext cx="5485680" cy="3085560"/>
          </a:xfrm>
          <a:prstGeom prst="rect">
            <a:avLst/>
          </a:prstGeom>
          <a:ln w="0">
            <a:noFill/>
          </a:ln>
        </p:spPr>
      </p:sp>
      <p:sp>
        <p:nvSpPr>
          <p:cNvPr id="9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12" name="PlaceHolder 3"/>
          <p:cNvSpPr>
            <a:spLocks noGrp="1"/>
          </p:cNvSpPr>
          <p:nvPr>
            <p:ph type="sldNum" idx="11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583C577-9A0B-47F0-AB20-C66054F1CD7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3" name="PlaceHolder 1"/>
          <p:cNvSpPr>
            <a:spLocks noGrp="1"/>
          </p:cNvSpPr>
          <p:nvPr>
            <p:ph type="sldImg"/>
          </p:nvPr>
        </p:nvSpPr>
        <p:spPr>
          <a:xfrm>
            <a:off x="685800" y="1143000"/>
            <a:ext cx="5485680" cy="3085560"/>
          </a:xfrm>
          <a:prstGeom prst="rect">
            <a:avLst/>
          </a:prstGeom>
          <a:ln w="0">
            <a:noFill/>
          </a:ln>
        </p:spPr>
      </p:sp>
      <p:sp>
        <p:nvSpPr>
          <p:cNvPr id="9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15" name="PlaceHolder 3"/>
          <p:cNvSpPr>
            <a:spLocks noGrp="1"/>
          </p:cNvSpPr>
          <p:nvPr>
            <p:ph type="sldNum" idx="11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9C2E3C7-287A-41D2-B63A-7E4174A4EC2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6" name="PlaceHolder 1"/>
          <p:cNvSpPr>
            <a:spLocks noGrp="1"/>
          </p:cNvSpPr>
          <p:nvPr>
            <p:ph type="sldImg"/>
          </p:nvPr>
        </p:nvSpPr>
        <p:spPr>
          <a:xfrm>
            <a:off x="685800" y="1143000"/>
            <a:ext cx="5485680" cy="3085560"/>
          </a:xfrm>
          <a:prstGeom prst="rect">
            <a:avLst/>
          </a:prstGeom>
          <a:ln w="0">
            <a:noFill/>
          </a:ln>
        </p:spPr>
      </p:sp>
      <p:sp>
        <p:nvSpPr>
          <p:cNvPr id="9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18" name="PlaceHolder 3"/>
          <p:cNvSpPr>
            <a:spLocks noGrp="1"/>
          </p:cNvSpPr>
          <p:nvPr>
            <p:ph type="sldNum" idx="11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F48D3C4-8374-4857-A44B-30E13BF1640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9" name="PlaceHolder 1"/>
          <p:cNvSpPr>
            <a:spLocks noGrp="1"/>
          </p:cNvSpPr>
          <p:nvPr>
            <p:ph type="sldImg"/>
          </p:nvPr>
        </p:nvSpPr>
        <p:spPr>
          <a:xfrm>
            <a:off x="685800" y="1143000"/>
            <a:ext cx="5485680" cy="3085560"/>
          </a:xfrm>
          <a:prstGeom prst="rect">
            <a:avLst/>
          </a:prstGeom>
          <a:ln w="0">
            <a:noFill/>
          </a:ln>
        </p:spPr>
      </p:sp>
      <p:sp>
        <p:nvSpPr>
          <p:cNvPr id="9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21" name="PlaceHolder 3"/>
          <p:cNvSpPr>
            <a:spLocks noGrp="1"/>
          </p:cNvSpPr>
          <p:nvPr>
            <p:ph type="sldNum" idx="11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1882193-17D5-4926-97D1-160F433A41A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0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2" name="PlaceHolder 1"/>
          <p:cNvSpPr>
            <a:spLocks noGrp="1"/>
          </p:cNvSpPr>
          <p:nvPr>
            <p:ph type="sldImg"/>
          </p:nvPr>
        </p:nvSpPr>
        <p:spPr>
          <a:xfrm>
            <a:off x="685800" y="1143000"/>
            <a:ext cx="5485680" cy="3085560"/>
          </a:xfrm>
          <a:prstGeom prst="rect">
            <a:avLst/>
          </a:prstGeom>
          <a:ln w="0">
            <a:noFill/>
          </a:ln>
        </p:spPr>
      </p:sp>
      <p:sp>
        <p:nvSpPr>
          <p:cNvPr id="9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24" name="PlaceHolder 3"/>
          <p:cNvSpPr>
            <a:spLocks noGrp="1"/>
          </p:cNvSpPr>
          <p:nvPr>
            <p:ph type="sldNum" idx="11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D7B0DF6-BA8F-442F-A05C-546D3EDBB99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5" name="PlaceHolder 1"/>
          <p:cNvSpPr>
            <a:spLocks noGrp="1"/>
          </p:cNvSpPr>
          <p:nvPr>
            <p:ph type="sldImg"/>
          </p:nvPr>
        </p:nvSpPr>
        <p:spPr>
          <a:xfrm>
            <a:off x="685800" y="1143000"/>
            <a:ext cx="5485680" cy="3085560"/>
          </a:xfrm>
          <a:prstGeom prst="rect">
            <a:avLst/>
          </a:prstGeom>
          <a:ln w="0">
            <a:noFill/>
          </a:ln>
        </p:spPr>
      </p:sp>
      <p:sp>
        <p:nvSpPr>
          <p:cNvPr id="9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27" name="PlaceHolder 3"/>
          <p:cNvSpPr>
            <a:spLocks noGrp="1"/>
          </p:cNvSpPr>
          <p:nvPr>
            <p:ph type="sldNum" idx="11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FFF15EB-127F-4986-8AD1-B1D3D278657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8" name="PlaceHolder 1"/>
          <p:cNvSpPr>
            <a:spLocks noGrp="1"/>
          </p:cNvSpPr>
          <p:nvPr>
            <p:ph type="sldImg"/>
          </p:nvPr>
        </p:nvSpPr>
        <p:spPr>
          <a:xfrm>
            <a:off x="685800" y="1143000"/>
            <a:ext cx="5485680" cy="3085560"/>
          </a:xfrm>
          <a:prstGeom prst="rect">
            <a:avLst/>
          </a:prstGeom>
          <a:ln w="0">
            <a:noFill/>
          </a:ln>
        </p:spPr>
      </p:sp>
      <p:sp>
        <p:nvSpPr>
          <p:cNvPr id="9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30" name="PlaceHolder 3"/>
          <p:cNvSpPr>
            <a:spLocks noGrp="1"/>
          </p:cNvSpPr>
          <p:nvPr>
            <p:ph type="sldNum" idx="11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6179B5C-5031-4690-9C38-F1DCB1FB125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1" name="PlaceHolder 1"/>
          <p:cNvSpPr>
            <a:spLocks noGrp="1"/>
          </p:cNvSpPr>
          <p:nvPr>
            <p:ph type="sldImg"/>
          </p:nvPr>
        </p:nvSpPr>
        <p:spPr>
          <a:xfrm>
            <a:off x="685800" y="1143000"/>
            <a:ext cx="5485680" cy="3085560"/>
          </a:xfrm>
          <a:prstGeom prst="rect">
            <a:avLst/>
          </a:prstGeom>
          <a:ln w="0">
            <a:noFill/>
          </a:ln>
        </p:spPr>
      </p:sp>
      <p:sp>
        <p:nvSpPr>
          <p:cNvPr id="9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33" name="PlaceHolder 3"/>
          <p:cNvSpPr>
            <a:spLocks noGrp="1"/>
          </p:cNvSpPr>
          <p:nvPr>
            <p:ph type="sldNum" idx="12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596243D-6178-4623-A797-71E7BC9B01C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4" name="PlaceHolder 1"/>
          <p:cNvSpPr>
            <a:spLocks noGrp="1"/>
          </p:cNvSpPr>
          <p:nvPr>
            <p:ph type="sldImg"/>
          </p:nvPr>
        </p:nvSpPr>
        <p:spPr>
          <a:xfrm>
            <a:off x="685800" y="1143000"/>
            <a:ext cx="5485680" cy="3085560"/>
          </a:xfrm>
          <a:prstGeom prst="rect">
            <a:avLst/>
          </a:prstGeom>
          <a:ln w="0">
            <a:noFill/>
          </a:ln>
        </p:spPr>
      </p:sp>
      <p:sp>
        <p:nvSpPr>
          <p:cNvPr id="93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36" name="PlaceHolder 3"/>
          <p:cNvSpPr>
            <a:spLocks noGrp="1"/>
          </p:cNvSpPr>
          <p:nvPr>
            <p:ph type="sldNum" idx="12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598FF78-220D-4209-BCD3-8A913FA0506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7" name="PlaceHolder 1"/>
          <p:cNvSpPr>
            <a:spLocks noGrp="1"/>
          </p:cNvSpPr>
          <p:nvPr>
            <p:ph type="sldImg"/>
          </p:nvPr>
        </p:nvSpPr>
        <p:spPr>
          <a:xfrm>
            <a:off x="685800" y="1143000"/>
            <a:ext cx="5485680" cy="3085560"/>
          </a:xfrm>
          <a:prstGeom prst="rect">
            <a:avLst/>
          </a:prstGeom>
          <a:ln w="0">
            <a:noFill/>
          </a:ln>
        </p:spPr>
      </p:sp>
      <p:sp>
        <p:nvSpPr>
          <p:cNvPr id="93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39" name="PlaceHolder 3"/>
          <p:cNvSpPr>
            <a:spLocks noGrp="1"/>
          </p:cNvSpPr>
          <p:nvPr>
            <p:ph type="sldNum" idx="12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EF16F68-4498-459B-8E53-0254DA571A4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0" name="PlaceHolder 1"/>
          <p:cNvSpPr>
            <a:spLocks noGrp="1"/>
          </p:cNvSpPr>
          <p:nvPr>
            <p:ph type="sldImg"/>
          </p:nvPr>
        </p:nvSpPr>
        <p:spPr>
          <a:xfrm>
            <a:off x="685800" y="1143000"/>
            <a:ext cx="5485680" cy="3085560"/>
          </a:xfrm>
          <a:prstGeom prst="rect">
            <a:avLst/>
          </a:prstGeom>
          <a:ln w="0">
            <a:noFill/>
          </a:ln>
        </p:spPr>
      </p:sp>
      <p:sp>
        <p:nvSpPr>
          <p:cNvPr id="94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42" name="PlaceHolder 3"/>
          <p:cNvSpPr>
            <a:spLocks noGrp="1"/>
          </p:cNvSpPr>
          <p:nvPr>
            <p:ph type="sldNum" idx="12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592ABD4-B9E9-4E67-9F33-8FE95503B19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3" name="PlaceHolder 1"/>
          <p:cNvSpPr>
            <a:spLocks noGrp="1"/>
          </p:cNvSpPr>
          <p:nvPr>
            <p:ph type="sldImg"/>
          </p:nvPr>
        </p:nvSpPr>
        <p:spPr>
          <a:xfrm>
            <a:off x="685800" y="1143000"/>
            <a:ext cx="5485680" cy="3085560"/>
          </a:xfrm>
          <a:prstGeom prst="rect">
            <a:avLst/>
          </a:prstGeom>
          <a:ln w="0">
            <a:noFill/>
          </a:ln>
        </p:spPr>
      </p:sp>
      <p:sp>
        <p:nvSpPr>
          <p:cNvPr id="94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45" name="PlaceHolder 3"/>
          <p:cNvSpPr>
            <a:spLocks noGrp="1"/>
          </p:cNvSpPr>
          <p:nvPr>
            <p:ph type="sldNum" idx="12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33345B3-1B59-46BC-9855-76B2C542DDD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6" name="PlaceHolder 1"/>
          <p:cNvSpPr>
            <a:spLocks noGrp="1"/>
          </p:cNvSpPr>
          <p:nvPr>
            <p:ph type="sldImg"/>
          </p:nvPr>
        </p:nvSpPr>
        <p:spPr>
          <a:xfrm>
            <a:off x="685800" y="1143000"/>
            <a:ext cx="5485680" cy="3085560"/>
          </a:xfrm>
          <a:prstGeom prst="rect">
            <a:avLst/>
          </a:prstGeom>
          <a:ln w="0">
            <a:noFill/>
          </a:ln>
        </p:spPr>
      </p:sp>
      <p:sp>
        <p:nvSpPr>
          <p:cNvPr id="94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48" name="PlaceHolder 3"/>
          <p:cNvSpPr>
            <a:spLocks noGrp="1"/>
          </p:cNvSpPr>
          <p:nvPr>
            <p:ph type="sldNum" idx="12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C910026-F316-4AAC-A52B-CED4E63F405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9" name="PlaceHolder 1"/>
          <p:cNvSpPr>
            <a:spLocks noGrp="1"/>
          </p:cNvSpPr>
          <p:nvPr>
            <p:ph type="sldImg"/>
          </p:nvPr>
        </p:nvSpPr>
        <p:spPr>
          <a:xfrm>
            <a:off x="685800" y="1143000"/>
            <a:ext cx="5485680" cy="3085560"/>
          </a:xfrm>
          <a:prstGeom prst="rect">
            <a:avLst/>
          </a:prstGeom>
          <a:ln w="0">
            <a:noFill/>
          </a:ln>
        </p:spPr>
      </p:sp>
      <p:sp>
        <p:nvSpPr>
          <p:cNvPr id="95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1" name="PlaceHolder 3"/>
          <p:cNvSpPr>
            <a:spLocks noGrp="1"/>
          </p:cNvSpPr>
          <p:nvPr>
            <p:ph type="sldNum" idx="12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0EFFE14-3489-44AE-B619-DE38110FAA3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2" name="PlaceHolder 1"/>
          <p:cNvSpPr>
            <a:spLocks noGrp="1"/>
          </p:cNvSpPr>
          <p:nvPr>
            <p:ph type="sldImg"/>
          </p:nvPr>
        </p:nvSpPr>
        <p:spPr>
          <a:xfrm>
            <a:off x="685800" y="1143000"/>
            <a:ext cx="5485680" cy="3085560"/>
          </a:xfrm>
          <a:prstGeom prst="rect">
            <a:avLst/>
          </a:prstGeom>
          <a:ln w="0">
            <a:noFill/>
          </a:ln>
        </p:spPr>
      </p:sp>
      <p:sp>
        <p:nvSpPr>
          <p:cNvPr id="95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4" name="PlaceHolder 3"/>
          <p:cNvSpPr>
            <a:spLocks noGrp="1"/>
          </p:cNvSpPr>
          <p:nvPr>
            <p:ph type="sldNum" idx="12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330E200-5E8B-4CB4-A3A2-BDB1D6743F5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5" name="PlaceHolder 1"/>
          <p:cNvSpPr>
            <a:spLocks noGrp="1"/>
          </p:cNvSpPr>
          <p:nvPr>
            <p:ph type="sldImg"/>
          </p:nvPr>
        </p:nvSpPr>
        <p:spPr>
          <a:xfrm>
            <a:off x="685800" y="1143000"/>
            <a:ext cx="5485680" cy="3085560"/>
          </a:xfrm>
          <a:prstGeom prst="rect">
            <a:avLst/>
          </a:prstGeom>
          <a:ln w="0">
            <a:noFill/>
          </a:ln>
        </p:spPr>
      </p:sp>
      <p:sp>
        <p:nvSpPr>
          <p:cNvPr id="95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57" name="PlaceHolder 3"/>
          <p:cNvSpPr>
            <a:spLocks noGrp="1"/>
          </p:cNvSpPr>
          <p:nvPr>
            <p:ph type="sldNum" idx="12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771CC26-2E4F-4878-81C4-EFE1E743B92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8" name="PlaceHolder 1"/>
          <p:cNvSpPr>
            <a:spLocks noGrp="1"/>
          </p:cNvSpPr>
          <p:nvPr>
            <p:ph type="sldImg"/>
          </p:nvPr>
        </p:nvSpPr>
        <p:spPr>
          <a:xfrm>
            <a:off x="685800" y="1143000"/>
            <a:ext cx="5485680" cy="3085560"/>
          </a:xfrm>
          <a:prstGeom prst="rect">
            <a:avLst/>
          </a:prstGeom>
          <a:ln w="0">
            <a:noFill/>
          </a:ln>
        </p:spPr>
      </p:sp>
      <p:sp>
        <p:nvSpPr>
          <p:cNvPr id="95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0" name="PlaceHolder 3"/>
          <p:cNvSpPr>
            <a:spLocks noGrp="1"/>
          </p:cNvSpPr>
          <p:nvPr>
            <p:ph type="sldNum" idx="12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C7BB826-D6C5-422D-8094-EBA291F0417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1" name="PlaceHolder 1"/>
          <p:cNvSpPr>
            <a:spLocks noGrp="1"/>
          </p:cNvSpPr>
          <p:nvPr>
            <p:ph type="sldImg"/>
          </p:nvPr>
        </p:nvSpPr>
        <p:spPr>
          <a:xfrm>
            <a:off x="685800" y="1143000"/>
            <a:ext cx="5485680" cy="3085560"/>
          </a:xfrm>
          <a:prstGeom prst="rect">
            <a:avLst/>
          </a:prstGeom>
          <a:ln w="0">
            <a:noFill/>
          </a:ln>
        </p:spPr>
      </p:sp>
      <p:sp>
        <p:nvSpPr>
          <p:cNvPr id="96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3" name="PlaceHolder 3"/>
          <p:cNvSpPr>
            <a:spLocks noGrp="1"/>
          </p:cNvSpPr>
          <p:nvPr>
            <p:ph type="sldNum" idx="13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B7BF2D0-CF1F-4959-9DA8-0601AB50520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4" name="PlaceHolder 1"/>
          <p:cNvSpPr>
            <a:spLocks noGrp="1"/>
          </p:cNvSpPr>
          <p:nvPr>
            <p:ph type="sldImg"/>
          </p:nvPr>
        </p:nvSpPr>
        <p:spPr>
          <a:xfrm>
            <a:off x="685800" y="1143000"/>
            <a:ext cx="5485680" cy="3085560"/>
          </a:xfrm>
          <a:prstGeom prst="rect">
            <a:avLst/>
          </a:prstGeom>
          <a:ln w="0">
            <a:noFill/>
          </a:ln>
        </p:spPr>
      </p:sp>
      <p:sp>
        <p:nvSpPr>
          <p:cNvPr id="96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6" name="PlaceHolder 3"/>
          <p:cNvSpPr>
            <a:spLocks noGrp="1"/>
          </p:cNvSpPr>
          <p:nvPr>
            <p:ph type="sldNum" idx="13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FDB059D-3EAE-4A88-A093-6ADCC27431B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7" name="PlaceHolder 1"/>
          <p:cNvSpPr>
            <a:spLocks noGrp="1"/>
          </p:cNvSpPr>
          <p:nvPr>
            <p:ph type="sldImg"/>
          </p:nvPr>
        </p:nvSpPr>
        <p:spPr>
          <a:xfrm>
            <a:off x="685800" y="1143000"/>
            <a:ext cx="5485680" cy="3085560"/>
          </a:xfrm>
          <a:prstGeom prst="rect">
            <a:avLst/>
          </a:prstGeom>
          <a:ln w="0">
            <a:noFill/>
          </a:ln>
        </p:spPr>
      </p:sp>
      <p:sp>
        <p:nvSpPr>
          <p:cNvPr id="96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69" name="PlaceHolder 3"/>
          <p:cNvSpPr>
            <a:spLocks noGrp="1"/>
          </p:cNvSpPr>
          <p:nvPr>
            <p:ph type="sldNum" idx="13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61D8237-B52F-4454-B63B-38892C639BA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0" name="PlaceHolder 1"/>
          <p:cNvSpPr>
            <a:spLocks noGrp="1"/>
          </p:cNvSpPr>
          <p:nvPr>
            <p:ph type="sldImg"/>
          </p:nvPr>
        </p:nvSpPr>
        <p:spPr>
          <a:xfrm>
            <a:off x="685800" y="1143000"/>
            <a:ext cx="5485680" cy="3085560"/>
          </a:xfrm>
          <a:prstGeom prst="rect">
            <a:avLst/>
          </a:prstGeom>
          <a:ln w="0">
            <a:noFill/>
          </a:ln>
        </p:spPr>
      </p:sp>
      <p:sp>
        <p:nvSpPr>
          <p:cNvPr id="97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2" name="PlaceHolder 3"/>
          <p:cNvSpPr>
            <a:spLocks noGrp="1"/>
          </p:cNvSpPr>
          <p:nvPr>
            <p:ph type="sldNum" idx="13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B5ED87C-4CF6-4035-B1C7-587526A9D9E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3" name="PlaceHolder 1"/>
          <p:cNvSpPr>
            <a:spLocks noGrp="1"/>
          </p:cNvSpPr>
          <p:nvPr>
            <p:ph type="sldImg"/>
          </p:nvPr>
        </p:nvSpPr>
        <p:spPr>
          <a:xfrm>
            <a:off x="685800" y="1143000"/>
            <a:ext cx="5485680" cy="3085560"/>
          </a:xfrm>
          <a:prstGeom prst="rect">
            <a:avLst/>
          </a:prstGeom>
          <a:ln w="0">
            <a:noFill/>
          </a:ln>
        </p:spPr>
      </p:sp>
      <p:sp>
        <p:nvSpPr>
          <p:cNvPr id="97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5" name="PlaceHolder 3"/>
          <p:cNvSpPr>
            <a:spLocks noGrp="1"/>
          </p:cNvSpPr>
          <p:nvPr>
            <p:ph type="sldNum" idx="13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E76EB55-F5D7-4E19-BCC5-474E608AE4F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6" name="PlaceHolder 1"/>
          <p:cNvSpPr>
            <a:spLocks noGrp="1"/>
          </p:cNvSpPr>
          <p:nvPr>
            <p:ph type="sldImg"/>
          </p:nvPr>
        </p:nvSpPr>
        <p:spPr>
          <a:xfrm>
            <a:off x="685800" y="1143000"/>
            <a:ext cx="5485680" cy="3085560"/>
          </a:xfrm>
          <a:prstGeom prst="rect">
            <a:avLst/>
          </a:prstGeom>
          <a:ln w="0">
            <a:noFill/>
          </a:ln>
        </p:spPr>
      </p:sp>
      <p:sp>
        <p:nvSpPr>
          <p:cNvPr id="97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78" name="PlaceHolder 3"/>
          <p:cNvSpPr>
            <a:spLocks noGrp="1"/>
          </p:cNvSpPr>
          <p:nvPr>
            <p:ph type="sldNum" idx="13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81A0EFC-A226-43BB-B026-26150DCEDEA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9" name="PlaceHolder 1"/>
          <p:cNvSpPr>
            <a:spLocks noGrp="1"/>
          </p:cNvSpPr>
          <p:nvPr>
            <p:ph type="sldImg"/>
          </p:nvPr>
        </p:nvSpPr>
        <p:spPr>
          <a:xfrm>
            <a:off x="685800" y="1143000"/>
            <a:ext cx="5485680" cy="3085560"/>
          </a:xfrm>
          <a:prstGeom prst="rect">
            <a:avLst/>
          </a:prstGeom>
          <a:ln w="0">
            <a:noFill/>
          </a:ln>
        </p:spPr>
      </p:sp>
      <p:sp>
        <p:nvSpPr>
          <p:cNvPr id="98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1" name="PlaceHolder 3"/>
          <p:cNvSpPr>
            <a:spLocks noGrp="1"/>
          </p:cNvSpPr>
          <p:nvPr>
            <p:ph type="sldNum" idx="13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AB4B207-74EF-4334-A5BE-5D365D736C2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2" name="PlaceHolder 1"/>
          <p:cNvSpPr>
            <a:spLocks noGrp="1"/>
          </p:cNvSpPr>
          <p:nvPr>
            <p:ph type="sldImg"/>
          </p:nvPr>
        </p:nvSpPr>
        <p:spPr>
          <a:xfrm>
            <a:off x="685800" y="1143000"/>
            <a:ext cx="5485680" cy="3085560"/>
          </a:xfrm>
          <a:prstGeom prst="rect">
            <a:avLst/>
          </a:prstGeom>
          <a:ln w="0">
            <a:noFill/>
          </a:ln>
        </p:spPr>
      </p:sp>
      <p:sp>
        <p:nvSpPr>
          <p:cNvPr id="98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4" name="PlaceHolder 3"/>
          <p:cNvSpPr>
            <a:spLocks noGrp="1"/>
          </p:cNvSpPr>
          <p:nvPr>
            <p:ph type="sldNum" idx="13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04B414A-D076-4B40-9CD9-26088B484E9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sldImg"/>
          </p:nvPr>
        </p:nvSpPr>
        <p:spPr>
          <a:xfrm>
            <a:off x="685800" y="1143000"/>
            <a:ext cx="5485680" cy="3085560"/>
          </a:xfrm>
          <a:prstGeom prst="rect">
            <a:avLst/>
          </a:prstGeom>
          <a:ln w="0">
            <a:noFill/>
          </a:ln>
        </p:spPr>
      </p:sp>
      <p:sp>
        <p:nvSpPr>
          <p:cNvPr id="98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87" name="PlaceHolder 3"/>
          <p:cNvSpPr>
            <a:spLocks noGrp="1"/>
          </p:cNvSpPr>
          <p:nvPr>
            <p:ph type="sldNum" idx="13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D2AE8B5-8822-4FDF-A392-2087E653A19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8" name="PlaceHolder 1"/>
          <p:cNvSpPr>
            <a:spLocks noGrp="1"/>
          </p:cNvSpPr>
          <p:nvPr>
            <p:ph type="sldImg"/>
          </p:nvPr>
        </p:nvSpPr>
        <p:spPr>
          <a:xfrm>
            <a:off x="685800" y="1143000"/>
            <a:ext cx="5485680" cy="3085560"/>
          </a:xfrm>
          <a:prstGeom prst="rect">
            <a:avLst/>
          </a:prstGeom>
          <a:ln w="0">
            <a:noFill/>
          </a:ln>
        </p:spPr>
      </p:sp>
      <p:sp>
        <p:nvSpPr>
          <p:cNvPr id="98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0" name="PlaceHolder 3"/>
          <p:cNvSpPr>
            <a:spLocks noGrp="1"/>
          </p:cNvSpPr>
          <p:nvPr>
            <p:ph type="sldNum" idx="13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FE40822-26E9-4006-9898-F9EF364B6DC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1" name="PlaceHolder 1"/>
          <p:cNvSpPr>
            <a:spLocks noGrp="1"/>
          </p:cNvSpPr>
          <p:nvPr>
            <p:ph type="sldImg"/>
          </p:nvPr>
        </p:nvSpPr>
        <p:spPr>
          <a:xfrm>
            <a:off x="685800" y="1143000"/>
            <a:ext cx="5485680" cy="3085560"/>
          </a:xfrm>
          <a:prstGeom prst="rect">
            <a:avLst/>
          </a:prstGeom>
          <a:ln w="0">
            <a:noFill/>
          </a:ln>
        </p:spPr>
      </p:sp>
      <p:sp>
        <p:nvSpPr>
          <p:cNvPr id="99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3" name="PlaceHolder 3"/>
          <p:cNvSpPr>
            <a:spLocks noGrp="1"/>
          </p:cNvSpPr>
          <p:nvPr>
            <p:ph type="sldNum" idx="14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0B56219-2285-4CE3-A03D-7D367841AA7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4" name="PlaceHolder 1"/>
          <p:cNvSpPr>
            <a:spLocks noGrp="1"/>
          </p:cNvSpPr>
          <p:nvPr>
            <p:ph type="sldImg"/>
          </p:nvPr>
        </p:nvSpPr>
        <p:spPr>
          <a:xfrm>
            <a:off x="685800" y="1143000"/>
            <a:ext cx="5485680" cy="3085560"/>
          </a:xfrm>
          <a:prstGeom prst="rect">
            <a:avLst/>
          </a:prstGeom>
          <a:ln w="0">
            <a:noFill/>
          </a:ln>
        </p:spPr>
      </p:sp>
      <p:sp>
        <p:nvSpPr>
          <p:cNvPr id="99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6" name="PlaceHolder 3"/>
          <p:cNvSpPr>
            <a:spLocks noGrp="1"/>
          </p:cNvSpPr>
          <p:nvPr>
            <p:ph type="sldNum" idx="14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3375D48-7CB0-4C86-9923-02D951637C3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7" name="PlaceHolder 1"/>
          <p:cNvSpPr>
            <a:spLocks noGrp="1"/>
          </p:cNvSpPr>
          <p:nvPr>
            <p:ph type="sldImg"/>
          </p:nvPr>
        </p:nvSpPr>
        <p:spPr>
          <a:xfrm>
            <a:off x="685800" y="1143000"/>
            <a:ext cx="5485680" cy="3085560"/>
          </a:xfrm>
          <a:prstGeom prst="rect">
            <a:avLst/>
          </a:prstGeom>
          <a:ln w="0">
            <a:noFill/>
          </a:ln>
        </p:spPr>
      </p:sp>
      <p:sp>
        <p:nvSpPr>
          <p:cNvPr id="99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999" name="PlaceHolder 3"/>
          <p:cNvSpPr>
            <a:spLocks noGrp="1"/>
          </p:cNvSpPr>
          <p:nvPr>
            <p:ph type="sldNum" idx="14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5AFBA0B-F99F-43A4-BD56-E8EE608C2A9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0" name="PlaceHolder 1"/>
          <p:cNvSpPr>
            <a:spLocks noGrp="1"/>
          </p:cNvSpPr>
          <p:nvPr>
            <p:ph type="sldImg"/>
          </p:nvPr>
        </p:nvSpPr>
        <p:spPr>
          <a:xfrm>
            <a:off x="685800" y="1143000"/>
            <a:ext cx="5485680" cy="3085560"/>
          </a:xfrm>
          <a:prstGeom prst="rect">
            <a:avLst/>
          </a:prstGeom>
          <a:ln w="0">
            <a:noFill/>
          </a:ln>
        </p:spPr>
      </p:sp>
      <p:sp>
        <p:nvSpPr>
          <p:cNvPr id="100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2" name="PlaceHolder 3"/>
          <p:cNvSpPr>
            <a:spLocks noGrp="1"/>
          </p:cNvSpPr>
          <p:nvPr>
            <p:ph type="sldNum" idx="14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7BC8549-5568-4839-B844-4FFD0D9312F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3" name="PlaceHolder 1"/>
          <p:cNvSpPr>
            <a:spLocks noGrp="1"/>
          </p:cNvSpPr>
          <p:nvPr>
            <p:ph type="sldImg"/>
          </p:nvPr>
        </p:nvSpPr>
        <p:spPr>
          <a:xfrm>
            <a:off x="685800" y="1143000"/>
            <a:ext cx="5485680" cy="3085560"/>
          </a:xfrm>
          <a:prstGeom prst="rect">
            <a:avLst/>
          </a:prstGeom>
          <a:ln w="0">
            <a:noFill/>
          </a:ln>
        </p:spPr>
      </p:sp>
      <p:sp>
        <p:nvSpPr>
          <p:cNvPr id="100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5" name="PlaceHolder 3"/>
          <p:cNvSpPr>
            <a:spLocks noGrp="1"/>
          </p:cNvSpPr>
          <p:nvPr>
            <p:ph type="sldNum" idx="14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34D7C09-FA0B-4847-A2AD-DB111A540FE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6" name="PlaceHolder 1"/>
          <p:cNvSpPr>
            <a:spLocks noGrp="1"/>
          </p:cNvSpPr>
          <p:nvPr>
            <p:ph type="sldImg"/>
          </p:nvPr>
        </p:nvSpPr>
        <p:spPr>
          <a:xfrm>
            <a:off x="685800" y="1143000"/>
            <a:ext cx="5485680" cy="3085560"/>
          </a:xfrm>
          <a:prstGeom prst="rect">
            <a:avLst/>
          </a:prstGeom>
          <a:ln w="0">
            <a:noFill/>
          </a:ln>
        </p:spPr>
      </p:sp>
      <p:sp>
        <p:nvSpPr>
          <p:cNvPr id="100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08" name="PlaceHolder 3"/>
          <p:cNvSpPr>
            <a:spLocks noGrp="1"/>
          </p:cNvSpPr>
          <p:nvPr>
            <p:ph type="sldNum" idx="14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93BB5CC-F38D-4F8F-8237-53FFFD44C522}"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9" name="PlaceHolder 1"/>
          <p:cNvSpPr>
            <a:spLocks noGrp="1"/>
          </p:cNvSpPr>
          <p:nvPr>
            <p:ph type="sldImg"/>
          </p:nvPr>
        </p:nvSpPr>
        <p:spPr>
          <a:xfrm>
            <a:off x="685800" y="1143000"/>
            <a:ext cx="5485680" cy="3085560"/>
          </a:xfrm>
          <a:prstGeom prst="rect">
            <a:avLst/>
          </a:prstGeom>
          <a:ln w="0">
            <a:noFill/>
          </a:ln>
        </p:spPr>
      </p:sp>
      <p:sp>
        <p:nvSpPr>
          <p:cNvPr id="101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1" name="PlaceHolder 3"/>
          <p:cNvSpPr>
            <a:spLocks noGrp="1"/>
          </p:cNvSpPr>
          <p:nvPr>
            <p:ph type="sldNum" idx="14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4E0049F-4DFA-4F28-86D9-5A3F468B227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2" name="PlaceHolder 1"/>
          <p:cNvSpPr>
            <a:spLocks noGrp="1"/>
          </p:cNvSpPr>
          <p:nvPr>
            <p:ph type="sldImg"/>
          </p:nvPr>
        </p:nvSpPr>
        <p:spPr>
          <a:xfrm>
            <a:off x="685800" y="1143000"/>
            <a:ext cx="5485680" cy="3085560"/>
          </a:xfrm>
          <a:prstGeom prst="rect">
            <a:avLst/>
          </a:prstGeom>
          <a:ln w="0">
            <a:noFill/>
          </a:ln>
        </p:spPr>
      </p:sp>
      <p:sp>
        <p:nvSpPr>
          <p:cNvPr id="101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4" name="PlaceHolder 3"/>
          <p:cNvSpPr>
            <a:spLocks noGrp="1"/>
          </p:cNvSpPr>
          <p:nvPr>
            <p:ph type="sldNum" idx="14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B4FB561-6260-4478-BD69-3B4CFC46942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 name="PlaceHolder 1"/>
          <p:cNvSpPr>
            <a:spLocks noGrp="1"/>
          </p:cNvSpPr>
          <p:nvPr>
            <p:ph type="sldImg"/>
          </p:nvPr>
        </p:nvSpPr>
        <p:spPr>
          <a:xfrm>
            <a:off x="685800" y="1143000"/>
            <a:ext cx="5485680" cy="3085560"/>
          </a:xfrm>
          <a:prstGeom prst="rect">
            <a:avLst/>
          </a:prstGeom>
          <a:ln w="0">
            <a:noFill/>
          </a:ln>
        </p:spPr>
      </p:sp>
      <p:sp>
        <p:nvSpPr>
          <p:cNvPr id="101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17" name="PlaceHolder 3"/>
          <p:cNvSpPr>
            <a:spLocks noGrp="1"/>
          </p:cNvSpPr>
          <p:nvPr>
            <p:ph type="sldNum" idx="14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FBD5A05-605E-46DC-A26C-FCCF5CBBB1C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8" name="PlaceHolder 1"/>
          <p:cNvSpPr>
            <a:spLocks noGrp="1"/>
          </p:cNvSpPr>
          <p:nvPr>
            <p:ph type="sldImg"/>
          </p:nvPr>
        </p:nvSpPr>
        <p:spPr>
          <a:xfrm>
            <a:off x="685800" y="1143000"/>
            <a:ext cx="5485680" cy="3085560"/>
          </a:xfrm>
          <a:prstGeom prst="rect">
            <a:avLst/>
          </a:prstGeom>
          <a:ln w="0">
            <a:noFill/>
          </a:ln>
        </p:spPr>
      </p:sp>
      <p:sp>
        <p:nvSpPr>
          <p:cNvPr id="101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0" name="PlaceHolder 3"/>
          <p:cNvSpPr>
            <a:spLocks noGrp="1"/>
          </p:cNvSpPr>
          <p:nvPr>
            <p:ph type="sldNum" idx="14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B2DCF57-4C01-4B4F-90CC-ABA4B9AA1AA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1" name="PlaceHolder 1"/>
          <p:cNvSpPr>
            <a:spLocks noGrp="1"/>
          </p:cNvSpPr>
          <p:nvPr>
            <p:ph type="sldImg"/>
          </p:nvPr>
        </p:nvSpPr>
        <p:spPr>
          <a:xfrm>
            <a:off x="685800" y="1143000"/>
            <a:ext cx="5485680" cy="3085560"/>
          </a:xfrm>
          <a:prstGeom prst="rect">
            <a:avLst/>
          </a:prstGeom>
          <a:ln w="0">
            <a:noFill/>
          </a:ln>
        </p:spPr>
      </p:sp>
      <p:sp>
        <p:nvSpPr>
          <p:cNvPr id="102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3" name="PlaceHolder 3"/>
          <p:cNvSpPr>
            <a:spLocks noGrp="1"/>
          </p:cNvSpPr>
          <p:nvPr>
            <p:ph type="sldNum" idx="15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B279BA1-1D17-4146-A35C-9D08A3E4130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4" name="PlaceHolder 1"/>
          <p:cNvSpPr>
            <a:spLocks noGrp="1"/>
          </p:cNvSpPr>
          <p:nvPr>
            <p:ph type="sldImg"/>
          </p:nvPr>
        </p:nvSpPr>
        <p:spPr>
          <a:xfrm>
            <a:off x="685800" y="1143000"/>
            <a:ext cx="5485680" cy="3085560"/>
          </a:xfrm>
          <a:prstGeom prst="rect">
            <a:avLst/>
          </a:prstGeom>
          <a:ln w="0">
            <a:noFill/>
          </a:ln>
        </p:spPr>
      </p:sp>
      <p:sp>
        <p:nvSpPr>
          <p:cNvPr id="102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6" name="PlaceHolder 3"/>
          <p:cNvSpPr>
            <a:spLocks noGrp="1"/>
          </p:cNvSpPr>
          <p:nvPr>
            <p:ph type="sldNum" idx="15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4F9CBE2-6780-4B81-A80F-18260D13353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7" name="PlaceHolder 1"/>
          <p:cNvSpPr>
            <a:spLocks noGrp="1"/>
          </p:cNvSpPr>
          <p:nvPr>
            <p:ph type="sldImg"/>
          </p:nvPr>
        </p:nvSpPr>
        <p:spPr>
          <a:xfrm>
            <a:off x="685800" y="1143000"/>
            <a:ext cx="5485680" cy="3085560"/>
          </a:xfrm>
          <a:prstGeom prst="rect">
            <a:avLst/>
          </a:prstGeom>
          <a:ln w="0">
            <a:noFill/>
          </a:ln>
        </p:spPr>
      </p:sp>
      <p:sp>
        <p:nvSpPr>
          <p:cNvPr id="102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29" name="PlaceHolder 3"/>
          <p:cNvSpPr>
            <a:spLocks noGrp="1"/>
          </p:cNvSpPr>
          <p:nvPr>
            <p:ph type="sldNum" idx="15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6EB4502-12DA-407C-993A-964BBDB29B4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0" name="PlaceHolder 1"/>
          <p:cNvSpPr>
            <a:spLocks noGrp="1"/>
          </p:cNvSpPr>
          <p:nvPr>
            <p:ph type="sldImg"/>
          </p:nvPr>
        </p:nvSpPr>
        <p:spPr>
          <a:xfrm>
            <a:off x="685800" y="1143000"/>
            <a:ext cx="5485680" cy="3085560"/>
          </a:xfrm>
          <a:prstGeom prst="rect">
            <a:avLst/>
          </a:prstGeom>
          <a:ln w="0">
            <a:noFill/>
          </a:ln>
        </p:spPr>
      </p:sp>
      <p:sp>
        <p:nvSpPr>
          <p:cNvPr id="103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2" name="PlaceHolder 3"/>
          <p:cNvSpPr>
            <a:spLocks noGrp="1"/>
          </p:cNvSpPr>
          <p:nvPr>
            <p:ph type="sldNum" idx="15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2800387-46E0-4A29-9A4B-7CE1E939735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3" name="PlaceHolder 1"/>
          <p:cNvSpPr>
            <a:spLocks noGrp="1"/>
          </p:cNvSpPr>
          <p:nvPr>
            <p:ph type="sldImg"/>
          </p:nvPr>
        </p:nvSpPr>
        <p:spPr>
          <a:xfrm>
            <a:off x="685800" y="1143000"/>
            <a:ext cx="5485680" cy="3085560"/>
          </a:xfrm>
          <a:prstGeom prst="rect">
            <a:avLst/>
          </a:prstGeom>
          <a:ln w="0">
            <a:noFill/>
          </a:ln>
        </p:spPr>
      </p:sp>
      <p:sp>
        <p:nvSpPr>
          <p:cNvPr id="103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5" name="PlaceHolder 3"/>
          <p:cNvSpPr>
            <a:spLocks noGrp="1"/>
          </p:cNvSpPr>
          <p:nvPr>
            <p:ph type="sldNum" idx="15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D53219E-DDC2-451D-96BA-2E346427E10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6" name="PlaceHolder 1"/>
          <p:cNvSpPr>
            <a:spLocks noGrp="1"/>
          </p:cNvSpPr>
          <p:nvPr>
            <p:ph type="sldImg"/>
          </p:nvPr>
        </p:nvSpPr>
        <p:spPr>
          <a:xfrm>
            <a:off x="685800" y="1143000"/>
            <a:ext cx="5485680" cy="3085560"/>
          </a:xfrm>
          <a:prstGeom prst="rect">
            <a:avLst/>
          </a:prstGeom>
          <a:ln w="0">
            <a:noFill/>
          </a:ln>
        </p:spPr>
      </p:sp>
      <p:sp>
        <p:nvSpPr>
          <p:cNvPr id="103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38" name="PlaceHolder 3"/>
          <p:cNvSpPr>
            <a:spLocks noGrp="1"/>
          </p:cNvSpPr>
          <p:nvPr>
            <p:ph type="sldNum" idx="15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DFE62FC-B0B1-47D5-881E-3FA62E4EAA5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9" name="PlaceHolder 1"/>
          <p:cNvSpPr>
            <a:spLocks noGrp="1"/>
          </p:cNvSpPr>
          <p:nvPr>
            <p:ph type="sldImg"/>
          </p:nvPr>
        </p:nvSpPr>
        <p:spPr>
          <a:xfrm>
            <a:off x="685800" y="1143000"/>
            <a:ext cx="5485680" cy="3085560"/>
          </a:xfrm>
          <a:prstGeom prst="rect">
            <a:avLst/>
          </a:prstGeom>
          <a:ln w="0">
            <a:noFill/>
          </a:ln>
        </p:spPr>
      </p:sp>
      <p:sp>
        <p:nvSpPr>
          <p:cNvPr id="104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1" name="PlaceHolder 3"/>
          <p:cNvSpPr>
            <a:spLocks noGrp="1"/>
          </p:cNvSpPr>
          <p:nvPr>
            <p:ph type="sldNum" idx="15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88CEB82-880A-4D3F-9D4D-4A31FFB7F6C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2" name="PlaceHolder 1"/>
          <p:cNvSpPr>
            <a:spLocks noGrp="1"/>
          </p:cNvSpPr>
          <p:nvPr>
            <p:ph type="sldImg"/>
          </p:nvPr>
        </p:nvSpPr>
        <p:spPr>
          <a:xfrm>
            <a:off x="685800" y="1143000"/>
            <a:ext cx="5485680" cy="3085560"/>
          </a:xfrm>
          <a:prstGeom prst="rect">
            <a:avLst/>
          </a:prstGeom>
          <a:ln w="0">
            <a:noFill/>
          </a:ln>
        </p:spPr>
      </p:sp>
      <p:sp>
        <p:nvSpPr>
          <p:cNvPr id="104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4" name="PlaceHolder 3"/>
          <p:cNvSpPr>
            <a:spLocks noGrp="1"/>
          </p:cNvSpPr>
          <p:nvPr>
            <p:ph type="sldNum" idx="15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B2B4043-8A75-4F45-AA7E-86F19483C2B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5" name="PlaceHolder 1"/>
          <p:cNvSpPr>
            <a:spLocks noGrp="1"/>
          </p:cNvSpPr>
          <p:nvPr>
            <p:ph type="sldImg"/>
          </p:nvPr>
        </p:nvSpPr>
        <p:spPr>
          <a:xfrm>
            <a:off x="685800" y="1143000"/>
            <a:ext cx="5485680" cy="3085560"/>
          </a:xfrm>
          <a:prstGeom prst="rect">
            <a:avLst/>
          </a:prstGeom>
          <a:ln w="0">
            <a:noFill/>
          </a:ln>
        </p:spPr>
      </p:sp>
      <p:sp>
        <p:nvSpPr>
          <p:cNvPr id="104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47" name="PlaceHolder 3"/>
          <p:cNvSpPr>
            <a:spLocks noGrp="1"/>
          </p:cNvSpPr>
          <p:nvPr>
            <p:ph type="sldNum" idx="15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02D873C-89AA-4213-9C6A-D7625920631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8" name="PlaceHolder 1"/>
          <p:cNvSpPr>
            <a:spLocks noGrp="1"/>
          </p:cNvSpPr>
          <p:nvPr>
            <p:ph type="sldImg"/>
          </p:nvPr>
        </p:nvSpPr>
        <p:spPr>
          <a:xfrm>
            <a:off x="685800" y="1143000"/>
            <a:ext cx="5485680" cy="3085560"/>
          </a:xfrm>
          <a:prstGeom prst="rect">
            <a:avLst/>
          </a:prstGeom>
          <a:ln w="0">
            <a:noFill/>
          </a:ln>
        </p:spPr>
      </p:sp>
      <p:sp>
        <p:nvSpPr>
          <p:cNvPr id="104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0" name="PlaceHolder 3"/>
          <p:cNvSpPr>
            <a:spLocks noGrp="1"/>
          </p:cNvSpPr>
          <p:nvPr>
            <p:ph type="sldNum" idx="15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148E4BC-7EE7-4BF9-923D-834FC8BAB72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1" name="PlaceHolder 1"/>
          <p:cNvSpPr>
            <a:spLocks noGrp="1"/>
          </p:cNvSpPr>
          <p:nvPr>
            <p:ph type="sldImg"/>
          </p:nvPr>
        </p:nvSpPr>
        <p:spPr>
          <a:xfrm>
            <a:off x="685800" y="1143000"/>
            <a:ext cx="5485680" cy="3085560"/>
          </a:xfrm>
          <a:prstGeom prst="rect">
            <a:avLst/>
          </a:prstGeom>
          <a:ln w="0">
            <a:noFill/>
          </a:ln>
        </p:spPr>
      </p:sp>
      <p:sp>
        <p:nvSpPr>
          <p:cNvPr id="10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3" name="PlaceHolder 3"/>
          <p:cNvSpPr>
            <a:spLocks noGrp="1"/>
          </p:cNvSpPr>
          <p:nvPr>
            <p:ph type="sldNum" idx="16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573AA7E-C8A0-4866-A336-3AF603DA051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4" name="PlaceHolder 1"/>
          <p:cNvSpPr>
            <a:spLocks noGrp="1"/>
          </p:cNvSpPr>
          <p:nvPr>
            <p:ph type="sldImg"/>
          </p:nvPr>
        </p:nvSpPr>
        <p:spPr>
          <a:xfrm>
            <a:off x="685800" y="1143000"/>
            <a:ext cx="5485680" cy="3085560"/>
          </a:xfrm>
          <a:prstGeom prst="rect">
            <a:avLst/>
          </a:prstGeom>
          <a:ln w="0">
            <a:noFill/>
          </a:ln>
        </p:spPr>
      </p:sp>
      <p:sp>
        <p:nvSpPr>
          <p:cNvPr id="10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6" name="PlaceHolder 3"/>
          <p:cNvSpPr>
            <a:spLocks noGrp="1"/>
          </p:cNvSpPr>
          <p:nvPr>
            <p:ph type="sldNum" idx="16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3BB020E-3900-459A-AACA-C50258C0532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7" name="PlaceHolder 1"/>
          <p:cNvSpPr>
            <a:spLocks noGrp="1"/>
          </p:cNvSpPr>
          <p:nvPr>
            <p:ph type="sldImg"/>
          </p:nvPr>
        </p:nvSpPr>
        <p:spPr>
          <a:xfrm>
            <a:off x="685800" y="1143000"/>
            <a:ext cx="5485680" cy="3085560"/>
          </a:xfrm>
          <a:prstGeom prst="rect">
            <a:avLst/>
          </a:prstGeom>
          <a:ln w="0">
            <a:noFill/>
          </a:ln>
        </p:spPr>
      </p:sp>
      <p:sp>
        <p:nvSpPr>
          <p:cNvPr id="10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59" name="PlaceHolder 3"/>
          <p:cNvSpPr>
            <a:spLocks noGrp="1"/>
          </p:cNvSpPr>
          <p:nvPr>
            <p:ph type="sldNum" idx="16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624C769-A686-4A90-9E51-3A843AE57D9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0" name="PlaceHolder 1"/>
          <p:cNvSpPr>
            <a:spLocks noGrp="1"/>
          </p:cNvSpPr>
          <p:nvPr>
            <p:ph type="sldImg"/>
          </p:nvPr>
        </p:nvSpPr>
        <p:spPr>
          <a:xfrm>
            <a:off x="685800" y="1143000"/>
            <a:ext cx="5485680" cy="3085560"/>
          </a:xfrm>
          <a:prstGeom prst="rect">
            <a:avLst/>
          </a:prstGeom>
          <a:ln w="0">
            <a:noFill/>
          </a:ln>
        </p:spPr>
      </p:sp>
      <p:sp>
        <p:nvSpPr>
          <p:cNvPr id="10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2" name="PlaceHolder 3"/>
          <p:cNvSpPr>
            <a:spLocks noGrp="1"/>
          </p:cNvSpPr>
          <p:nvPr>
            <p:ph type="sldNum" idx="16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58FB740-FFF6-454C-B30A-A239BA8D3AA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3" name="PlaceHolder 1"/>
          <p:cNvSpPr>
            <a:spLocks noGrp="1"/>
          </p:cNvSpPr>
          <p:nvPr>
            <p:ph type="sldImg"/>
          </p:nvPr>
        </p:nvSpPr>
        <p:spPr>
          <a:xfrm>
            <a:off x="685800" y="1143000"/>
            <a:ext cx="5485680" cy="3085560"/>
          </a:xfrm>
          <a:prstGeom prst="rect">
            <a:avLst/>
          </a:prstGeom>
          <a:ln w="0">
            <a:noFill/>
          </a:ln>
        </p:spPr>
      </p:sp>
      <p:sp>
        <p:nvSpPr>
          <p:cNvPr id="10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5" name="PlaceHolder 3"/>
          <p:cNvSpPr>
            <a:spLocks noGrp="1"/>
          </p:cNvSpPr>
          <p:nvPr>
            <p:ph type="sldNum" idx="16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36D4999-CCA1-47C2-AB7D-423E1A1A640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6" name="PlaceHolder 1"/>
          <p:cNvSpPr>
            <a:spLocks noGrp="1"/>
          </p:cNvSpPr>
          <p:nvPr>
            <p:ph type="sldImg"/>
          </p:nvPr>
        </p:nvSpPr>
        <p:spPr>
          <a:xfrm>
            <a:off x="685800" y="1143000"/>
            <a:ext cx="5485680" cy="3085560"/>
          </a:xfrm>
          <a:prstGeom prst="rect">
            <a:avLst/>
          </a:prstGeom>
          <a:ln w="0">
            <a:noFill/>
          </a:ln>
        </p:spPr>
      </p:sp>
      <p:sp>
        <p:nvSpPr>
          <p:cNvPr id="10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68" name="PlaceHolder 3"/>
          <p:cNvSpPr>
            <a:spLocks noGrp="1"/>
          </p:cNvSpPr>
          <p:nvPr>
            <p:ph type="sldNum" idx="16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3A1CC57-DE62-434B-BEEF-DE9B1D7ED77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PlaceHolder 1"/>
          <p:cNvSpPr>
            <a:spLocks noGrp="1"/>
          </p:cNvSpPr>
          <p:nvPr>
            <p:ph type="sldImg"/>
          </p:nvPr>
        </p:nvSpPr>
        <p:spPr>
          <a:xfrm>
            <a:off x="685800" y="1143000"/>
            <a:ext cx="5485680" cy="3085560"/>
          </a:xfrm>
          <a:prstGeom prst="rect">
            <a:avLst/>
          </a:prstGeom>
          <a:ln w="0">
            <a:noFill/>
          </a:ln>
        </p:spPr>
      </p:sp>
      <p:sp>
        <p:nvSpPr>
          <p:cNvPr id="10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1" name="PlaceHolder 3"/>
          <p:cNvSpPr>
            <a:spLocks noGrp="1"/>
          </p:cNvSpPr>
          <p:nvPr>
            <p:ph type="sldNum" idx="16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D5B6699-B682-4EBA-9506-65C1AD1DAE1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2" name="PlaceHolder 1"/>
          <p:cNvSpPr>
            <a:spLocks noGrp="1"/>
          </p:cNvSpPr>
          <p:nvPr>
            <p:ph type="sldImg"/>
          </p:nvPr>
        </p:nvSpPr>
        <p:spPr>
          <a:xfrm>
            <a:off x="685800" y="1143000"/>
            <a:ext cx="5485680" cy="3085560"/>
          </a:xfrm>
          <a:prstGeom prst="rect">
            <a:avLst/>
          </a:prstGeom>
          <a:ln w="0">
            <a:noFill/>
          </a:ln>
        </p:spPr>
      </p:sp>
      <p:sp>
        <p:nvSpPr>
          <p:cNvPr id="10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4" name="PlaceHolder 3"/>
          <p:cNvSpPr>
            <a:spLocks noGrp="1"/>
          </p:cNvSpPr>
          <p:nvPr>
            <p:ph type="sldNum" idx="16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3C5D05D-3A2F-4722-89EA-B13B3BBFA37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5" name="PlaceHolder 1"/>
          <p:cNvSpPr>
            <a:spLocks noGrp="1"/>
          </p:cNvSpPr>
          <p:nvPr>
            <p:ph type="sldImg"/>
          </p:nvPr>
        </p:nvSpPr>
        <p:spPr>
          <a:xfrm>
            <a:off x="685800" y="1143000"/>
            <a:ext cx="5485680" cy="3085560"/>
          </a:xfrm>
          <a:prstGeom prst="rect">
            <a:avLst/>
          </a:prstGeom>
          <a:ln w="0">
            <a:noFill/>
          </a:ln>
        </p:spPr>
      </p:sp>
      <p:sp>
        <p:nvSpPr>
          <p:cNvPr id="10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77" name="PlaceHolder 3"/>
          <p:cNvSpPr>
            <a:spLocks noGrp="1"/>
          </p:cNvSpPr>
          <p:nvPr>
            <p:ph type="sldNum" idx="16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5797004-2198-4A5A-A95B-6EE145D0684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8" name="PlaceHolder 1"/>
          <p:cNvSpPr>
            <a:spLocks noGrp="1"/>
          </p:cNvSpPr>
          <p:nvPr>
            <p:ph type="sldImg"/>
          </p:nvPr>
        </p:nvSpPr>
        <p:spPr>
          <a:xfrm>
            <a:off x="685800" y="1143000"/>
            <a:ext cx="5485680" cy="3085560"/>
          </a:xfrm>
          <a:prstGeom prst="rect">
            <a:avLst/>
          </a:prstGeom>
          <a:ln w="0">
            <a:noFill/>
          </a:ln>
        </p:spPr>
      </p:sp>
      <p:sp>
        <p:nvSpPr>
          <p:cNvPr id="10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0" name="PlaceHolder 3"/>
          <p:cNvSpPr>
            <a:spLocks noGrp="1"/>
          </p:cNvSpPr>
          <p:nvPr>
            <p:ph type="sldNum" idx="16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E6E786C-CEC2-417D-A1BB-BFF35571C6D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1" name="PlaceHolder 1"/>
          <p:cNvSpPr>
            <a:spLocks noGrp="1"/>
          </p:cNvSpPr>
          <p:nvPr>
            <p:ph type="sldImg"/>
          </p:nvPr>
        </p:nvSpPr>
        <p:spPr>
          <a:xfrm>
            <a:off x="685800" y="1143000"/>
            <a:ext cx="5485680" cy="3085560"/>
          </a:xfrm>
          <a:prstGeom prst="rect">
            <a:avLst/>
          </a:prstGeom>
          <a:ln w="0">
            <a:noFill/>
          </a:ln>
        </p:spPr>
      </p:sp>
      <p:sp>
        <p:nvSpPr>
          <p:cNvPr id="10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3" name="PlaceHolder 3"/>
          <p:cNvSpPr>
            <a:spLocks noGrp="1"/>
          </p:cNvSpPr>
          <p:nvPr>
            <p:ph type="sldNum" idx="17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4ED9E71-1ED8-4E06-99BA-63908C61F0B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4" name="PlaceHolder 1"/>
          <p:cNvSpPr>
            <a:spLocks noGrp="1"/>
          </p:cNvSpPr>
          <p:nvPr>
            <p:ph type="sldImg"/>
          </p:nvPr>
        </p:nvSpPr>
        <p:spPr>
          <a:xfrm>
            <a:off x="685800" y="1143000"/>
            <a:ext cx="5485680" cy="3085560"/>
          </a:xfrm>
          <a:prstGeom prst="rect">
            <a:avLst/>
          </a:prstGeom>
          <a:ln w="0">
            <a:noFill/>
          </a:ln>
        </p:spPr>
      </p:sp>
      <p:sp>
        <p:nvSpPr>
          <p:cNvPr id="10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6" name="PlaceHolder 3"/>
          <p:cNvSpPr>
            <a:spLocks noGrp="1"/>
          </p:cNvSpPr>
          <p:nvPr>
            <p:ph type="sldNum" idx="17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74439394-4F89-4A65-A657-DAB6004A061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7" name="PlaceHolder 1"/>
          <p:cNvSpPr>
            <a:spLocks noGrp="1"/>
          </p:cNvSpPr>
          <p:nvPr>
            <p:ph type="sldImg"/>
          </p:nvPr>
        </p:nvSpPr>
        <p:spPr>
          <a:xfrm>
            <a:off x="685800" y="1143000"/>
            <a:ext cx="5485680" cy="3085560"/>
          </a:xfrm>
          <a:prstGeom prst="rect">
            <a:avLst/>
          </a:prstGeom>
          <a:ln w="0">
            <a:noFill/>
          </a:ln>
        </p:spPr>
      </p:sp>
      <p:sp>
        <p:nvSpPr>
          <p:cNvPr id="10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89" name="PlaceHolder 3"/>
          <p:cNvSpPr>
            <a:spLocks noGrp="1"/>
          </p:cNvSpPr>
          <p:nvPr>
            <p:ph type="sldNum" idx="17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7DDF29B-75D7-428F-99FA-22A99AA8FF6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0" name="PlaceHolder 1"/>
          <p:cNvSpPr>
            <a:spLocks noGrp="1"/>
          </p:cNvSpPr>
          <p:nvPr>
            <p:ph type="sldImg"/>
          </p:nvPr>
        </p:nvSpPr>
        <p:spPr>
          <a:xfrm>
            <a:off x="685800" y="1143000"/>
            <a:ext cx="5485680" cy="3085560"/>
          </a:xfrm>
          <a:prstGeom prst="rect">
            <a:avLst/>
          </a:prstGeom>
          <a:ln w="0">
            <a:noFill/>
          </a:ln>
        </p:spPr>
      </p:sp>
      <p:sp>
        <p:nvSpPr>
          <p:cNvPr id="10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2" name="PlaceHolder 3"/>
          <p:cNvSpPr>
            <a:spLocks noGrp="1"/>
          </p:cNvSpPr>
          <p:nvPr>
            <p:ph type="sldNum" idx="17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2133050-819D-4327-8D4B-D0A065CF8D0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3" name="PlaceHolder 1"/>
          <p:cNvSpPr>
            <a:spLocks noGrp="1"/>
          </p:cNvSpPr>
          <p:nvPr>
            <p:ph type="sldImg"/>
          </p:nvPr>
        </p:nvSpPr>
        <p:spPr>
          <a:xfrm>
            <a:off x="685800" y="1143000"/>
            <a:ext cx="5485680" cy="3085560"/>
          </a:xfrm>
          <a:prstGeom prst="rect">
            <a:avLst/>
          </a:prstGeom>
          <a:ln w="0">
            <a:noFill/>
          </a:ln>
        </p:spPr>
      </p:sp>
      <p:sp>
        <p:nvSpPr>
          <p:cNvPr id="109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5" name="PlaceHolder 3"/>
          <p:cNvSpPr>
            <a:spLocks noGrp="1"/>
          </p:cNvSpPr>
          <p:nvPr>
            <p:ph type="sldNum" idx="17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6F2A7D5-AF7F-4E43-B318-6BF49300514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6" name="PlaceHolder 1"/>
          <p:cNvSpPr>
            <a:spLocks noGrp="1"/>
          </p:cNvSpPr>
          <p:nvPr>
            <p:ph type="sldImg"/>
          </p:nvPr>
        </p:nvSpPr>
        <p:spPr>
          <a:xfrm>
            <a:off x="685800" y="1143000"/>
            <a:ext cx="5485680" cy="3085560"/>
          </a:xfrm>
          <a:prstGeom prst="rect">
            <a:avLst/>
          </a:prstGeom>
          <a:ln w="0">
            <a:noFill/>
          </a:ln>
        </p:spPr>
      </p:sp>
      <p:sp>
        <p:nvSpPr>
          <p:cNvPr id="109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098" name="PlaceHolder 3"/>
          <p:cNvSpPr>
            <a:spLocks noGrp="1"/>
          </p:cNvSpPr>
          <p:nvPr>
            <p:ph type="sldNum" idx="17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BE48DC2-15BF-4F68-9748-573511B984C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9" name="PlaceHolder 1"/>
          <p:cNvSpPr>
            <a:spLocks noGrp="1"/>
          </p:cNvSpPr>
          <p:nvPr>
            <p:ph type="sldImg"/>
          </p:nvPr>
        </p:nvSpPr>
        <p:spPr>
          <a:xfrm>
            <a:off x="685800" y="1143000"/>
            <a:ext cx="5485680" cy="3085560"/>
          </a:xfrm>
          <a:prstGeom prst="rect">
            <a:avLst/>
          </a:prstGeom>
          <a:ln w="0">
            <a:noFill/>
          </a:ln>
        </p:spPr>
      </p:sp>
      <p:sp>
        <p:nvSpPr>
          <p:cNvPr id="110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1" name="PlaceHolder 3"/>
          <p:cNvSpPr>
            <a:spLocks noGrp="1"/>
          </p:cNvSpPr>
          <p:nvPr>
            <p:ph type="sldNum" idx="17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298D1F0-CBAE-4FB9-AAAE-5EB480C6A9A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2" name="PlaceHolder 1"/>
          <p:cNvSpPr>
            <a:spLocks noGrp="1"/>
          </p:cNvSpPr>
          <p:nvPr>
            <p:ph type="sldImg"/>
          </p:nvPr>
        </p:nvSpPr>
        <p:spPr>
          <a:xfrm>
            <a:off x="685800" y="1143000"/>
            <a:ext cx="5485680" cy="3085560"/>
          </a:xfrm>
          <a:prstGeom prst="rect">
            <a:avLst/>
          </a:prstGeom>
          <a:ln w="0">
            <a:noFill/>
          </a:ln>
        </p:spPr>
      </p:sp>
      <p:sp>
        <p:nvSpPr>
          <p:cNvPr id="110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4" name="PlaceHolder 3"/>
          <p:cNvSpPr>
            <a:spLocks noGrp="1"/>
          </p:cNvSpPr>
          <p:nvPr>
            <p:ph type="sldNum" idx="17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DE2CD98-5B6E-469D-9C03-BF2F337F48E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5" name="PlaceHolder 1"/>
          <p:cNvSpPr>
            <a:spLocks noGrp="1"/>
          </p:cNvSpPr>
          <p:nvPr>
            <p:ph type="sldImg"/>
          </p:nvPr>
        </p:nvSpPr>
        <p:spPr>
          <a:xfrm>
            <a:off x="685800" y="1143000"/>
            <a:ext cx="5485680" cy="3085560"/>
          </a:xfrm>
          <a:prstGeom prst="rect">
            <a:avLst/>
          </a:prstGeom>
          <a:ln w="0">
            <a:noFill/>
          </a:ln>
        </p:spPr>
      </p:sp>
      <p:sp>
        <p:nvSpPr>
          <p:cNvPr id="110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07" name="PlaceHolder 3"/>
          <p:cNvSpPr>
            <a:spLocks noGrp="1"/>
          </p:cNvSpPr>
          <p:nvPr>
            <p:ph type="sldNum" idx="17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D6C937A-75BE-400A-9F0B-70B9224F9FB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8" name="PlaceHolder 1"/>
          <p:cNvSpPr>
            <a:spLocks noGrp="1"/>
          </p:cNvSpPr>
          <p:nvPr>
            <p:ph type="sldImg"/>
          </p:nvPr>
        </p:nvSpPr>
        <p:spPr>
          <a:xfrm>
            <a:off x="685800" y="1143000"/>
            <a:ext cx="5485680" cy="3085560"/>
          </a:xfrm>
          <a:prstGeom prst="rect">
            <a:avLst/>
          </a:prstGeom>
          <a:ln w="0">
            <a:noFill/>
          </a:ln>
        </p:spPr>
      </p:sp>
      <p:sp>
        <p:nvSpPr>
          <p:cNvPr id="110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0" name="PlaceHolder 3"/>
          <p:cNvSpPr>
            <a:spLocks noGrp="1"/>
          </p:cNvSpPr>
          <p:nvPr>
            <p:ph type="sldNum" idx="17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9167382-7B06-4F92-914E-2BEA427D35DA}"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1" name="PlaceHolder 1"/>
          <p:cNvSpPr>
            <a:spLocks noGrp="1"/>
          </p:cNvSpPr>
          <p:nvPr>
            <p:ph type="sldImg"/>
          </p:nvPr>
        </p:nvSpPr>
        <p:spPr>
          <a:xfrm>
            <a:off x="685800" y="1143000"/>
            <a:ext cx="5485680" cy="3085560"/>
          </a:xfrm>
          <a:prstGeom prst="rect">
            <a:avLst/>
          </a:prstGeom>
          <a:ln w="0">
            <a:noFill/>
          </a:ln>
        </p:spPr>
      </p:sp>
      <p:sp>
        <p:nvSpPr>
          <p:cNvPr id="111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3" name="PlaceHolder 3"/>
          <p:cNvSpPr>
            <a:spLocks noGrp="1"/>
          </p:cNvSpPr>
          <p:nvPr>
            <p:ph type="sldNum" idx="18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1958592-8727-449C-88F1-2E99CF51698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4" name="PlaceHolder 1"/>
          <p:cNvSpPr>
            <a:spLocks noGrp="1"/>
          </p:cNvSpPr>
          <p:nvPr>
            <p:ph type="sldImg"/>
          </p:nvPr>
        </p:nvSpPr>
        <p:spPr>
          <a:xfrm>
            <a:off x="685800" y="1143000"/>
            <a:ext cx="5485680" cy="3085560"/>
          </a:xfrm>
          <a:prstGeom prst="rect">
            <a:avLst/>
          </a:prstGeom>
          <a:ln w="0">
            <a:noFill/>
          </a:ln>
        </p:spPr>
      </p:sp>
      <p:sp>
        <p:nvSpPr>
          <p:cNvPr id="111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6" name="PlaceHolder 3"/>
          <p:cNvSpPr>
            <a:spLocks noGrp="1"/>
          </p:cNvSpPr>
          <p:nvPr>
            <p:ph type="sldNum" idx="18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AF1C5CF2-C535-413F-B5A3-F1FA504C674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7" name="PlaceHolder 1"/>
          <p:cNvSpPr>
            <a:spLocks noGrp="1"/>
          </p:cNvSpPr>
          <p:nvPr>
            <p:ph type="sldImg"/>
          </p:nvPr>
        </p:nvSpPr>
        <p:spPr>
          <a:xfrm>
            <a:off x="685800" y="1143000"/>
            <a:ext cx="5485680" cy="3085560"/>
          </a:xfrm>
          <a:prstGeom prst="rect">
            <a:avLst/>
          </a:prstGeom>
          <a:ln w="0">
            <a:noFill/>
          </a:ln>
        </p:spPr>
      </p:sp>
      <p:sp>
        <p:nvSpPr>
          <p:cNvPr id="111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19" name="PlaceHolder 3"/>
          <p:cNvSpPr>
            <a:spLocks noGrp="1"/>
          </p:cNvSpPr>
          <p:nvPr>
            <p:ph type="sldNum" idx="18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3BD5467-BF03-4FEF-A8DC-9C845A3D1C4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PlaceHolder 1"/>
          <p:cNvSpPr>
            <a:spLocks noGrp="1"/>
          </p:cNvSpPr>
          <p:nvPr>
            <p:ph type="sldImg"/>
          </p:nvPr>
        </p:nvSpPr>
        <p:spPr>
          <a:xfrm>
            <a:off x="685800" y="1143000"/>
            <a:ext cx="5485680" cy="3085560"/>
          </a:xfrm>
          <a:prstGeom prst="rect">
            <a:avLst/>
          </a:prstGeom>
          <a:ln w="0">
            <a:noFill/>
          </a:ln>
        </p:spPr>
      </p:sp>
      <p:sp>
        <p:nvSpPr>
          <p:cNvPr id="112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2" name="PlaceHolder 3"/>
          <p:cNvSpPr>
            <a:spLocks noGrp="1"/>
          </p:cNvSpPr>
          <p:nvPr>
            <p:ph type="sldNum" idx="18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1FB12F6-76F9-4C91-9895-635E62DC9F6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3" name="PlaceHolder 1"/>
          <p:cNvSpPr>
            <a:spLocks noGrp="1"/>
          </p:cNvSpPr>
          <p:nvPr>
            <p:ph type="sldImg"/>
          </p:nvPr>
        </p:nvSpPr>
        <p:spPr>
          <a:xfrm>
            <a:off x="685800" y="1143000"/>
            <a:ext cx="5485680" cy="3085560"/>
          </a:xfrm>
          <a:prstGeom prst="rect">
            <a:avLst/>
          </a:prstGeom>
          <a:ln w="0">
            <a:noFill/>
          </a:ln>
        </p:spPr>
      </p:sp>
      <p:sp>
        <p:nvSpPr>
          <p:cNvPr id="112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5" name="PlaceHolder 3"/>
          <p:cNvSpPr>
            <a:spLocks noGrp="1"/>
          </p:cNvSpPr>
          <p:nvPr>
            <p:ph type="sldNum" idx="18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154D953-8EF0-4E38-8507-D546C3FB5A1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6" name="PlaceHolder 1"/>
          <p:cNvSpPr>
            <a:spLocks noGrp="1"/>
          </p:cNvSpPr>
          <p:nvPr>
            <p:ph type="sldImg"/>
          </p:nvPr>
        </p:nvSpPr>
        <p:spPr>
          <a:xfrm>
            <a:off x="685800" y="1143000"/>
            <a:ext cx="5485680" cy="3085560"/>
          </a:xfrm>
          <a:prstGeom prst="rect">
            <a:avLst/>
          </a:prstGeom>
          <a:ln w="0">
            <a:noFill/>
          </a:ln>
        </p:spPr>
      </p:sp>
      <p:sp>
        <p:nvSpPr>
          <p:cNvPr id="112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28" name="PlaceHolder 3"/>
          <p:cNvSpPr>
            <a:spLocks noGrp="1"/>
          </p:cNvSpPr>
          <p:nvPr>
            <p:ph type="sldNum" idx="18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B931A5C-54CB-4CAB-8FF9-0AF66442C34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9" name="PlaceHolder 1"/>
          <p:cNvSpPr>
            <a:spLocks noGrp="1"/>
          </p:cNvSpPr>
          <p:nvPr>
            <p:ph type="sldImg"/>
          </p:nvPr>
        </p:nvSpPr>
        <p:spPr>
          <a:xfrm>
            <a:off x="685800" y="1143000"/>
            <a:ext cx="5485680" cy="3085560"/>
          </a:xfrm>
          <a:prstGeom prst="rect">
            <a:avLst/>
          </a:prstGeom>
          <a:ln w="0">
            <a:noFill/>
          </a:ln>
        </p:spPr>
      </p:sp>
      <p:sp>
        <p:nvSpPr>
          <p:cNvPr id="113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31" name="PlaceHolder 3"/>
          <p:cNvSpPr>
            <a:spLocks noGrp="1"/>
          </p:cNvSpPr>
          <p:nvPr>
            <p:ph type="sldNum" idx="18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8A909ED-5270-446C-A5B1-83BA70F4AA6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2" name="PlaceHolder 1"/>
          <p:cNvSpPr>
            <a:spLocks noGrp="1"/>
          </p:cNvSpPr>
          <p:nvPr>
            <p:ph type="sldImg"/>
          </p:nvPr>
        </p:nvSpPr>
        <p:spPr>
          <a:xfrm>
            <a:off x="685800" y="1143000"/>
            <a:ext cx="5485680" cy="3085560"/>
          </a:xfrm>
          <a:prstGeom prst="rect">
            <a:avLst/>
          </a:prstGeom>
          <a:ln w="0">
            <a:noFill/>
          </a:ln>
        </p:spPr>
      </p:sp>
      <p:sp>
        <p:nvSpPr>
          <p:cNvPr id="113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34" name="PlaceHolder 3"/>
          <p:cNvSpPr>
            <a:spLocks noGrp="1"/>
          </p:cNvSpPr>
          <p:nvPr>
            <p:ph type="sldNum" idx="18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67DD702-A363-44D9-9C3B-2920A630E51E}"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5" name="PlaceHolder 1"/>
          <p:cNvSpPr>
            <a:spLocks noGrp="1"/>
          </p:cNvSpPr>
          <p:nvPr>
            <p:ph type="sldImg"/>
          </p:nvPr>
        </p:nvSpPr>
        <p:spPr>
          <a:xfrm>
            <a:off x="685800" y="1143000"/>
            <a:ext cx="5485680" cy="3085560"/>
          </a:xfrm>
          <a:prstGeom prst="rect">
            <a:avLst/>
          </a:prstGeom>
          <a:ln w="0">
            <a:noFill/>
          </a:ln>
        </p:spPr>
      </p:sp>
      <p:sp>
        <p:nvSpPr>
          <p:cNvPr id="113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37" name="PlaceHolder 3"/>
          <p:cNvSpPr>
            <a:spLocks noGrp="1"/>
          </p:cNvSpPr>
          <p:nvPr>
            <p:ph type="sldNum" idx="18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499014E-653C-4191-B5F1-EF0DBE79FC34}"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8" name="PlaceHolder 1"/>
          <p:cNvSpPr>
            <a:spLocks noGrp="1"/>
          </p:cNvSpPr>
          <p:nvPr>
            <p:ph type="sldImg"/>
          </p:nvPr>
        </p:nvSpPr>
        <p:spPr>
          <a:xfrm>
            <a:off x="685800" y="1143000"/>
            <a:ext cx="5485680" cy="3085560"/>
          </a:xfrm>
          <a:prstGeom prst="rect">
            <a:avLst/>
          </a:prstGeom>
          <a:ln w="0">
            <a:noFill/>
          </a:ln>
        </p:spPr>
      </p:sp>
      <p:sp>
        <p:nvSpPr>
          <p:cNvPr id="113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40" name="PlaceHolder 3"/>
          <p:cNvSpPr>
            <a:spLocks noGrp="1"/>
          </p:cNvSpPr>
          <p:nvPr>
            <p:ph type="sldNum" idx="18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E3AA34B9-745B-4F63-96A4-6CAC26E1D7C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1" name="PlaceHolder 1"/>
          <p:cNvSpPr>
            <a:spLocks noGrp="1"/>
          </p:cNvSpPr>
          <p:nvPr>
            <p:ph type="sldImg"/>
          </p:nvPr>
        </p:nvSpPr>
        <p:spPr>
          <a:xfrm>
            <a:off x="685800" y="1143000"/>
            <a:ext cx="5485680" cy="3085560"/>
          </a:xfrm>
          <a:prstGeom prst="rect">
            <a:avLst/>
          </a:prstGeom>
          <a:ln w="0">
            <a:noFill/>
          </a:ln>
        </p:spPr>
      </p:sp>
      <p:sp>
        <p:nvSpPr>
          <p:cNvPr id="114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43" name="PlaceHolder 3"/>
          <p:cNvSpPr>
            <a:spLocks noGrp="1"/>
          </p:cNvSpPr>
          <p:nvPr>
            <p:ph type="sldNum" idx="19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2C1E94F-EB49-4EEA-BD5E-3BB383A58295}"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4" name="PlaceHolder 1"/>
          <p:cNvSpPr>
            <a:spLocks noGrp="1"/>
          </p:cNvSpPr>
          <p:nvPr>
            <p:ph type="sldImg"/>
          </p:nvPr>
        </p:nvSpPr>
        <p:spPr>
          <a:xfrm>
            <a:off x="685800" y="1143000"/>
            <a:ext cx="5485680" cy="3085560"/>
          </a:xfrm>
          <a:prstGeom prst="rect">
            <a:avLst/>
          </a:prstGeom>
          <a:ln w="0">
            <a:noFill/>
          </a:ln>
        </p:spPr>
      </p:sp>
      <p:sp>
        <p:nvSpPr>
          <p:cNvPr id="114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46" name="PlaceHolder 3"/>
          <p:cNvSpPr>
            <a:spLocks noGrp="1"/>
          </p:cNvSpPr>
          <p:nvPr>
            <p:ph type="sldNum" idx="19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B438852F-0429-4BEA-BFB2-F9B96123BB1C}"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7" name="PlaceHolder 1"/>
          <p:cNvSpPr>
            <a:spLocks noGrp="1"/>
          </p:cNvSpPr>
          <p:nvPr>
            <p:ph type="sldImg"/>
          </p:nvPr>
        </p:nvSpPr>
        <p:spPr>
          <a:xfrm>
            <a:off x="685800" y="1143000"/>
            <a:ext cx="5485680" cy="3085560"/>
          </a:xfrm>
          <a:prstGeom prst="rect">
            <a:avLst/>
          </a:prstGeom>
          <a:ln w="0">
            <a:noFill/>
          </a:ln>
        </p:spPr>
      </p:sp>
      <p:sp>
        <p:nvSpPr>
          <p:cNvPr id="114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49" name="PlaceHolder 3"/>
          <p:cNvSpPr>
            <a:spLocks noGrp="1"/>
          </p:cNvSpPr>
          <p:nvPr>
            <p:ph type="sldNum" idx="19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FD66B23-254E-433F-95AE-C4286C540E5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0" name="PlaceHolder 1"/>
          <p:cNvSpPr>
            <a:spLocks noGrp="1"/>
          </p:cNvSpPr>
          <p:nvPr>
            <p:ph type="sldImg"/>
          </p:nvPr>
        </p:nvSpPr>
        <p:spPr>
          <a:xfrm>
            <a:off x="685800" y="1143000"/>
            <a:ext cx="5485680" cy="3085560"/>
          </a:xfrm>
          <a:prstGeom prst="rect">
            <a:avLst/>
          </a:prstGeom>
          <a:ln w="0">
            <a:noFill/>
          </a:ln>
        </p:spPr>
      </p:sp>
      <p:sp>
        <p:nvSpPr>
          <p:cNvPr id="115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52" name="PlaceHolder 3"/>
          <p:cNvSpPr>
            <a:spLocks noGrp="1"/>
          </p:cNvSpPr>
          <p:nvPr>
            <p:ph type="sldNum" idx="19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558E4AB-3EA7-4B59-B39C-6DFF53B9C42B}"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3" name="PlaceHolder 1"/>
          <p:cNvSpPr>
            <a:spLocks noGrp="1"/>
          </p:cNvSpPr>
          <p:nvPr>
            <p:ph type="sldImg"/>
          </p:nvPr>
        </p:nvSpPr>
        <p:spPr>
          <a:xfrm>
            <a:off x="685800" y="1143000"/>
            <a:ext cx="5485680" cy="3085560"/>
          </a:xfrm>
          <a:prstGeom prst="rect">
            <a:avLst/>
          </a:prstGeom>
          <a:ln w="0">
            <a:noFill/>
          </a:ln>
        </p:spPr>
      </p:sp>
      <p:sp>
        <p:nvSpPr>
          <p:cNvPr id="115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55" name="PlaceHolder 3"/>
          <p:cNvSpPr>
            <a:spLocks noGrp="1"/>
          </p:cNvSpPr>
          <p:nvPr>
            <p:ph type="sldNum" idx="19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27814B4D-51E2-45C5-ADA7-EA02EFE317C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6" name="PlaceHolder 1"/>
          <p:cNvSpPr>
            <a:spLocks noGrp="1"/>
          </p:cNvSpPr>
          <p:nvPr>
            <p:ph type="sldImg"/>
          </p:nvPr>
        </p:nvSpPr>
        <p:spPr>
          <a:xfrm>
            <a:off x="685800" y="1143000"/>
            <a:ext cx="5485680" cy="3085560"/>
          </a:xfrm>
          <a:prstGeom prst="rect">
            <a:avLst/>
          </a:prstGeom>
          <a:ln w="0">
            <a:noFill/>
          </a:ln>
        </p:spPr>
      </p:sp>
      <p:sp>
        <p:nvSpPr>
          <p:cNvPr id="115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58" name="PlaceHolder 3"/>
          <p:cNvSpPr>
            <a:spLocks noGrp="1"/>
          </p:cNvSpPr>
          <p:nvPr>
            <p:ph type="sldNum" idx="19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E5695E6-3D76-47EA-AF0D-C85F6921A12D}"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9" name="PlaceHolder 1"/>
          <p:cNvSpPr>
            <a:spLocks noGrp="1"/>
          </p:cNvSpPr>
          <p:nvPr>
            <p:ph type="sldImg"/>
          </p:nvPr>
        </p:nvSpPr>
        <p:spPr>
          <a:xfrm>
            <a:off x="685800" y="1143000"/>
            <a:ext cx="5485680" cy="3085560"/>
          </a:xfrm>
          <a:prstGeom prst="rect">
            <a:avLst/>
          </a:prstGeom>
          <a:ln w="0">
            <a:noFill/>
          </a:ln>
        </p:spPr>
      </p:sp>
      <p:sp>
        <p:nvSpPr>
          <p:cNvPr id="116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61" name="PlaceHolder 3"/>
          <p:cNvSpPr>
            <a:spLocks noGrp="1"/>
          </p:cNvSpPr>
          <p:nvPr>
            <p:ph type="sldNum" idx="19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8209101B-74A0-4A69-8DB8-624E6F0E20F6}"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8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2" name="PlaceHolder 1"/>
          <p:cNvSpPr>
            <a:spLocks noGrp="1"/>
          </p:cNvSpPr>
          <p:nvPr>
            <p:ph type="sldImg"/>
          </p:nvPr>
        </p:nvSpPr>
        <p:spPr>
          <a:xfrm>
            <a:off x="685800" y="1143000"/>
            <a:ext cx="5485680" cy="3085560"/>
          </a:xfrm>
          <a:prstGeom prst="rect">
            <a:avLst/>
          </a:prstGeom>
          <a:ln w="0">
            <a:noFill/>
          </a:ln>
        </p:spPr>
      </p:sp>
      <p:sp>
        <p:nvSpPr>
          <p:cNvPr id="116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64" name="PlaceHolder 3"/>
          <p:cNvSpPr>
            <a:spLocks noGrp="1"/>
          </p:cNvSpPr>
          <p:nvPr>
            <p:ph type="sldNum" idx="19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F067E60-7C9F-48A3-89B2-B0B637D4FBA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5" name="PlaceHolder 1"/>
          <p:cNvSpPr>
            <a:spLocks noGrp="1"/>
          </p:cNvSpPr>
          <p:nvPr>
            <p:ph type="sldImg"/>
          </p:nvPr>
        </p:nvSpPr>
        <p:spPr>
          <a:xfrm>
            <a:off x="685800" y="1143000"/>
            <a:ext cx="5485680" cy="3085560"/>
          </a:xfrm>
          <a:prstGeom prst="rect">
            <a:avLst/>
          </a:prstGeom>
          <a:ln w="0">
            <a:noFill/>
          </a:ln>
        </p:spPr>
      </p:sp>
      <p:sp>
        <p:nvSpPr>
          <p:cNvPr id="116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67" name="PlaceHolder 3"/>
          <p:cNvSpPr>
            <a:spLocks noGrp="1"/>
          </p:cNvSpPr>
          <p:nvPr>
            <p:ph type="sldNum" idx="19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EA560EC-0BAA-4709-9AFA-000AC5FB8A0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8" name="PlaceHolder 1"/>
          <p:cNvSpPr>
            <a:spLocks noGrp="1"/>
          </p:cNvSpPr>
          <p:nvPr>
            <p:ph type="sldImg"/>
          </p:nvPr>
        </p:nvSpPr>
        <p:spPr>
          <a:xfrm>
            <a:off x="685800" y="1143000"/>
            <a:ext cx="5485680" cy="3085560"/>
          </a:xfrm>
          <a:prstGeom prst="rect">
            <a:avLst/>
          </a:prstGeom>
          <a:ln w="0">
            <a:noFill/>
          </a:ln>
        </p:spPr>
      </p:sp>
      <p:sp>
        <p:nvSpPr>
          <p:cNvPr id="116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70" name="PlaceHolder 3"/>
          <p:cNvSpPr>
            <a:spLocks noGrp="1"/>
          </p:cNvSpPr>
          <p:nvPr>
            <p:ph type="sldNum" idx="19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9C1E4AFB-B678-435E-95F6-EF3C6300E321}"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1" name="PlaceHolder 1"/>
          <p:cNvSpPr>
            <a:spLocks noGrp="1"/>
          </p:cNvSpPr>
          <p:nvPr>
            <p:ph type="sldImg"/>
          </p:nvPr>
        </p:nvSpPr>
        <p:spPr>
          <a:xfrm>
            <a:off x="685800" y="1143000"/>
            <a:ext cx="5485680" cy="3085560"/>
          </a:xfrm>
          <a:prstGeom prst="rect">
            <a:avLst/>
          </a:prstGeom>
          <a:ln w="0">
            <a:noFill/>
          </a:ln>
        </p:spPr>
      </p:sp>
      <p:sp>
        <p:nvSpPr>
          <p:cNvPr id="117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73" name="PlaceHolder 3"/>
          <p:cNvSpPr>
            <a:spLocks noGrp="1"/>
          </p:cNvSpPr>
          <p:nvPr>
            <p:ph type="sldNum" idx="200"/>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19093E73-F86E-44C2-A828-C092A9470F6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4" name="PlaceHolder 1"/>
          <p:cNvSpPr>
            <a:spLocks noGrp="1"/>
          </p:cNvSpPr>
          <p:nvPr>
            <p:ph type="sldImg"/>
          </p:nvPr>
        </p:nvSpPr>
        <p:spPr>
          <a:xfrm>
            <a:off x="685800" y="1143000"/>
            <a:ext cx="5485680" cy="3085560"/>
          </a:xfrm>
          <a:prstGeom prst="rect">
            <a:avLst/>
          </a:prstGeom>
          <a:ln w="0">
            <a:noFill/>
          </a:ln>
        </p:spPr>
      </p:sp>
      <p:sp>
        <p:nvSpPr>
          <p:cNvPr id="117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76" name="PlaceHolder 3"/>
          <p:cNvSpPr>
            <a:spLocks noGrp="1"/>
          </p:cNvSpPr>
          <p:nvPr>
            <p:ph type="sldNum" idx="201"/>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B87C836-DEA6-41F0-B748-8F2A4B44D3A0}"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7" name="PlaceHolder 1"/>
          <p:cNvSpPr>
            <a:spLocks noGrp="1"/>
          </p:cNvSpPr>
          <p:nvPr>
            <p:ph type="sldImg"/>
          </p:nvPr>
        </p:nvSpPr>
        <p:spPr>
          <a:xfrm>
            <a:off x="685800" y="1143000"/>
            <a:ext cx="5485680" cy="3085560"/>
          </a:xfrm>
          <a:prstGeom prst="rect">
            <a:avLst/>
          </a:prstGeom>
          <a:ln w="0">
            <a:noFill/>
          </a:ln>
        </p:spPr>
      </p:sp>
      <p:sp>
        <p:nvSpPr>
          <p:cNvPr id="117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79" name="PlaceHolder 3"/>
          <p:cNvSpPr>
            <a:spLocks noGrp="1"/>
          </p:cNvSpPr>
          <p:nvPr>
            <p:ph type="sldNum" idx="20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5847B2EA-FA6C-4396-A5E6-F7F340E4515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0" name="PlaceHolder 1"/>
          <p:cNvSpPr>
            <a:spLocks noGrp="1"/>
          </p:cNvSpPr>
          <p:nvPr>
            <p:ph type="sldImg"/>
          </p:nvPr>
        </p:nvSpPr>
        <p:spPr>
          <a:xfrm>
            <a:off x="685800" y="1143000"/>
            <a:ext cx="5485680" cy="3085560"/>
          </a:xfrm>
          <a:prstGeom prst="rect">
            <a:avLst/>
          </a:prstGeom>
          <a:ln w="0">
            <a:noFill/>
          </a:ln>
        </p:spPr>
      </p:sp>
      <p:sp>
        <p:nvSpPr>
          <p:cNvPr id="11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2" name="PlaceHolder 3"/>
          <p:cNvSpPr>
            <a:spLocks noGrp="1"/>
          </p:cNvSpPr>
          <p:nvPr>
            <p:ph type="sldNum" idx="203"/>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40F7EB6F-D028-4243-ACC8-9EA674D16349}"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3" name="PlaceHolder 1"/>
          <p:cNvSpPr>
            <a:spLocks noGrp="1"/>
          </p:cNvSpPr>
          <p:nvPr>
            <p:ph type="sldImg"/>
          </p:nvPr>
        </p:nvSpPr>
        <p:spPr>
          <a:xfrm>
            <a:off x="685800" y="1143000"/>
            <a:ext cx="5485680" cy="3085560"/>
          </a:xfrm>
          <a:prstGeom prst="rect">
            <a:avLst/>
          </a:prstGeom>
          <a:ln w="0">
            <a:noFill/>
          </a:ln>
        </p:spPr>
      </p:sp>
      <p:sp>
        <p:nvSpPr>
          <p:cNvPr id="11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5" name="PlaceHolder 3"/>
          <p:cNvSpPr>
            <a:spLocks noGrp="1"/>
          </p:cNvSpPr>
          <p:nvPr>
            <p:ph type="sldNum" idx="20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DE7BFDAC-449D-4E5A-B821-4C41D62ED8A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6" name="PlaceHolder 1"/>
          <p:cNvSpPr>
            <a:spLocks noGrp="1"/>
          </p:cNvSpPr>
          <p:nvPr>
            <p:ph type="sldImg"/>
          </p:nvPr>
        </p:nvSpPr>
        <p:spPr>
          <a:xfrm>
            <a:off x="685800" y="1143000"/>
            <a:ext cx="5485680" cy="3085560"/>
          </a:xfrm>
          <a:prstGeom prst="rect">
            <a:avLst/>
          </a:prstGeom>
          <a:ln w="0">
            <a:noFill/>
          </a:ln>
        </p:spPr>
      </p:sp>
      <p:sp>
        <p:nvSpPr>
          <p:cNvPr id="11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88" name="PlaceHolder 3"/>
          <p:cNvSpPr>
            <a:spLocks noGrp="1"/>
          </p:cNvSpPr>
          <p:nvPr>
            <p:ph type="sldNum" idx="205"/>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07A4CADB-FAD7-4D4E-9E41-633EA89298AF}"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9" name="PlaceHolder 1"/>
          <p:cNvSpPr>
            <a:spLocks noGrp="1"/>
          </p:cNvSpPr>
          <p:nvPr>
            <p:ph type="sldImg"/>
          </p:nvPr>
        </p:nvSpPr>
        <p:spPr>
          <a:xfrm>
            <a:off x="685800" y="1143000"/>
            <a:ext cx="5485680" cy="3085560"/>
          </a:xfrm>
          <a:prstGeom prst="rect">
            <a:avLst/>
          </a:prstGeom>
          <a:ln w="0">
            <a:noFill/>
          </a:ln>
        </p:spPr>
      </p:sp>
      <p:sp>
        <p:nvSpPr>
          <p:cNvPr id="11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1" name="PlaceHolder 3"/>
          <p:cNvSpPr>
            <a:spLocks noGrp="1"/>
          </p:cNvSpPr>
          <p:nvPr>
            <p:ph type="sldNum" idx="20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3539538A-88C0-48EE-A684-D0225E59F617}"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19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2" name="PlaceHolder 1"/>
          <p:cNvSpPr>
            <a:spLocks noGrp="1"/>
          </p:cNvSpPr>
          <p:nvPr>
            <p:ph type="sldImg"/>
          </p:nvPr>
        </p:nvSpPr>
        <p:spPr>
          <a:xfrm>
            <a:off x="685800" y="1143000"/>
            <a:ext cx="5485680" cy="3085560"/>
          </a:xfrm>
          <a:prstGeom prst="rect">
            <a:avLst/>
          </a:prstGeom>
          <a:ln w="0">
            <a:noFill/>
          </a:ln>
        </p:spPr>
      </p:sp>
      <p:sp>
        <p:nvSpPr>
          <p:cNvPr id="11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4" name="PlaceHolder 3"/>
          <p:cNvSpPr>
            <a:spLocks noGrp="1"/>
          </p:cNvSpPr>
          <p:nvPr>
            <p:ph type="sldNum" idx="207"/>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C6A86FB6-6FFF-4B94-A17F-4EEDAA7C233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0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5" name="PlaceHolder 1"/>
          <p:cNvSpPr>
            <a:spLocks noGrp="1"/>
          </p:cNvSpPr>
          <p:nvPr>
            <p:ph type="sldImg"/>
          </p:nvPr>
        </p:nvSpPr>
        <p:spPr>
          <a:xfrm>
            <a:off x="685800" y="1143000"/>
            <a:ext cx="5485680" cy="3085560"/>
          </a:xfrm>
          <a:prstGeom prst="rect">
            <a:avLst/>
          </a:prstGeom>
          <a:ln w="0">
            <a:noFill/>
          </a:ln>
        </p:spPr>
      </p:sp>
      <p:sp>
        <p:nvSpPr>
          <p:cNvPr id="11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197" name="PlaceHolder 3"/>
          <p:cNvSpPr>
            <a:spLocks noGrp="1"/>
          </p:cNvSpPr>
          <p:nvPr>
            <p:ph type="sldNum" idx="20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F3037F5E-C680-4B7F-9E43-7FBE556660E8}"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notesSlides/notesSlide20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8" name="PlaceHolder 1"/>
          <p:cNvSpPr>
            <a:spLocks noGrp="1"/>
          </p:cNvSpPr>
          <p:nvPr>
            <p:ph type="sldImg"/>
          </p:nvPr>
        </p:nvSpPr>
        <p:spPr>
          <a:xfrm>
            <a:off x="685800" y="1143000"/>
            <a:ext cx="5485680" cy="3085560"/>
          </a:xfrm>
          <a:prstGeom prst="rect">
            <a:avLst/>
          </a:prstGeom>
          <a:ln w="0">
            <a:noFill/>
          </a:ln>
        </p:spPr>
      </p:sp>
      <p:sp>
        <p:nvSpPr>
          <p:cNvPr id="11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1200" name="PlaceHolder 3"/>
          <p:cNvSpPr>
            <a:spLocks noGrp="1"/>
          </p:cNvSpPr>
          <p:nvPr>
            <p:ph type="sldNum" idx="209"/>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Meiryo UI"/>
                <a:ea typeface="Meiryo UI"/>
              </a:defRPr>
            </a:lvl1pPr>
          </a:lstStyle>
          <a:p>
            <a:pPr indent="0" algn="r">
              <a:lnSpc>
                <a:spcPct val="100000"/>
              </a:lnSpc>
              <a:buNone/>
              <a:tabLst>
                <a:tab pos="0" algn="l"/>
              </a:tabLst>
            </a:pPr>
            <a:fld id="{67EC3958-EF90-49AE-B89B-0492A84808E3}" type="slidenum">
              <a:rPr lang="en-US" sz="1200" b="0" u="none" strike="noStrike">
                <a:solidFill>
                  <a:srgbClr val="000000"/>
                </a:solidFill>
                <a:effectLst/>
                <a:uFillTx/>
                <a:latin typeface="Meiryo UI"/>
                <a:ea typeface="Meiryo UI"/>
              </a:rPr>
              <a:t>199</a:t>
            </a:fld>
            <a:endParaRPr lang="en-US" sz="1200" b="0" u="none" strike="noStrike">
              <a:solidFill>
                <a:srgbClr val="000000"/>
              </a:solidFill>
              <a:effectLst/>
              <a:uFillTx/>
              <a:latin typeface="Noto Serif CJK JP"/>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8.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 1">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60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クリックしてタイトルを追加 </a:t>
            </a:r>
            <a:endParaRPr lang="en-US" sz="6000" b="1" u="none" spc="99" strike="noStrike">
              <a:solidFill>
                <a:schemeClr val="dk1"/>
              </a:solidFill>
              <a:effectLst/>
              <a:uFillTx/>
              <a:latin typeface="Meiryo UI"/>
            </a:endParaRPr>
          </a:p>
        </p:txBody>
      </p:sp>
      <p:grpSp>
        <p:nvGrpSpPr>
          <p:cNvPr id="3" name="グループ 8">
            <a:extLst>
              <a:ext uri="{C183D7F6-B498-43B3-948B-1728B52AA6E4}">
                <adec:decorative xmlns:adec="http://schemas.microsoft.com/office/drawing/2017/decorative" val="1"/>
              </a:ext>
            </a:extLst>
          </p:cNvPr>
          <p:cNvGrpSpPr/>
          <p:nvPr/>
        </p:nvGrpSpPr>
        <p:grpSpPr>
          <a:xfrm>
            <a:off x="0" y="758880"/>
            <a:ext cx="6098400" cy="6098400"/>
            <a:chOff x="0" y="758880"/>
            <a:chExt cx="6098400" cy="6098400"/>
          </a:xfrm>
        </p:grpSpPr>
        <p:sp>
          <p:nvSpPr>
            <p:cNvPr id="4" name="フリーフォーム(F) 9"/>
            <p:cNvSpPr/>
            <p:nvPr/>
          </p:nvSpPr>
          <p:spPr>
            <a:xfrm>
              <a:off x="0" y="758880"/>
              <a:ext cx="3072960" cy="4097520"/>
            </a:xfrm>
            <a:custGeom>
              <a:avLst/>
              <a:gdLst>
                <a:gd name="textAreaLeft" fmla="*/ 0 w 3072960"/>
                <a:gd name="textAreaRight" fmla="*/ 3073680 w 3072960"/>
                <a:gd name="textAreaTop" fmla="*/ 0 h 4097520"/>
                <a:gd name="textAreaBottom" fmla="*/ 4098240 h 409752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3"/>
            </a:solidFill>
            <a:ln w="0">
              <a:noFill/>
            </a:ln>
          </p:spPr>
          <p:style>
            <a:lnRef idx="0"/>
            <a:fillRef idx="0"/>
            <a:effectRef idx="0"/>
            <a:fontRef idx="minor"/>
          </p:style>
          <p:txBody>
            <a:bodyPr lIns="720" tIns="45000" rIns="720" bIns="45000" anchor="t" upright="1">
              <a:noAutofit/>
            </a:bodyPr>
            <a:p>
              <a:endParaRPr lang="en-US" sz="1800" b="0" u="none" strike="noStrike">
                <a:solidFill>
                  <a:schemeClr val="lt1"/>
                </a:solidFill>
                <a:effectLst/>
                <a:uFillTx/>
                <a:latin typeface="Meiryo UI"/>
              </a:endParaRPr>
            </a:p>
          </p:txBody>
        </p:sp>
        <p:sp>
          <p:nvSpPr>
            <p:cNvPr id="5" name="フリーフォーム(F) 10"/>
            <p:cNvSpPr/>
            <p:nvPr/>
          </p:nvSpPr>
          <p:spPr>
            <a:xfrm>
              <a:off x="0" y="4862160"/>
              <a:ext cx="1995840" cy="1995120"/>
            </a:xfrm>
            <a:custGeom>
              <a:avLst/>
              <a:gdLst>
                <a:gd name="textAreaLeft" fmla="*/ 0 w 1995840"/>
                <a:gd name="textAreaRight" fmla="*/ 1996560 w 1995840"/>
                <a:gd name="textAreaTop" fmla="*/ 0 h 1995120"/>
                <a:gd name="textAreaBottom" fmla="*/ 1995840 h 199512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360" tIns="45000" rIns="360" bIns="45000" anchor="t" upright="1">
              <a:noAutofit/>
            </a:bodyPr>
            <a:p>
              <a:endParaRPr lang="en-US" sz="1800" b="0" u="none" strike="noStrike">
                <a:solidFill>
                  <a:schemeClr val="lt1"/>
                </a:solidFill>
                <a:effectLst/>
                <a:uFillTx/>
                <a:latin typeface="Meiryo UI"/>
              </a:endParaRPr>
            </a:p>
          </p:txBody>
        </p:sp>
        <p:sp>
          <p:nvSpPr>
            <p:cNvPr id="6" name="フリーフォーム(F) 11"/>
            <p:cNvSpPr/>
            <p:nvPr/>
          </p:nvSpPr>
          <p:spPr>
            <a:xfrm>
              <a:off x="2097720" y="4857120"/>
              <a:ext cx="4000680" cy="2000160"/>
            </a:xfrm>
            <a:custGeom>
              <a:avLst/>
              <a:gdLst>
                <a:gd name="textAreaLeft" fmla="*/ 0 w 4000680"/>
                <a:gd name="textAreaRight" fmla="*/ 4001400 w 4000680"/>
                <a:gd name="textAreaTop" fmla="*/ 0 h 2000160"/>
                <a:gd name="textAreaBottom" fmla="*/ 2000880 h 200016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6"/>
            </a:solidFill>
            <a:ln w="0">
              <a:noFill/>
            </a:ln>
          </p:spPr>
          <p:style>
            <a:lnRef idx="0"/>
            <a:fillRef idx="0"/>
            <a:effectRef idx="0"/>
            <a:fontRef idx="minor"/>
          </p:style>
          <p:txBody>
            <a:bodyPr lIns="1080" tIns="45000" rIns="1080" bIns="45000" anchor="t" upright="1">
              <a:noAutofit/>
            </a:bodyPr>
            <a:p>
              <a:endParaRPr lang="en-US" sz="1800" b="0" u="none" strike="noStrike">
                <a:solidFill>
                  <a:schemeClr val="lt1"/>
                </a:solidFill>
                <a:effectLst/>
                <a:uFillTx/>
                <a:latin typeface="Meiryo UI"/>
              </a:endParaRPr>
            </a:p>
          </p:txBody>
        </p:sp>
      </p:grpSp>
      <p:cxnSp>
        <p:nvCxnSpPr>
          <p:cNvPr id="7" name="直線​​コネクタ(S) 12">
            <a:extLst>
              <a:ext uri="{C183D7F6-B498-43B3-948B-1728B52AA6E4}">
                <adec:decorative xmlns:adec="http://schemas.microsoft.com/office/drawing/2017/decorative" val="1"/>
              </a:ext>
            </a:extLst>
          </p:cNvPr>
          <p:cNvCxnSpPr/>
          <p:nvPr/>
        </p:nvCxnSpPr>
        <p:spPr>
          <a:xfrm>
            <a:off x="6309360" y="3949920"/>
            <a:ext cx="2134080" cy="4680"/>
          </a:xfrm>
          <a:prstGeom prst="straightConnector1">
            <a:avLst/>
          </a:prstGeom>
          <a:ln w="101600">
            <a:solidFill>
              <a:srgbClr val="5D7D40"/>
            </a:solidFill>
            <a:round/>
          </a:ln>
        </p:spPr>
      </p:cxnSp>
      <p:sp>
        <p:nvSpPr>
          <p:cNvPr id="8" name="PlaceHolder 2"/>
          <p:cNvSpPr>
            <a:spLocks noGrp="1"/>
          </p:cNvSpPr>
          <p:nvPr>
            <p:ph type="body"/>
          </p:nvPr>
        </p:nvSpPr>
        <p:spPr>
          <a:xfrm>
            <a:off x="609480" y="1604520"/>
            <a:ext cx="10972080" cy="397692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Meiryo UI"/>
              </a:defRPr>
            </a:lvl1pPr>
            <a:lvl2pPr lvl="1" algn="l" defTabSz="914400">
              <a:lnSpc>
                <a:spcPct val="90000"/>
              </a:lnSpc>
              <a:spcBef>
                <a:spcPts val="499"/>
              </a:spcBef>
              <a:buClr>
                <a:srgbClr val="000000"/>
              </a:buClr>
              <a:buSzPct val="75000"/>
              <a:buFont typeface="Symbol" charset="2"/>
              <a:buChar char=""/>
              <a:defRPr lang="ja-JP" sz="2400" b="0" u="none" strike="noStrike">
                <a:solidFill>
                  <a:schemeClr val="dk1"/>
                </a:solidFill>
                <a:effectLst/>
                <a:uFillTx/>
                <a:latin typeface="Meiryo UI"/>
              </a:defRPr>
            </a:lvl2pPr>
            <a:lvl3pPr lvl="2" algn="l" defTabSz="914400">
              <a:lnSpc>
                <a:spcPct val="90000"/>
              </a:lnSpc>
              <a:spcBef>
                <a:spcPts val="499"/>
              </a:spcBef>
              <a:buClr>
                <a:srgbClr val="000000"/>
              </a:buClr>
              <a:buSzPct val="45000"/>
              <a:buFont typeface="Wingdings" charset="2"/>
              <a:buChar char=""/>
              <a:defRPr lang="ja-JP" sz="2000" b="0" u="none" strike="noStrike">
                <a:solidFill>
                  <a:schemeClr val="dk1"/>
                </a:solidFill>
                <a:effectLst/>
                <a:uFillTx/>
                <a:latin typeface="Meiryo UI"/>
              </a:defRPr>
            </a:lvl3pPr>
            <a:lvl4pPr lvl="3" algn="l" defTabSz="914400">
              <a:lnSpc>
                <a:spcPct val="90000"/>
              </a:lnSpc>
              <a:spcBef>
                <a:spcPts val="499"/>
              </a:spcBef>
              <a:buClr>
                <a:srgbClr val="000000"/>
              </a:buClr>
              <a:buSzPct val="75000"/>
              <a:buFont typeface="Symbol" charset="2"/>
              <a:buChar char=""/>
              <a:defRPr lang="ja-JP" sz="1800" b="0" u="none" strike="noStrike">
                <a:solidFill>
                  <a:schemeClr val="dk1"/>
                </a:solidFill>
                <a:effectLst/>
                <a:uFillTx/>
                <a:latin typeface="Meiryo UI"/>
              </a:defRPr>
            </a:lvl4pPr>
            <a:lvl5pPr lvl="4" algn="l" defTabSz="914400">
              <a:lnSpc>
                <a:spcPct val="90000"/>
              </a:lnSpc>
              <a:spcBef>
                <a:spcPts val="499"/>
              </a:spcBef>
              <a:buClr>
                <a:srgbClr val="000000"/>
              </a:buClr>
              <a:buSzPct val="45000"/>
              <a:buFont typeface="Wingdings" charset="2"/>
              <a:buChar char=""/>
              <a:defRPr lang="ja-JP" sz="1800" b="0" u="none" strike="noStrike">
                <a:solidFill>
                  <a:schemeClr val="dk1"/>
                </a:solidFill>
                <a:effectLst/>
                <a:uFillTx/>
                <a:latin typeface="Meiryo UI"/>
              </a:defRPr>
            </a:lvl5pPr>
            <a:lvl6pPr lvl="5" algn="l" defTabSz="914400">
              <a:lnSpc>
                <a:spcPct val="90000"/>
              </a:lnSpc>
              <a:spcBef>
                <a:spcPts val="283"/>
              </a:spcBef>
              <a:buClr>
                <a:srgbClr val="000000"/>
              </a:buClr>
              <a:buSzPct val="45000"/>
              <a:buFont typeface="Wingdings" charset="2"/>
              <a:buChar char=""/>
              <a:defRPr lang="ja-JP" sz="2000" b="0" u="none" strike="noStrike">
                <a:solidFill>
                  <a:schemeClr val="dk1"/>
                </a:solidFill>
                <a:effectLst/>
                <a:uFillTx/>
                <a:latin typeface="Meiryo UI"/>
              </a:defRPr>
            </a:lvl6pPr>
            <a:lvl7pPr lvl="6" algn="l" defTabSz="914400">
              <a:lnSpc>
                <a:spcPct val="90000"/>
              </a:lnSpc>
              <a:spcBef>
                <a:spcPts val="283"/>
              </a:spcBef>
              <a:buClr>
                <a:srgbClr val="000000"/>
              </a:buClr>
              <a:buSzPct val="45000"/>
              <a:buFont typeface="Wingdings" charset="2"/>
              <a:buChar char=""/>
              <a:defRPr lang="ja-JP" sz="2000" b="0" u="none" strike="noStrike">
                <a:solidFill>
                  <a:schemeClr val="dk1"/>
                </a:solidFill>
                <a:effectLst/>
                <a:uFillTx/>
                <a:latin typeface="Meiryo UI"/>
              </a:defRPr>
            </a:lvl7pPr>
          </a:lstStyle>
          <a:p>
            <a:pPr marL="228600" indent="-28332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Meiryo UI"/>
              </a:rPr>
              <a:t>クリックしてアウトラインのテキストを編集</a:t>
            </a:r>
            <a:endParaRPr lang="en-US" sz="2800" b="0" u="none" strike="noStrike">
              <a:solidFill>
                <a:schemeClr val="dk1"/>
              </a:solidFill>
              <a:effectLst/>
              <a:uFillTx/>
              <a:latin typeface="Meiryo UI"/>
            </a:endParaRPr>
          </a:p>
          <a:p>
            <a:pPr marL="864000" lvl="1" indent="-324000" algn="l" defTabSz="914400">
              <a:lnSpc>
                <a:spcPct val="90000"/>
              </a:lnSpc>
              <a:spcBef>
                <a:spcPts val="499"/>
              </a:spcBef>
              <a:buClr>
                <a:srgbClr val="000000"/>
              </a:buClr>
              <a:buSzPct val="75000"/>
              <a:buFont typeface="Symbol" charset="2"/>
              <a:buChar char=""/>
            </a:pPr>
            <a:r>
              <a:rPr lang="ja-JP" sz="2400" b="0" u="none" strike="noStrike">
                <a:solidFill>
                  <a:schemeClr val="dk1"/>
                </a:solidFill>
                <a:effectLst/>
                <a:uFillTx/>
                <a:latin typeface="Meiryo UI"/>
              </a:rPr>
              <a:t>第</a:t>
            </a:r>
            <a:r>
              <a:rPr lang="en-US" sz="2400" b="0" u="none" strike="noStrike">
                <a:solidFill>
                  <a:schemeClr val="dk1"/>
                </a:solidFill>
                <a:effectLst/>
                <a:uFillTx/>
                <a:latin typeface="Meiryo UI"/>
              </a:rPr>
              <a:t>2</a:t>
            </a:r>
            <a:r>
              <a:rPr lang="ja-JP" sz="2400" b="0" u="none" strike="noStrike">
                <a:solidFill>
                  <a:schemeClr val="dk1"/>
                </a:solidFill>
                <a:effectLst/>
                <a:uFillTx/>
                <a:latin typeface="Meiryo UI"/>
              </a:rPr>
              <a:t>レベル アウトライン</a:t>
            </a:r>
            <a:endParaRPr lang="en-US" sz="2400" b="0" u="none" strike="noStrike">
              <a:solidFill>
                <a:schemeClr val="dk1"/>
              </a:solidFill>
              <a:effectLst/>
              <a:uFillTx/>
              <a:latin typeface="Meiryo UI"/>
            </a:endParaRPr>
          </a:p>
          <a:p>
            <a:pPr marL="1296000" lvl="2" indent="-288000" algn="l" defTabSz="914400">
              <a:lnSpc>
                <a:spcPct val="90000"/>
              </a:lnSpc>
              <a:spcBef>
                <a:spcPts val="499"/>
              </a:spcBef>
              <a:buClr>
                <a:srgbClr val="000000"/>
              </a:buClr>
              <a:buSzPct val="45000"/>
              <a:buFont typeface="Wingdings" charset="2"/>
              <a:buChar char=""/>
            </a:pPr>
            <a:r>
              <a:rPr lang="ja-JP" sz="2000" b="0" u="none" strike="noStrike">
                <a:solidFill>
                  <a:schemeClr val="dk1"/>
                </a:solidFill>
                <a:effectLst/>
                <a:uFillTx/>
                <a:latin typeface="Meiryo UI"/>
              </a:rPr>
              <a:t>第</a:t>
            </a:r>
            <a:r>
              <a:rPr lang="en-US" sz="2000" b="0" u="none" strike="noStrike">
                <a:solidFill>
                  <a:schemeClr val="dk1"/>
                </a:solidFill>
                <a:effectLst/>
                <a:uFillTx/>
                <a:latin typeface="Meiryo UI"/>
              </a:rPr>
              <a:t>3</a:t>
            </a:r>
            <a:r>
              <a:rPr lang="ja-JP" sz="2000" b="0" u="none" strike="noStrike">
                <a:solidFill>
                  <a:schemeClr val="dk1"/>
                </a:solidFill>
                <a:effectLst/>
                <a:uFillTx/>
                <a:latin typeface="Meiryo UI"/>
              </a:rPr>
              <a:t>レベル アウトライン</a:t>
            </a:r>
            <a:endParaRPr lang="en-US" sz="2000" b="0" u="none" strike="noStrike">
              <a:solidFill>
                <a:schemeClr val="dk1"/>
              </a:solidFill>
              <a:effectLst/>
              <a:uFillTx/>
              <a:latin typeface="Meiryo UI"/>
            </a:endParaRPr>
          </a:p>
          <a:p>
            <a:pPr marL="1728000" lvl="3" indent="-216000" algn="l" defTabSz="914400">
              <a:lnSpc>
                <a:spcPct val="90000"/>
              </a:lnSpc>
              <a:spcBef>
                <a:spcPts val="499"/>
              </a:spcBef>
              <a:buClr>
                <a:srgbClr val="000000"/>
              </a:buClr>
              <a:buSzPct val="75000"/>
              <a:buFont typeface="Symbol" charset="2"/>
              <a:buChar char=""/>
            </a:pPr>
            <a:r>
              <a:rPr lang="ja-JP" sz="1800" b="0" u="none" strike="noStrike">
                <a:solidFill>
                  <a:schemeClr val="dk1"/>
                </a:solidFill>
                <a:effectLst/>
                <a:uFillTx/>
                <a:latin typeface="Meiryo UI"/>
              </a:rPr>
              <a:t>第</a:t>
            </a:r>
            <a:r>
              <a:rPr lang="en-US" sz="1800" b="0" u="none" strike="noStrike">
                <a:solidFill>
                  <a:schemeClr val="dk1"/>
                </a:solidFill>
                <a:effectLst/>
                <a:uFillTx/>
                <a:latin typeface="Meiryo UI"/>
              </a:rPr>
              <a:t>4</a:t>
            </a:r>
            <a:r>
              <a:rPr lang="ja-JP" sz="1800" b="0" u="none" strike="noStrike">
                <a:solidFill>
                  <a:schemeClr val="dk1"/>
                </a:solidFill>
                <a:effectLst/>
                <a:uFillTx/>
                <a:latin typeface="Meiryo UI"/>
              </a:rPr>
              <a:t>レベル アウトライン</a:t>
            </a:r>
            <a:endParaRPr lang="en-US" sz="1800" b="0" u="none" strike="noStrike">
              <a:solidFill>
                <a:schemeClr val="dk1"/>
              </a:solidFill>
              <a:effectLst/>
              <a:uFillTx/>
              <a:latin typeface="Meiryo UI"/>
            </a:endParaRPr>
          </a:p>
          <a:p>
            <a:pPr marL="2160000" lvl="4" indent="-216000" algn="l" defTabSz="914400">
              <a:lnSpc>
                <a:spcPct val="90000"/>
              </a:lnSpc>
              <a:spcBef>
                <a:spcPts val="499"/>
              </a:spcBef>
              <a:buClr>
                <a:srgbClr val="000000"/>
              </a:buClr>
              <a:buSzPct val="45000"/>
              <a:buFont typeface="Wingdings" charset="2"/>
              <a:buChar char=""/>
            </a:pPr>
            <a:r>
              <a:rPr lang="ja-JP" sz="1800" b="0" u="none" strike="noStrike">
                <a:solidFill>
                  <a:schemeClr val="dk1"/>
                </a:solidFill>
                <a:effectLst/>
                <a:uFillTx/>
                <a:latin typeface="Meiryo UI"/>
              </a:rPr>
              <a:t>第</a:t>
            </a:r>
            <a:r>
              <a:rPr lang="en-US" sz="1800" b="0" u="none" strike="noStrike">
                <a:solidFill>
                  <a:schemeClr val="dk1"/>
                </a:solidFill>
                <a:effectLst/>
                <a:uFillTx/>
                <a:latin typeface="Meiryo UI"/>
              </a:rPr>
              <a:t>5</a:t>
            </a:r>
            <a:r>
              <a:rPr lang="ja-JP" sz="1800" b="0" u="none" strike="noStrike">
                <a:solidFill>
                  <a:schemeClr val="dk1"/>
                </a:solidFill>
                <a:effectLst/>
                <a:uFillTx/>
                <a:latin typeface="Meiryo UI"/>
              </a:rPr>
              <a:t>レベル アウトライン</a:t>
            </a:r>
            <a:endParaRPr lang="en-US" sz="1800" b="0" u="none" strike="noStrike">
              <a:solidFill>
                <a:schemeClr val="dk1"/>
              </a:solidFill>
              <a:effectLst/>
              <a:uFillTx/>
              <a:latin typeface="Meiryo UI"/>
            </a:endParaRPr>
          </a:p>
          <a:p>
            <a:pPr marL="2592000" lvl="5" indent="-216000" algn="l"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Meiryo UI"/>
              </a:rPr>
              <a:t>第</a:t>
            </a:r>
            <a:r>
              <a:rPr lang="en-US" sz="2000" b="0" u="none" strike="noStrike">
                <a:solidFill>
                  <a:schemeClr val="dk1"/>
                </a:solidFill>
                <a:effectLst/>
                <a:uFillTx/>
                <a:latin typeface="Meiryo UI"/>
              </a:rPr>
              <a:t>6</a:t>
            </a:r>
            <a:r>
              <a:rPr lang="ja-JP" sz="2000" b="0" u="none" strike="noStrike">
                <a:solidFill>
                  <a:schemeClr val="dk1"/>
                </a:solidFill>
                <a:effectLst/>
                <a:uFillTx/>
                <a:latin typeface="Meiryo UI"/>
              </a:rPr>
              <a:t>レベル アウトライン</a:t>
            </a:r>
            <a:endParaRPr lang="en-US" sz="2000" b="0" u="none" strike="noStrike">
              <a:solidFill>
                <a:schemeClr val="dk1"/>
              </a:solidFill>
              <a:effectLst/>
              <a:uFillTx/>
              <a:latin typeface="Meiryo UI"/>
            </a:endParaRPr>
          </a:p>
          <a:p>
            <a:pPr marL="3024000" lvl="6" indent="-216000" algn="l" defTabSz="914400">
              <a:lnSpc>
                <a:spcPct val="90000"/>
              </a:lnSpc>
              <a:spcBef>
                <a:spcPts val="283"/>
              </a:spcBef>
              <a:buClr>
                <a:srgbClr val="000000"/>
              </a:buClr>
              <a:buSzPct val="45000"/>
              <a:buFont typeface="Wingdings" charset="2"/>
              <a:buChar char=""/>
            </a:pPr>
            <a:r>
              <a:rPr lang="ja-JP" sz="2000" b="0" u="none" strike="noStrike">
                <a:solidFill>
                  <a:schemeClr val="dk1"/>
                </a:solidFill>
                <a:effectLst/>
                <a:uFillTx/>
                <a:latin typeface="Meiryo UI"/>
              </a:rPr>
              <a:t>第</a:t>
            </a:r>
            <a:r>
              <a:rPr lang="en-US" sz="2000" b="0" u="none" strike="noStrike">
                <a:solidFill>
                  <a:schemeClr val="dk1"/>
                </a:solidFill>
                <a:effectLst/>
                <a:uFillTx/>
                <a:latin typeface="Meiryo UI"/>
              </a:rPr>
              <a:t>7</a:t>
            </a:r>
            <a:r>
              <a:rPr lang="ja-JP" sz="2000" b="0" u="none" strike="noStrike">
                <a:solidFill>
                  <a:schemeClr val="dk1"/>
                </a:solidFill>
                <a:effectLst/>
                <a:uFillTx/>
                <a:latin typeface="Meiryo UI"/>
              </a:rPr>
              <a:t>レベル アウトライン</a:t>
            </a:r>
            <a:endParaRPr lang="en-US" sz="2000" b="0" u="none" strike="noStrike">
              <a:solidFill>
                <a:schemeClr val="dk1"/>
              </a:solidFill>
              <a:effectLst/>
              <a:uFillTx/>
              <a:latin typeface="Meiryo U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と 2 段組">
    <p:bg>
      <p:bgPr>
        <a:solidFill>
          <a:schemeClr val="lt1"/>
        </a:solidFill>
      </p:bgPr>
    </p:bg>
    <p:spTree>
      <p:nvGrpSpPr>
        <p:cNvPr id="1" name=""/>
        <p:cNvGrpSpPr/>
        <p:nvPr/>
      </p:nvGrpSpPr>
      <p:grpSpPr>
        <a:xfrm>
          <a:off x="0" y="0"/>
          <a:ext cx="0" cy="0"/>
          <a:chOff x="0" y="0"/>
          <a:chExt cx="0" cy="0"/>
        </a:xfrm>
      </p:grpSpPr>
      <p:grpSp>
        <p:nvGrpSpPr>
          <p:cNvPr id="19" name="グループ 10">
            <a:extLst>
              <a:ext uri="{C183D7F6-B498-43B3-948B-1728B52AA6E4}">
                <adec:decorative xmlns:adec="http://schemas.microsoft.com/office/drawing/2017/decorative" val="1"/>
              </a:ext>
            </a:extLst>
          </p:cNvPr>
          <p:cNvGrpSpPr/>
          <p:nvPr/>
        </p:nvGrpSpPr>
        <p:grpSpPr>
          <a:xfrm>
            <a:off x="8870760" y="360"/>
            <a:ext cx="3324600" cy="3324960"/>
            <a:chOff x="8870760" y="360"/>
            <a:chExt cx="3324600" cy="3324960"/>
          </a:xfrm>
        </p:grpSpPr>
        <p:sp>
          <p:nvSpPr>
            <p:cNvPr id="20" name="フリーフォーム(F) 4"/>
            <p:cNvSpPr/>
            <p:nvPr/>
          </p:nvSpPr>
          <p:spPr>
            <a:xfrm rot="10800000">
              <a:off x="10520280" y="1091880"/>
              <a:ext cx="1675080" cy="2233440"/>
            </a:xfrm>
            <a:custGeom>
              <a:avLst/>
              <a:gdLst>
                <a:gd name="textAreaLeft" fmla="*/ 0 w 1675080"/>
                <a:gd name="textAreaRight" fmla="*/ 1675800 w 1675080"/>
                <a:gd name="textAreaTop" fmla="*/ 0 h 2233440"/>
                <a:gd name="textAreaBottom" fmla="*/ 2234160 h 223344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3"/>
            </a:solidFill>
            <a:ln w="0">
              <a:noFill/>
            </a:ln>
          </p:spPr>
          <p:style>
            <a:lnRef idx="0"/>
            <a:fillRef idx="0"/>
            <a:effectRef idx="0"/>
            <a:fontRef idx="minor"/>
          </p:style>
          <p:txBody>
            <a:bodyPr lIns="720" tIns="45000" rIns="720" bIns="45000" anchor="t">
              <a:noAutofit/>
            </a:bodyPr>
            <a:p>
              <a:endParaRPr lang="en-US" sz="1800" b="0" u="none" strike="noStrike">
                <a:solidFill>
                  <a:schemeClr val="lt1"/>
                </a:solidFill>
                <a:effectLst/>
                <a:uFillTx/>
                <a:latin typeface="Meiryo UI"/>
              </a:endParaRPr>
            </a:p>
          </p:txBody>
        </p:sp>
        <p:sp>
          <p:nvSpPr>
            <p:cNvPr id="21" name="フリーフォーム(F) 5"/>
            <p:cNvSpPr/>
            <p:nvPr/>
          </p:nvSpPr>
          <p:spPr>
            <a:xfrm rot="10800000">
              <a:off x="11107800" y="720"/>
              <a:ext cx="1087560" cy="1087560"/>
            </a:xfrm>
            <a:custGeom>
              <a:avLst/>
              <a:gdLst>
                <a:gd name="textAreaLeft" fmla="*/ 0 w 1087560"/>
                <a:gd name="textAreaRight" fmla="*/ 1088280 w 1087560"/>
                <a:gd name="textAreaTop" fmla="*/ 0 h 1087560"/>
                <a:gd name="textAreaBottom" fmla="*/ 1088280 h 108756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360" tIns="45000" rIns="360" bIns="45000" anchor="t">
              <a:noAutofit/>
            </a:bodyPr>
            <a:p>
              <a:endParaRPr lang="en-US" sz="1800" b="0" u="none" strike="noStrike">
                <a:solidFill>
                  <a:schemeClr val="lt1"/>
                </a:solidFill>
                <a:effectLst/>
                <a:uFillTx/>
                <a:latin typeface="Meiryo UI"/>
              </a:endParaRPr>
            </a:p>
          </p:txBody>
        </p:sp>
        <p:sp>
          <p:nvSpPr>
            <p:cNvPr id="22" name="フリーフォーム(F) 7"/>
            <p:cNvSpPr/>
            <p:nvPr/>
          </p:nvSpPr>
          <p:spPr>
            <a:xfrm rot="10800000">
              <a:off x="8870760" y="0"/>
              <a:ext cx="2180880" cy="1090080"/>
            </a:xfrm>
            <a:custGeom>
              <a:avLst/>
              <a:gdLst>
                <a:gd name="textAreaLeft" fmla="*/ 0 w 2180880"/>
                <a:gd name="textAreaRight" fmla="*/ 2181600 w 2180880"/>
                <a:gd name="textAreaTop" fmla="*/ 0 h 1090080"/>
                <a:gd name="textAreaBottom" fmla="*/ 1090800 h 109008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6"/>
            </a:solidFill>
            <a:ln w="0">
              <a:noFill/>
            </a:ln>
          </p:spPr>
          <p:style>
            <a:lnRef idx="0"/>
            <a:fillRef idx="0"/>
            <a:effectRef idx="0"/>
            <a:fontRef idx="minor"/>
          </p:style>
          <p:txBody>
            <a:bodyPr lIns="1080" tIns="45000" rIns="1080" bIns="45000" anchor="t">
              <a:noAutofit/>
            </a:bodyPr>
            <a:p>
              <a:endParaRPr lang="en-US" sz="1800" b="0" u="none" strike="noStrike">
                <a:solidFill>
                  <a:schemeClr val="lt1"/>
                </a:solidFill>
                <a:effectLst/>
                <a:uFillTx/>
                <a:latin typeface="Meiryo UI"/>
              </a:endParaRPr>
            </a:p>
          </p:txBody>
        </p:sp>
      </p:grpSp>
      <p:sp>
        <p:nvSpPr>
          <p:cNvPr id="23"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cxnSp>
        <p:nvCxnSpPr>
          <p:cNvPr id="24" name="直線​​コネクタ(S) 3">
            <a:extLst>
              <a:ext uri="{C183D7F6-B498-43B3-948B-1728B52AA6E4}">
                <adec:decorative xmlns:adec="http://schemas.microsoft.com/office/drawing/2017/decorative" val="1"/>
              </a:ext>
            </a:extLst>
          </p:cNvPr>
          <p:cNvCxnSpPr/>
          <p:nvPr/>
        </p:nvCxnSpPr>
        <p:spPr>
          <a:xfrm>
            <a:off x="594360" y="2148840"/>
            <a:ext cx="2134080" cy="4680"/>
          </a:xfrm>
          <a:prstGeom prst="straightConnector1">
            <a:avLst/>
          </a:prstGeom>
          <a:ln w="101600">
            <a:solidFill>
              <a:srgbClr val="5D7D40"/>
            </a:solidFill>
            <a:round/>
          </a:ln>
        </p:spPr>
      </p:cxnSp>
      <p:sp>
        <p:nvSpPr>
          <p:cNvPr id="25" name="PlaceHolder 2"/>
          <p:cNvSpPr>
            <a:spLocks noGrp="1"/>
          </p:cNvSpPr>
          <p:nvPr>
            <p:ph type="body" hasCustomPrompt="1"/>
          </p:nvPr>
        </p:nvSpPr>
        <p:spPr>
          <a:xfrm>
            <a:off x="595440" y="2676600"/>
            <a:ext cx="5745960" cy="3596760"/>
          </a:xfrm>
          <a:prstGeom prst="rect">
            <a:avLst/>
          </a:prstGeom>
          <a:noFill/>
          <a:ln w="0">
            <a:noFill/>
          </a:ln>
        </p:spPr>
        <p:txBody>
          <a:bodyPr lIns="0" tIns="45720" rIns="91440" bIns="4572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601"/>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685800" lvl="1" indent="-283320" algn="l" defTabSz="914400">
              <a:lnSpc>
                <a:spcPct val="90000"/>
              </a:lnSpc>
              <a:spcBef>
                <a:spcPts val="601"/>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14300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60020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205740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26" name="PlaceHolder 3"/>
          <p:cNvSpPr>
            <a:spLocks noGrp="1"/>
          </p:cNvSpPr>
          <p:nvPr>
            <p:ph type="body" hasCustomPrompt="1"/>
          </p:nvPr>
        </p:nvSpPr>
        <p:spPr>
          <a:xfrm>
            <a:off x="7620120" y="2676600"/>
            <a:ext cx="3946320" cy="3596760"/>
          </a:xfrm>
          <a:prstGeom prst="rect">
            <a:avLst/>
          </a:prstGeom>
          <a:noFill/>
          <a:ln w="0">
            <a:noFill/>
          </a:ln>
        </p:spPr>
        <p:txBody>
          <a:bodyPr lIns="0" tIns="45720" rIns="91440" bIns="45720" anchor="t">
            <a:normAutofit/>
          </a:bodyPr>
          <a:lstStyle>
            <a:lvl1pPr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68580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14300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60020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205740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27" name="PlaceHolder 4"/>
          <p:cNvSpPr>
            <a:spLocks noGrp="1"/>
          </p:cNvSpPr>
          <p:nvPr>
            <p:ph type="dt" idx="3"/>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
        <p:nvSpPr>
          <p:cNvPr id="28" name="PlaceHolder 5"/>
          <p:cNvSpPr>
            <a:spLocks noGrp="1"/>
          </p:cNvSpPr>
          <p:nvPr>
            <p:ph type="sldNum" idx="4"/>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C27CA37B-96DC-48FD-8987-CC9C91B5651D}"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 3">
    <p:bg>
      <p:bgPr>
        <a:solidFill>
          <a:schemeClr val="lt1"/>
        </a:solidFill>
      </p:bgPr>
    </p:bg>
    <p:spTree>
      <p:nvGrpSpPr>
        <p:cNvPr id="1" name=""/>
        <p:cNvGrpSpPr/>
        <p:nvPr/>
      </p:nvGrpSpPr>
      <p:grpSpPr>
        <a:xfrm>
          <a:off x="0" y="0"/>
          <a:ext cx="0" cy="0"/>
          <a:chOff x="0" y="0"/>
          <a:chExt cx="0" cy="0"/>
        </a:xfrm>
      </p:grpSpPr>
      <p:sp>
        <p:nvSpPr>
          <p:cNvPr id="29" name="PlaceHolder 1"/>
          <p:cNvSpPr>
            <a:spLocks noGrp="1"/>
          </p:cNvSpPr>
          <p:nvPr>
            <p:ph type="title" hasCustomPrompt="1"/>
          </p:nvPr>
        </p:nvSpPr>
        <p:spPr>
          <a:xfrm>
            <a:off x="594360" y="41148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60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クリックしてタイトルを追加 </a:t>
            </a:r>
            <a:endParaRPr lang="en-US" sz="6000" b="1" u="none" spc="99" strike="noStrike">
              <a:solidFill>
                <a:schemeClr val="dk1"/>
              </a:solidFill>
              <a:effectLst/>
              <a:uFillTx/>
              <a:latin typeface="Meiryo UI"/>
            </a:endParaRPr>
          </a:p>
        </p:txBody>
      </p:sp>
      <p:grpSp>
        <p:nvGrpSpPr>
          <p:cNvPr id="30" name="グループ 8">
            <a:extLst>
              <a:ext uri="{C183D7F6-B498-43B3-948B-1728B52AA6E4}">
                <adec:decorative xmlns:adec="http://schemas.microsoft.com/office/drawing/2017/decorative" val="1"/>
              </a:ext>
            </a:extLst>
          </p:cNvPr>
          <p:cNvGrpSpPr/>
          <p:nvPr/>
        </p:nvGrpSpPr>
        <p:grpSpPr>
          <a:xfrm>
            <a:off x="6093360" y="360"/>
            <a:ext cx="6098760" cy="6098760"/>
            <a:chOff x="6093360" y="360"/>
            <a:chExt cx="6098760" cy="6098760"/>
          </a:xfrm>
        </p:grpSpPr>
        <p:sp>
          <p:nvSpPr>
            <p:cNvPr id="31" name="フリーフォーム(F) 9"/>
            <p:cNvSpPr/>
            <p:nvPr/>
          </p:nvSpPr>
          <p:spPr>
            <a:xfrm rot="10800000">
              <a:off x="9119160" y="2001600"/>
              <a:ext cx="3072960" cy="4097520"/>
            </a:xfrm>
            <a:custGeom>
              <a:avLst/>
              <a:gdLst>
                <a:gd name="textAreaLeft" fmla="*/ 0 w 3072960"/>
                <a:gd name="textAreaRight" fmla="*/ 3073680 w 3072960"/>
                <a:gd name="textAreaTop" fmla="*/ 0 h 4097520"/>
                <a:gd name="textAreaBottom" fmla="*/ 4098240 h 409752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3"/>
            </a:solidFill>
            <a:ln w="0">
              <a:noFill/>
            </a:ln>
          </p:spPr>
          <p:style>
            <a:lnRef idx="0"/>
            <a:fillRef idx="0"/>
            <a:effectRef idx="0"/>
            <a:fontRef idx="minor"/>
          </p:style>
          <p:txBody>
            <a:bodyPr lIns="720" tIns="45000" rIns="720" bIns="45000" anchor="t">
              <a:noAutofit/>
            </a:bodyPr>
            <a:p>
              <a:endParaRPr lang="en-US" sz="1800" b="0" u="none" strike="noStrike">
                <a:solidFill>
                  <a:schemeClr val="lt1"/>
                </a:solidFill>
                <a:effectLst/>
                <a:uFillTx/>
                <a:latin typeface="Meiryo UI"/>
              </a:endParaRPr>
            </a:p>
          </p:txBody>
        </p:sp>
        <p:sp>
          <p:nvSpPr>
            <p:cNvPr id="32" name="フリーフォーム(F) 10"/>
            <p:cNvSpPr/>
            <p:nvPr/>
          </p:nvSpPr>
          <p:spPr>
            <a:xfrm rot="10800000">
              <a:off x="10196280" y="720"/>
              <a:ext cx="1995840" cy="1995120"/>
            </a:xfrm>
            <a:custGeom>
              <a:avLst/>
              <a:gdLst>
                <a:gd name="textAreaLeft" fmla="*/ 0 w 1995840"/>
                <a:gd name="textAreaRight" fmla="*/ 1996560 w 1995840"/>
                <a:gd name="textAreaTop" fmla="*/ 0 h 1995120"/>
                <a:gd name="textAreaBottom" fmla="*/ 1995840 h 199512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360" tIns="45000" rIns="360" bIns="45000" anchor="t">
              <a:noAutofit/>
            </a:bodyPr>
            <a:p>
              <a:endParaRPr lang="en-US" sz="1800" b="0" u="none" strike="noStrike">
                <a:solidFill>
                  <a:schemeClr val="lt1"/>
                </a:solidFill>
                <a:effectLst/>
                <a:uFillTx/>
                <a:latin typeface="Meiryo UI"/>
              </a:endParaRPr>
            </a:p>
          </p:txBody>
        </p:sp>
        <p:sp>
          <p:nvSpPr>
            <p:cNvPr id="33" name="フリーフォーム(F) 11"/>
            <p:cNvSpPr/>
            <p:nvPr/>
          </p:nvSpPr>
          <p:spPr>
            <a:xfrm rot="10800000">
              <a:off x="6093360" y="0"/>
              <a:ext cx="4000680" cy="2000160"/>
            </a:xfrm>
            <a:custGeom>
              <a:avLst/>
              <a:gdLst>
                <a:gd name="textAreaLeft" fmla="*/ 0 w 4000680"/>
                <a:gd name="textAreaRight" fmla="*/ 4001400 w 4000680"/>
                <a:gd name="textAreaTop" fmla="*/ 0 h 2000160"/>
                <a:gd name="textAreaBottom" fmla="*/ 2000880 h 200016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6"/>
            </a:solidFill>
            <a:ln w="0">
              <a:noFill/>
            </a:ln>
          </p:spPr>
          <p:style>
            <a:lnRef idx="0"/>
            <a:fillRef idx="0"/>
            <a:effectRef idx="0"/>
            <a:fontRef idx="minor"/>
          </p:style>
          <p:txBody>
            <a:bodyPr lIns="1080" tIns="45000" rIns="1080" bIns="45000" anchor="t">
              <a:noAutofit/>
            </a:bodyPr>
            <a:p>
              <a:endParaRPr lang="en-US" sz="1800" b="0" u="none" strike="noStrike">
                <a:solidFill>
                  <a:schemeClr val="lt1"/>
                </a:solidFill>
                <a:effectLst/>
                <a:uFillTx/>
                <a:latin typeface="Meiryo UI"/>
              </a:endParaRPr>
            </a:p>
          </p:txBody>
        </p:sp>
      </p:grpSp>
      <p:sp>
        <p:nvSpPr>
          <p:cNvPr id="34" name="PlaceHolder 2"/>
          <p:cNvSpPr>
            <a:spLocks noGrp="1"/>
          </p:cNvSpPr>
          <p:nvPr>
            <p:ph type="body" hasCustomPrompt="1"/>
          </p:nvPr>
        </p:nvSpPr>
        <p:spPr>
          <a:xfrm>
            <a:off x="594360" y="4549680"/>
            <a:ext cx="5485680" cy="1645200"/>
          </a:xfrm>
          <a:prstGeom prst="rect">
            <a:avLst/>
          </a:prstGeom>
          <a:noFill/>
          <a:ln w="0">
            <a:noFill/>
          </a:ln>
        </p:spPr>
        <p:txBody>
          <a:bodyPr lIns="0" tIns="0" rIns="0" bIns="0" anchor="t">
            <a:noAutofit/>
          </a:bodyPr>
          <a:lstStyle>
            <a:lvl1pPr indent="0" algn="l" defTabSz="914400">
              <a:lnSpc>
                <a:spcPct val="90000"/>
              </a:lnSpc>
              <a:spcBef>
                <a:spcPts val="1001"/>
              </a:spcBef>
              <a:buNone/>
              <a:tabLst>
                <a:tab pos="0" algn="l"/>
              </a:tabLst>
              <a:defRPr lang="ja-JP" sz="2400" b="1" u="none" strike="noStrike">
                <a:solidFill>
                  <a:schemeClr val="lt2">
                    <a:lumMod val="75000"/>
                  </a:schemeClr>
                </a:solidFill>
                <a:effectLst/>
                <a:uFillTx/>
                <a:latin typeface="Meiryo UI"/>
                <a:ea typeface="Meiryo UI"/>
              </a:defRPr>
            </a:lvl1pPr>
          </a:lstStyle>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クリックしてテキストを追加</a:t>
            </a:r>
            <a:endParaRPr lang="en-US" sz="2400" b="1" u="none" strike="noStrike">
              <a:solidFill>
                <a:schemeClr val="lt2">
                  <a:lumMod val="75000"/>
                </a:schemeClr>
              </a:solidFill>
              <a:effectLst/>
              <a:uFillTx/>
              <a:latin typeface="Meiryo UI"/>
            </a:endParaRPr>
          </a:p>
        </p:txBody>
      </p:sp>
      <p:cxnSp>
        <p:nvCxnSpPr>
          <p:cNvPr id="35" name="直線​​コネクタ(S) 3">
            <a:extLst>
              <a:ext uri="{C183D7F6-B498-43B3-948B-1728B52AA6E4}">
                <adec:decorative xmlns:adec="http://schemas.microsoft.com/office/drawing/2017/decorative" val="1"/>
              </a:ext>
            </a:extLst>
          </p:cNvPr>
          <p:cNvCxnSpPr/>
          <p:nvPr/>
        </p:nvCxnSpPr>
        <p:spPr>
          <a:xfrm>
            <a:off x="594360" y="3949920"/>
            <a:ext cx="2134080" cy="4680"/>
          </a:xfrm>
          <a:prstGeom prst="straightConnector1">
            <a:avLst/>
          </a:prstGeom>
          <a:ln w="101600">
            <a:solidFill>
              <a:srgbClr val="5D7D40"/>
            </a:solidFill>
            <a:round/>
          </a:ln>
        </p:spPr>
      </p:cxn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
    <p:bg>
      <p:bgPr>
        <a:solidFill>
          <a:schemeClr val="lt1"/>
        </a:solidFill>
      </p:bgPr>
    </p:bg>
    <p:spTree>
      <p:nvGrpSpPr>
        <p:cNvPr id="1" name=""/>
        <p:cNvGrpSpPr/>
        <p:nvPr/>
      </p:nvGrpSpPr>
      <p:grpSpPr>
        <a:xfrm>
          <a:off x="0" y="0"/>
          <a:ext cx="0" cy="0"/>
          <a:chOff x="0" y="0"/>
          <a:chExt cx="0" cy="0"/>
        </a:xfrm>
      </p:grpSpPr>
      <p:sp>
        <p:nvSpPr>
          <p:cNvPr id="45"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60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クリックしてタイトルを追加 </a:t>
            </a:r>
            <a:endParaRPr lang="en-US" sz="6000" b="1" u="none" spc="99" strike="noStrike">
              <a:solidFill>
                <a:schemeClr val="dk1"/>
              </a:solidFill>
              <a:effectLst/>
              <a:uFillTx/>
              <a:latin typeface="Meiryo UI"/>
            </a:endParaRPr>
          </a:p>
        </p:txBody>
      </p:sp>
      <p:grpSp>
        <p:nvGrpSpPr>
          <p:cNvPr id="46" name="グループ 8">
            <a:extLst>
              <a:ext uri="{C183D7F6-B498-43B3-948B-1728B52AA6E4}">
                <adec:decorative xmlns:adec="http://schemas.microsoft.com/office/drawing/2017/decorative" val="1"/>
              </a:ext>
            </a:extLst>
          </p:cNvPr>
          <p:cNvGrpSpPr/>
          <p:nvPr/>
        </p:nvGrpSpPr>
        <p:grpSpPr>
          <a:xfrm>
            <a:off x="0" y="758880"/>
            <a:ext cx="6098400" cy="6098400"/>
            <a:chOff x="0" y="758880"/>
            <a:chExt cx="6098400" cy="6098400"/>
          </a:xfrm>
        </p:grpSpPr>
        <p:sp>
          <p:nvSpPr>
            <p:cNvPr id="47" name="フリーフォーム(F) 9"/>
            <p:cNvSpPr/>
            <p:nvPr/>
          </p:nvSpPr>
          <p:spPr>
            <a:xfrm>
              <a:off x="0" y="758880"/>
              <a:ext cx="3072960" cy="4097520"/>
            </a:xfrm>
            <a:custGeom>
              <a:avLst/>
              <a:gdLst>
                <a:gd name="textAreaLeft" fmla="*/ 0 w 3072960"/>
                <a:gd name="textAreaRight" fmla="*/ 3073680 w 3072960"/>
                <a:gd name="textAreaTop" fmla="*/ 0 h 4097520"/>
                <a:gd name="textAreaBottom" fmla="*/ 4098240 h 409752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3"/>
            </a:solidFill>
            <a:ln w="0">
              <a:noFill/>
            </a:ln>
          </p:spPr>
          <p:style>
            <a:lnRef idx="0"/>
            <a:fillRef idx="0"/>
            <a:effectRef idx="0"/>
            <a:fontRef idx="minor"/>
          </p:style>
          <p:txBody>
            <a:bodyPr lIns="720" tIns="45000" rIns="720" bIns="45000" anchor="t" upright="1">
              <a:noAutofit/>
            </a:bodyPr>
            <a:p>
              <a:endParaRPr lang="en-US" sz="1800" b="0" u="none" strike="noStrike">
                <a:solidFill>
                  <a:schemeClr val="lt1"/>
                </a:solidFill>
                <a:effectLst/>
                <a:uFillTx/>
                <a:latin typeface="Meiryo UI"/>
              </a:endParaRPr>
            </a:p>
          </p:txBody>
        </p:sp>
        <p:sp>
          <p:nvSpPr>
            <p:cNvPr id="48" name="フリーフォーム(F) 10"/>
            <p:cNvSpPr/>
            <p:nvPr/>
          </p:nvSpPr>
          <p:spPr>
            <a:xfrm>
              <a:off x="0" y="4862160"/>
              <a:ext cx="1995840" cy="1995120"/>
            </a:xfrm>
            <a:custGeom>
              <a:avLst/>
              <a:gdLst>
                <a:gd name="textAreaLeft" fmla="*/ 0 w 1995840"/>
                <a:gd name="textAreaRight" fmla="*/ 1996560 w 1995840"/>
                <a:gd name="textAreaTop" fmla="*/ 0 h 1995120"/>
                <a:gd name="textAreaBottom" fmla="*/ 1995840 h 199512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360" tIns="45000" rIns="360" bIns="45000" anchor="t" upright="1">
              <a:noAutofit/>
            </a:bodyPr>
            <a:p>
              <a:endParaRPr lang="en-US" sz="1800" b="0" u="none" strike="noStrike">
                <a:solidFill>
                  <a:schemeClr val="lt1"/>
                </a:solidFill>
                <a:effectLst/>
                <a:uFillTx/>
                <a:latin typeface="Meiryo UI"/>
              </a:endParaRPr>
            </a:p>
          </p:txBody>
        </p:sp>
        <p:sp>
          <p:nvSpPr>
            <p:cNvPr id="49" name="フリーフォーム(F) 11"/>
            <p:cNvSpPr/>
            <p:nvPr/>
          </p:nvSpPr>
          <p:spPr>
            <a:xfrm>
              <a:off x="2097720" y="4857120"/>
              <a:ext cx="4000680" cy="2000160"/>
            </a:xfrm>
            <a:custGeom>
              <a:avLst/>
              <a:gdLst>
                <a:gd name="textAreaLeft" fmla="*/ 0 w 4000680"/>
                <a:gd name="textAreaRight" fmla="*/ 4001400 w 4000680"/>
                <a:gd name="textAreaTop" fmla="*/ 0 h 2000160"/>
                <a:gd name="textAreaBottom" fmla="*/ 2000880 h 200016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6"/>
            </a:solidFill>
            <a:ln w="0">
              <a:noFill/>
            </a:ln>
          </p:spPr>
          <p:style>
            <a:lnRef idx="0"/>
            <a:fillRef idx="0"/>
            <a:effectRef idx="0"/>
            <a:fontRef idx="minor"/>
          </p:style>
          <p:txBody>
            <a:bodyPr lIns="1080" tIns="45000" rIns="1080" bIns="45000" anchor="t" upright="1">
              <a:noAutofit/>
            </a:bodyPr>
            <a:p>
              <a:endParaRPr lang="en-US" sz="1800" b="0" u="none" strike="noStrike">
                <a:solidFill>
                  <a:schemeClr val="lt1"/>
                </a:solidFill>
                <a:effectLst/>
                <a:uFillTx/>
                <a:latin typeface="Meiryo UI"/>
              </a:endParaRPr>
            </a:p>
          </p:txBody>
        </p:sp>
      </p:grpSp>
      <p:cxnSp>
        <p:nvCxnSpPr>
          <p:cNvPr id="50" name="直線​​コネクタ(S) 12">
            <a:extLst>
              <a:ext uri="{C183D7F6-B498-43B3-948B-1728B52AA6E4}">
                <adec:decorative xmlns:adec="http://schemas.microsoft.com/office/drawing/2017/decorative" val="1"/>
              </a:ext>
            </a:extLst>
          </p:cNvPr>
          <p:cNvCxnSpPr/>
          <p:nvPr/>
        </p:nvCxnSpPr>
        <p:spPr>
          <a:xfrm>
            <a:off x="6309360" y="3949920"/>
            <a:ext cx="2134080" cy="4680"/>
          </a:xfrm>
          <a:prstGeom prst="straightConnector1">
            <a:avLst/>
          </a:prstGeom>
          <a:ln w="101600">
            <a:solidFill>
              <a:srgbClr val="5D7D40"/>
            </a:solidFill>
            <a:round/>
          </a:ln>
        </p:spPr>
      </p:cxnSp>
      <p:sp>
        <p:nvSpPr>
          <p:cNvPr id="51" name="PlaceHolder 2"/>
          <p:cNvSpPr>
            <a:spLocks noGrp="1"/>
          </p:cNvSpPr>
          <p:nvPr>
            <p:ph type="body" hasCustomPrompt="1"/>
          </p:nvPr>
        </p:nvSpPr>
        <p:spPr>
          <a:xfrm>
            <a:off x="6310080" y="4549680"/>
            <a:ext cx="5485680" cy="1645200"/>
          </a:xfrm>
          <a:prstGeom prst="rect">
            <a:avLst/>
          </a:prstGeom>
          <a:noFill/>
          <a:ln w="0">
            <a:noFill/>
          </a:ln>
        </p:spPr>
        <p:txBody>
          <a:bodyPr lIns="0" tIns="0" rIns="0" bIns="0" anchor="t">
            <a:noAutofit/>
          </a:bodyPr>
          <a:lstStyle>
            <a:lvl1pPr indent="0" algn="l" defTabSz="914400">
              <a:lnSpc>
                <a:spcPct val="90000"/>
              </a:lnSpc>
              <a:spcBef>
                <a:spcPts val="1001"/>
              </a:spcBef>
              <a:buNone/>
              <a:tabLst>
                <a:tab pos="0" algn="l"/>
              </a:tabLst>
              <a:defRPr lang="ja-JP" sz="2400" b="1" u="none" strike="noStrike">
                <a:solidFill>
                  <a:schemeClr val="lt2">
                    <a:lumMod val="75000"/>
                  </a:schemeClr>
                </a:solidFill>
                <a:effectLst/>
                <a:uFillTx/>
                <a:latin typeface="Meiryo UI"/>
                <a:ea typeface="Meiryo UI"/>
              </a:defRPr>
            </a:lvl1pPr>
          </a:lstStyle>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クリックしてテキストを追加</a:t>
            </a:r>
            <a:endParaRPr lang="en-US" sz="2400" b="1" u="none" strike="noStrike">
              <a:solidFill>
                <a:schemeClr val="lt2">
                  <a:lumMod val="75000"/>
                </a:schemeClr>
              </a:solidFill>
              <a:effectLst/>
              <a:uFillTx/>
              <a:latin typeface="Meiryo U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と 2 段組 2">
    <p:bg>
      <p:bgPr>
        <a:solidFill>
          <a:schemeClr val="lt1"/>
        </a:solidFill>
      </p:bgPr>
    </p:bg>
    <p:spTree>
      <p:nvGrpSpPr>
        <p:cNvPr id="1" name=""/>
        <p:cNvGrpSpPr/>
        <p:nvPr/>
      </p:nvGrpSpPr>
      <p:grpSpPr>
        <a:xfrm>
          <a:off x="0" y="0"/>
          <a:ext cx="0" cy="0"/>
          <a:chOff x="0" y="0"/>
          <a:chExt cx="0" cy="0"/>
        </a:xfrm>
      </p:grpSpPr>
      <p:grpSp>
        <p:nvGrpSpPr>
          <p:cNvPr id="52" name="グループ 10">
            <a:extLst>
              <a:ext uri="{C183D7F6-B498-43B3-948B-1728B52AA6E4}">
                <adec:decorative xmlns:adec="http://schemas.microsoft.com/office/drawing/2017/decorative" val="1"/>
              </a:ext>
            </a:extLst>
          </p:cNvPr>
          <p:cNvGrpSpPr/>
          <p:nvPr/>
        </p:nvGrpSpPr>
        <p:grpSpPr>
          <a:xfrm>
            <a:off x="8870760" y="360"/>
            <a:ext cx="3324600" cy="3324960"/>
            <a:chOff x="8870760" y="360"/>
            <a:chExt cx="3324600" cy="3324960"/>
          </a:xfrm>
        </p:grpSpPr>
        <p:sp>
          <p:nvSpPr>
            <p:cNvPr id="53" name="フリーフォーム(F) 4"/>
            <p:cNvSpPr/>
            <p:nvPr/>
          </p:nvSpPr>
          <p:spPr>
            <a:xfrm rot="10800000">
              <a:off x="10520280" y="1091880"/>
              <a:ext cx="1675080" cy="2233440"/>
            </a:xfrm>
            <a:custGeom>
              <a:avLst/>
              <a:gdLst>
                <a:gd name="textAreaLeft" fmla="*/ 0 w 1675080"/>
                <a:gd name="textAreaRight" fmla="*/ 1675800 w 1675080"/>
                <a:gd name="textAreaTop" fmla="*/ 0 h 2233440"/>
                <a:gd name="textAreaBottom" fmla="*/ 2234160 h 223344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3"/>
            </a:solidFill>
            <a:ln w="0">
              <a:noFill/>
            </a:ln>
          </p:spPr>
          <p:style>
            <a:lnRef idx="0"/>
            <a:fillRef idx="0"/>
            <a:effectRef idx="0"/>
            <a:fontRef idx="minor"/>
          </p:style>
          <p:txBody>
            <a:bodyPr lIns="720" tIns="45000" rIns="720" bIns="45000" anchor="t">
              <a:noAutofit/>
            </a:bodyPr>
            <a:p>
              <a:endParaRPr lang="en-US" sz="1800" b="0" u="none" strike="noStrike">
                <a:solidFill>
                  <a:schemeClr val="lt1"/>
                </a:solidFill>
                <a:effectLst/>
                <a:uFillTx/>
                <a:latin typeface="Meiryo UI"/>
              </a:endParaRPr>
            </a:p>
          </p:txBody>
        </p:sp>
        <p:sp>
          <p:nvSpPr>
            <p:cNvPr id="54" name="フリーフォーム(F) 5"/>
            <p:cNvSpPr/>
            <p:nvPr/>
          </p:nvSpPr>
          <p:spPr>
            <a:xfrm rot="10800000">
              <a:off x="11107800" y="720"/>
              <a:ext cx="1087560" cy="1087560"/>
            </a:xfrm>
            <a:custGeom>
              <a:avLst/>
              <a:gdLst>
                <a:gd name="textAreaLeft" fmla="*/ 0 w 1087560"/>
                <a:gd name="textAreaRight" fmla="*/ 1088280 w 1087560"/>
                <a:gd name="textAreaTop" fmla="*/ 0 h 1087560"/>
                <a:gd name="textAreaBottom" fmla="*/ 1088280 h 108756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360" tIns="45000" rIns="360" bIns="45000" anchor="t">
              <a:noAutofit/>
            </a:bodyPr>
            <a:p>
              <a:endParaRPr lang="en-US" sz="1800" b="0" u="none" strike="noStrike">
                <a:solidFill>
                  <a:schemeClr val="lt1"/>
                </a:solidFill>
                <a:effectLst/>
                <a:uFillTx/>
                <a:latin typeface="Meiryo UI"/>
              </a:endParaRPr>
            </a:p>
          </p:txBody>
        </p:sp>
        <p:sp>
          <p:nvSpPr>
            <p:cNvPr id="55" name="フリーフォーム(F) 7"/>
            <p:cNvSpPr/>
            <p:nvPr/>
          </p:nvSpPr>
          <p:spPr>
            <a:xfrm rot="10800000">
              <a:off x="8870760" y="0"/>
              <a:ext cx="2180880" cy="1090080"/>
            </a:xfrm>
            <a:custGeom>
              <a:avLst/>
              <a:gdLst>
                <a:gd name="textAreaLeft" fmla="*/ 0 w 2180880"/>
                <a:gd name="textAreaRight" fmla="*/ 2181600 w 2180880"/>
                <a:gd name="textAreaTop" fmla="*/ 0 h 1090080"/>
                <a:gd name="textAreaBottom" fmla="*/ 1090800 h 109008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6"/>
            </a:solidFill>
            <a:ln w="0">
              <a:noFill/>
            </a:ln>
          </p:spPr>
          <p:style>
            <a:lnRef idx="0"/>
            <a:fillRef idx="0"/>
            <a:effectRef idx="0"/>
            <a:fontRef idx="minor"/>
          </p:style>
          <p:txBody>
            <a:bodyPr lIns="1080" tIns="45000" rIns="1080" bIns="45000" anchor="t">
              <a:noAutofit/>
            </a:bodyPr>
            <a:p>
              <a:endParaRPr lang="en-US" sz="1800" b="0" u="none" strike="noStrike">
                <a:solidFill>
                  <a:schemeClr val="lt1"/>
                </a:solidFill>
                <a:effectLst/>
                <a:uFillTx/>
                <a:latin typeface="Meiryo UI"/>
              </a:endParaRPr>
            </a:p>
          </p:txBody>
        </p:sp>
      </p:grpSp>
      <p:sp>
        <p:nvSpPr>
          <p:cNvPr id="56"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sp>
        <p:nvSpPr>
          <p:cNvPr id="57" name="PlaceHolder 2"/>
          <p:cNvSpPr>
            <a:spLocks noGrp="1"/>
          </p:cNvSpPr>
          <p:nvPr>
            <p:ph type="body" hasCustomPrompt="1"/>
          </p:nvPr>
        </p:nvSpPr>
        <p:spPr>
          <a:xfrm>
            <a:off x="594360" y="2676600"/>
            <a:ext cx="4490280" cy="3596760"/>
          </a:xfrm>
          <a:prstGeom prst="rect">
            <a:avLst/>
          </a:prstGeom>
          <a:noFill/>
          <a:ln w="0">
            <a:noFill/>
          </a:ln>
        </p:spPr>
        <p:txBody>
          <a:bodyPr lIns="0" tIns="45720" rIns="0" bIns="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59436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82296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00584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58" name="PlaceHolder 3"/>
          <p:cNvSpPr>
            <a:spLocks noGrp="1"/>
          </p:cNvSpPr>
          <p:nvPr>
            <p:ph type="body" hasCustomPrompt="1"/>
          </p:nvPr>
        </p:nvSpPr>
        <p:spPr>
          <a:xfrm>
            <a:off x="5882040" y="2676600"/>
            <a:ext cx="4490280" cy="3596760"/>
          </a:xfrm>
          <a:prstGeom prst="rect">
            <a:avLst/>
          </a:prstGeom>
          <a:noFill/>
          <a:ln w="0">
            <a:noFill/>
          </a:ln>
        </p:spPr>
        <p:txBody>
          <a:bodyPr lIns="0" tIns="45720" rIns="0" bIns="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54864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82296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00584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59" name="PlaceHolder 4"/>
          <p:cNvSpPr>
            <a:spLocks noGrp="1"/>
          </p:cNvSpPr>
          <p:nvPr>
            <p:ph type="sldNum" idx="7"/>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F64810C3-B94B-401F-97B1-E4EA5432B8DF}"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60" name="PlaceHolder 5"/>
          <p:cNvSpPr>
            <a:spLocks noGrp="1"/>
          </p:cNvSpPr>
          <p:nvPr>
            <p:ph type="dt" idx="8"/>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cxnSp>
        <p:nvCxnSpPr>
          <p:cNvPr id="61" name="直線​​コネクタ(S) 3">
            <a:extLst>
              <a:ext uri="{C183D7F6-B498-43B3-948B-1728B52AA6E4}">
                <adec:decorative xmlns:adec="http://schemas.microsoft.com/office/drawing/2017/decorative" val="1"/>
              </a:ext>
            </a:extLst>
          </p:cNvPr>
          <p:cNvCxnSpPr/>
          <p:nvPr/>
        </p:nvCxnSpPr>
        <p:spPr>
          <a:xfrm>
            <a:off x="594360" y="2148840"/>
            <a:ext cx="2134080" cy="4680"/>
          </a:xfrm>
          <a:prstGeom prst="straightConnector1">
            <a:avLst/>
          </a:prstGeom>
          <a:ln w="101600">
            <a:solidFill>
              <a:srgbClr val="5D7D40"/>
            </a:solidFill>
            <a:round/>
          </a:ln>
        </p:spPr>
      </p:cxn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コンテンツ、表">
    <p:bg>
      <p:bgPr>
        <a:solidFill>
          <a:schemeClr val="lt1"/>
        </a:solidFill>
      </p:bgPr>
    </p:bg>
    <p:spTree>
      <p:nvGrpSpPr>
        <p:cNvPr id="1" name=""/>
        <p:cNvGrpSpPr/>
        <p:nvPr/>
      </p:nvGrpSpPr>
      <p:grpSpPr>
        <a:xfrm>
          <a:off x="0" y="0"/>
          <a:ext cx="0" cy="0"/>
          <a:chOff x="0" y="0"/>
          <a:chExt cx="0" cy="0"/>
        </a:xfrm>
      </p:grpSpPr>
      <p:grpSp>
        <p:nvGrpSpPr>
          <p:cNvPr id="9" name="グループ 4">
            <a:extLst>
              <a:ext uri="{C183D7F6-B498-43B3-948B-1728B52AA6E4}">
                <adec:decorative xmlns:adec="http://schemas.microsoft.com/office/drawing/2017/decorative" val="1"/>
              </a:ext>
            </a:extLst>
          </p:cNvPr>
          <p:cNvGrpSpPr/>
          <p:nvPr/>
        </p:nvGrpSpPr>
        <p:grpSpPr>
          <a:xfrm>
            <a:off x="720" y="3899880"/>
            <a:ext cx="2958480" cy="2958480"/>
            <a:chOff x="720" y="3899880"/>
            <a:chExt cx="2958480" cy="2958480"/>
          </a:xfrm>
        </p:grpSpPr>
        <p:sp>
          <p:nvSpPr>
            <p:cNvPr id="10" name="フリーフォーム(F) 13"/>
            <p:cNvSpPr/>
            <p:nvPr/>
          </p:nvSpPr>
          <p:spPr>
            <a:xfrm flipV="1" rot="16200000">
              <a:off x="1220040" y="5118480"/>
              <a:ext cx="1490400" cy="1987560"/>
            </a:xfrm>
            <a:custGeom>
              <a:avLst/>
              <a:gdLst>
                <a:gd name="textAreaLeft" fmla="*/ 0 w 1490400"/>
                <a:gd name="textAreaRight" fmla="*/ 1491120 w 1490400"/>
                <a:gd name="textAreaTop" fmla="*/ 360 h 1987560"/>
                <a:gd name="textAreaBottom" fmla="*/ 1988640 h 198756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6"/>
            </a:solidFill>
            <a:ln w="0">
              <a:noFill/>
            </a:ln>
          </p:spPr>
          <p:style>
            <a:lnRef idx="0"/>
            <a:fillRef idx="0"/>
            <a:effectRef idx="0"/>
            <a:fontRef idx="minor"/>
          </p:style>
          <p:txBody>
            <a:bodyPr lIns="45720" tIns="720" rIns="45720" bIns="720" anchor="t" vert="vert" rot="-10800000">
              <a:noAutofit/>
            </a:bodyPr>
            <a:p>
              <a:endParaRPr lang="en-US" sz="1800" b="0" u="none" strike="noStrike">
                <a:solidFill>
                  <a:schemeClr val="lt1"/>
                </a:solidFill>
                <a:effectLst/>
                <a:uFillTx/>
                <a:latin typeface="Meiryo UI"/>
              </a:endParaRPr>
            </a:p>
          </p:txBody>
        </p:sp>
        <p:sp>
          <p:nvSpPr>
            <p:cNvPr id="11" name="フリーフォーム(F) 14"/>
            <p:cNvSpPr/>
            <p:nvPr/>
          </p:nvSpPr>
          <p:spPr>
            <a:xfrm flipV="1" rot="16200000">
              <a:off x="360" y="5889960"/>
              <a:ext cx="968040" cy="967680"/>
            </a:xfrm>
            <a:custGeom>
              <a:avLst/>
              <a:gdLst>
                <a:gd name="textAreaLeft" fmla="*/ 0 w 968040"/>
                <a:gd name="textAreaRight" fmla="*/ 968760 w 968040"/>
                <a:gd name="textAreaTop" fmla="*/ -360 h 967680"/>
                <a:gd name="textAreaBottom" fmla="*/ 968040 h 96768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45720" tIns="360" rIns="45720" bIns="360" anchor="t" vert="vert" rot="-10800000">
              <a:noAutofit/>
            </a:bodyPr>
            <a:p>
              <a:endParaRPr lang="en-US" sz="1800" b="0" u="none" strike="noStrike">
                <a:solidFill>
                  <a:schemeClr val="lt1"/>
                </a:solidFill>
                <a:effectLst/>
                <a:uFillTx/>
                <a:latin typeface="Meiryo UI"/>
              </a:endParaRPr>
            </a:p>
          </p:txBody>
        </p:sp>
        <p:sp>
          <p:nvSpPr>
            <p:cNvPr id="12" name="フリーフォーム(F) 15"/>
            <p:cNvSpPr/>
            <p:nvPr/>
          </p:nvSpPr>
          <p:spPr>
            <a:xfrm flipV="1" rot="16200000">
              <a:off x="-483840" y="4384800"/>
              <a:ext cx="1940760" cy="970200"/>
            </a:xfrm>
            <a:custGeom>
              <a:avLst/>
              <a:gdLst>
                <a:gd name="textAreaLeft" fmla="*/ 0 w 1940760"/>
                <a:gd name="textAreaRight" fmla="*/ 1941480 w 1940760"/>
                <a:gd name="textAreaTop" fmla="*/ 360 h 970200"/>
                <a:gd name="textAreaBottom" fmla="*/ 971280 h 97020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3"/>
            </a:solidFill>
            <a:ln w="0">
              <a:noFill/>
            </a:ln>
          </p:spPr>
          <p:style>
            <a:lnRef idx="0"/>
            <a:fillRef idx="0"/>
            <a:effectRef idx="0"/>
            <a:fontRef idx="minor"/>
          </p:style>
          <p:txBody>
            <a:bodyPr lIns="45720" tIns="1080" rIns="45720" bIns="1080" anchor="t" vert="vert" rot="-10800000">
              <a:noAutofit/>
            </a:bodyPr>
            <a:p>
              <a:endParaRPr lang="en-US" sz="1800" b="0" u="none" strike="noStrike">
                <a:solidFill>
                  <a:schemeClr val="lt1"/>
                </a:solidFill>
                <a:effectLst/>
                <a:uFillTx/>
                <a:latin typeface="Meiryo UI"/>
              </a:endParaRPr>
            </a:p>
          </p:txBody>
        </p:sp>
      </p:grpSp>
      <p:sp>
        <p:nvSpPr>
          <p:cNvPr id="13"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cxnSp>
        <p:nvCxnSpPr>
          <p:cNvPr id="14" name="直線​​コネクタ(S) 3">
            <a:extLst>
              <a:ext uri="{C183D7F6-B498-43B3-948B-1728B52AA6E4}">
                <adec:decorative xmlns:adec="http://schemas.microsoft.com/office/drawing/2017/decorative" val="1"/>
              </a:ext>
            </a:extLst>
          </p:cNvPr>
          <p:cNvCxnSpPr/>
          <p:nvPr/>
        </p:nvCxnSpPr>
        <p:spPr>
          <a:xfrm>
            <a:off x="3670920" y="6312960"/>
            <a:ext cx="2134080" cy="4680"/>
          </a:xfrm>
          <a:prstGeom prst="straightConnector1">
            <a:avLst/>
          </a:prstGeom>
          <a:ln w="101600">
            <a:solidFill>
              <a:srgbClr val="5D7D40"/>
            </a:solidFill>
            <a:round/>
          </a:ln>
        </p:spPr>
      </p:cxnSp>
      <p:sp>
        <p:nvSpPr>
          <p:cNvPr id="15" name="PlaceHolder 2"/>
          <p:cNvSpPr>
            <a:spLocks noGrp="1"/>
          </p:cNvSpPr>
          <p:nvPr>
            <p:ph type="body" hasCustomPrompt="1"/>
          </p:nvPr>
        </p:nvSpPr>
        <p:spPr>
          <a:xfrm>
            <a:off x="603720" y="583920"/>
            <a:ext cx="2824560" cy="3998520"/>
          </a:xfrm>
          <a:prstGeom prst="rect">
            <a:avLst/>
          </a:prstGeom>
          <a:noFill/>
          <a:ln w="0">
            <a:noFill/>
          </a:ln>
        </p:spPr>
        <p:txBody>
          <a:bodyPr lIns="0" tIns="274320" rIns="91440" bIns="4572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marL="457200"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2pPr>
            <a:lvl3pPr marL="914400"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3pPr>
            <a:lvl4pPr marL="1371600"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4pPr>
            <a:lvl5pPr marL="1828800"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457200"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914400"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371600"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828800"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16" name="PlaceHolder 3"/>
          <p:cNvSpPr>
            <a:spLocks noGrp="1"/>
          </p:cNvSpPr>
          <p:nvPr>
            <p:ph type="body" hasCustomPrompt="1"/>
          </p:nvPr>
        </p:nvSpPr>
        <p:spPr>
          <a:xfrm>
            <a:off x="3670920" y="583920"/>
            <a:ext cx="7926120" cy="3998520"/>
          </a:xfrm>
          <a:prstGeom prst="rect">
            <a:avLst/>
          </a:prstGeom>
          <a:noFill/>
          <a:ln w="0">
            <a:noFill/>
          </a:ln>
        </p:spPr>
        <p:txBody>
          <a:bodyPr lIns="0" tIns="45720" rIns="91440" bIns="4572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601"/>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685800" lvl="1" indent="-283320" algn="l" defTabSz="914400">
              <a:lnSpc>
                <a:spcPct val="90000"/>
              </a:lnSpc>
              <a:spcBef>
                <a:spcPts val="601"/>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14300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60020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205740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17" name="PlaceHolder 4"/>
          <p:cNvSpPr>
            <a:spLocks noGrp="1"/>
          </p:cNvSpPr>
          <p:nvPr>
            <p:ph type="sldNum" idx="1"/>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578C277A-D941-4F56-A3BF-82A950E97160}"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18" name="PlaceHolder 5"/>
          <p:cNvSpPr>
            <a:spLocks noGrp="1"/>
          </p:cNvSpPr>
          <p:nvPr>
            <p:ph type="dt" idx="2"/>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概要 2">
    <p:bg>
      <p:bgPr>
        <a:solidFill>
          <a:schemeClr val="lt1"/>
        </a:solidFill>
      </p:bgPr>
    </p:bg>
    <p:spTree>
      <p:nvGrpSpPr>
        <p:cNvPr id="1" name=""/>
        <p:cNvGrpSpPr/>
        <p:nvPr/>
      </p:nvGrpSpPr>
      <p:grpSpPr>
        <a:xfrm>
          <a:off x="0" y="0"/>
          <a:ext cx="0" cy="0"/>
          <a:chOff x="0" y="0"/>
          <a:chExt cx="0" cy="0"/>
        </a:xfrm>
      </p:grpSpPr>
      <p:cxnSp>
        <p:nvCxnSpPr>
          <p:cNvPr id="36" name="直線​​コネクタ(S) 8">
            <a:extLst>
              <a:ext uri="{C183D7F6-B498-43B3-948B-1728B52AA6E4}">
                <adec:decorative xmlns:adec="http://schemas.microsoft.com/office/drawing/2017/decorative" val="1"/>
              </a:ext>
            </a:extLst>
          </p:cNvPr>
          <p:cNvCxnSpPr/>
          <p:nvPr/>
        </p:nvCxnSpPr>
        <p:spPr>
          <a:xfrm>
            <a:off x="594360" y="2148840"/>
            <a:ext cx="2134080" cy="4680"/>
          </a:xfrm>
          <a:prstGeom prst="straightConnector1">
            <a:avLst/>
          </a:prstGeom>
          <a:ln w="101600">
            <a:solidFill>
              <a:srgbClr val="5D7D40"/>
            </a:solidFill>
            <a:round/>
          </a:ln>
        </p:spPr>
      </p:cxnSp>
      <p:grpSp>
        <p:nvGrpSpPr>
          <p:cNvPr id="37" name="グループ 9">
            <a:extLst>
              <a:ext uri="{C183D7F6-B498-43B3-948B-1728B52AA6E4}">
                <adec:decorative xmlns:adec="http://schemas.microsoft.com/office/drawing/2017/decorative" val="1"/>
              </a:ext>
            </a:extLst>
          </p:cNvPr>
          <p:cNvGrpSpPr/>
          <p:nvPr/>
        </p:nvGrpSpPr>
        <p:grpSpPr>
          <a:xfrm>
            <a:off x="720" y="3899880"/>
            <a:ext cx="2958480" cy="2958480"/>
            <a:chOff x="720" y="3899880"/>
            <a:chExt cx="2958480" cy="2958480"/>
          </a:xfrm>
        </p:grpSpPr>
        <p:sp>
          <p:nvSpPr>
            <p:cNvPr id="38" name="フリーフォーム(F) 19"/>
            <p:cNvSpPr/>
            <p:nvPr/>
          </p:nvSpPr>
          <p:spPr>
            <a:xfrm flipV="1" rot="16200000">
              <a:off x="1220040" y="5118480"/>
              <a:ext cx="1490400" cy="1987560"/>
            </a:xfrm>
            <a:custGeom>
              <a:avLst/>
              <a:gdLst>
                <a:gd name="textAreaLeft" fmla="*/ 0 w 1490400"/>
                <a:gd name="textAreaRight" fmla="*/ 1491120 w 1490400"/>
                <a:gd name="textAreaTop" fmla="*/ 360 h 1987560"/>
                <a:gd name="textAreaBottom" fmla="*/ 1988640 h 198756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6"/>
            </a:solidFill>
            <a:ln w="0">
              <a:noFill/>
            </a:ln>
          </p:spPr>
          <p:style>
            <a:lnRef idx="0"/>
            <a:fillRef idx="0"/>
            <a:effectRef idx="0"/>
            <a:fontRef idx="minor"/>
          </p:style>
          <p:txBody>
            <a:bodyPr lIns="45720" tIns="720" rIns="45720" bIns="720" anchor="t" vert="vert" rot="-10800000">
              <a:noAutofit/>
            </a:bodyPr>
            <a:p>
              <a:endParaRPr lang="en-US" sz="1800" b="0" u="none" strike="noStrike">
                <a:solidFill>
                  <a:schemeClr val="lt1"/>
                </a:solidFill>
                <a:effectLst/>
                <a:uFillTx/>
                <a:latin typeface="Meiryo UI"/>
              </a:endParaRPr>
            </a:p>
          </p:txBody>
        </p:sp>
        <p:sp>
          <p:nvSpPr>
            <p:cNvPr id="39" name="フリーフォーム(F) 20"/>
            <p:cNvSpPr/>
            <p:nvPr/>
          </p:nvSpPr>
          <p:spPr>
            <a:xfrm flipV="1" rot="16200000">
              <a:off x="360" y="5889960"/>
              <a:ext cx="968040" cy="967680"/>
            </a:xfrm>
            <a:custGeom>
              <a:avLst/>
              <a:gdLst>
                <a:gd name="textAreaLeft" fmla="*/ 0 w 968040"/>
                <a:gd name="textAreaRight" fmla="*/ 968760 w 968040"/>
                <a:gd name="textAreaTop" fmla="*/ -360 h 967680"/>
                <a:gd name="textAreaBottom" fmla="*/ 968040 h 96768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45720" tIns="360" rIns="45720" bIns="360" anchor="t" vert="vert" rot="-10800000">
              <a:noAutofit/>
            </a:bodyPr>
            <a:p>
              <a:endParaRPr lang="en-US" sz="1800" b="0" u="none" strike="noStrike">
                <a:solidFill>
                  <a:schemeClr val="lt1"/>
                </a:solidFill>
                <a:effectLst/>
                <a:uFillTx/>
                <a:latin typeface="Meiryo UI"/>
              </a:endParaRPr>
            </a:p>
          </p:txBody>
        </p:sp>
        <p:sp>
          <p:nvSpPr>
            <p:cNvPr id="40" name="フリーフォーム(F) 21"/>
            <p:cNvSpPr/>
            <p:nvPr/>
          </p:nvSpPr>
          <p:spPr>
            <a:xfrm flipV="1" rot="16200000">
              <a:off x="-483840" y="4384800"/>
              <a:ext cx="1940760" cy="970200"/>
            </a:xfrm>
            <a:custGeom>
              <a:avLst/>
              <a:gdLst>
                <a:gd name="textAreaLeft" fmla="*/ 0 w 1940760"/>
                <a:gd name="textAreaRight" fmla="*/ 1941480 w 1940760"/>
                <a:gd name="textAreaTop" fmla="*/ 360 h 970200"/>
                <a:gd name="textAreaBottom" fmla="*/ 971280 h 97020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3"/>
            </a:solidFill>
            <a:ln w="0">
              <a:noFill/>
            </a:ln>
          </p:spPr>
          <p:style>
            <a:lnRef idx="0"/>
            <a:fillRef idx="0"/>
            <a:effectRef idx="0"/>
            <a:fontRef idx="minor"/>
          </p:style>
          <p:txBody>
            <a:bodyPr lIns="45720" tIns="1080" rIns="45720" bIns="1080" anchor="t" vert="vert" rot="-10800000">
              <a:noAutofit/>
            </a:bodyPr>
            <a:p>
              <a:endParaRPr lang="en-US" sz="1800" b="0" u="none" strike="noStrike">
                <a:solidFill>
                  <a:schemeClr val="lt1"/>
                </a:solidFill>
                <a:effectLst/>
                <a:uFillTx/>
                <a:latin typeface="Meiryo UI"/>
              </a:endParaRPr>
            </a:p>
          </p:txBody>
        </p:sp>
      </p:grpSp>
      <p:sp>
        <p:nvSpPr>
          <p:cNvPr id="41"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sp>
        <p:nvSpPr>
          <p:cNvPr id="42" name="PlaceHolder 2"/>
          <p:cNvSpPr>
            <a:spLocks noGrp="1"/>
          </p:cNvSpPr>
          <p:nvPr>
            <p:ph type="body" hasCustomPrompt="1"/>
          </p:nvPr>
        </p:nvSpPr>
        <p:spPr>
          <a:xfrm>
            <a:off x="3657600" y="2282040"/>
            <a:ext cx="7809840" cy="3698640"/>
          </a:xfrm>
          <a:prstGeom prst="rect">
            <a:avLst/>
          </a:prstGeom>
          <a:noFill/>
          <a:ln w="0">
            <a:noFill/>
          </a:ln>
        </p:spPr>
        <p:txBody>
          <a:bodyPr lIns="0" tIns="228600" rIns="0" bIns="0" anchor="t">
            <a:normAutofit/>
          </a:bodyPr>
          <a:lstStyle>
            <a:lvl1pPr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5pPr>
          </a:lstStyle>
          <a:p>
            <a:pPr marL="283320"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685800" lvl="1"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143000" lvl="2"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600200" lvl="3"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2057400" lvl="4"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43" name="PlaceHolder 3"/>
          <p:cNvSpPr>
            <a:spLocks noGrp="1"/>
          </p:cNvSpPr>
          <p:nvPr>
            <p:ph type="sldNum" idx="5"/>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397A5A92-FFAA-4812-992B-5A034147CB9A}"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44" name="PlaceHolder 4"/>
          <p:cNvSpPr>
            <a:spLocks noGrp="1"/>
          </p:cNvSpPr>
          <p:nvPr>
            <p:ph type="dt" idx="6"/>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表 2">
    <p:bg>
      <p:bgPr>
        <a:solidFill>
          <a:schemeClr val="lt1"/>
        </a:solidFill>
      </p:bgPr>
    </p:bg>
    <p:spTree>
      <p:nvGrpSpPr>
        <p:cNvPr id="1" name=""/>
        <p:cNvGrpSpPr/>
        <p:nvPr/>
      </p:nvGrpSpPr>
      <p:grpSpPr>
        <a:xfrm>
          <a:off x="0" y="0"/>
          <a:ext cx="0" cy="0"/>
          <a:chOff x="0" y="0"/>
          <a:chExt cx="0" cy="0"/>
        </a:xfrm>
      </p:grpSpPr>
      <p:sp>
        <p:nvSpPr>
          <p:cNvPr id="62"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sp>
        <p:nvSpPr>
          <p:cNvPr id="63" name="PlaceHolder 2"/>
          <p:cNvSpPr>
            <a:spLocks noGrp="1"/>
          </p:cNvSpPr>
          <p:nvPr>
            <p:ph type="body" hasCustomPrompt="1"/>
          </p:nvPr>
        </p:nvSpPr>
        <p:spPr>
          <a:xfrm>
            <a:off x="594360" y="2628720"/>
            <a:ext cx="10972080" cy="36360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ja-JP" sz="1800" b="0" u="none" strike="noStrike">
                <a:solidFill>
                  <a:schemeClr val="lt1"/>
                </a:solidFill>
                <a:effectLst/>
                <a:uFillTx/>
                <a:latin typeface="Meiryo UI"/>
                <a:ea typeface="Meiryo UI"/>
              </a:defRPr>
            </a:lvl1pPr>
          </a:lstStyle>
          <a:p>
            <a:pPr indent="0" algn="l" defTabSz="914400">
              <a:lnSpc>
                <a:spcPct val="100000"/>
              </a:lnSpc>
              <a:buNone/>
              <a:tabLst>
                <a:tab pos="0" algn="l"/>
              </a:tabLst>
            </a:pPr>
            <a:r>
              <a:rPr lang="ja-JP" sz="1800" b="0" u="none" strike="noStrike">
                <a:solidFill>
                  <a:schemeClr val="lt1"/>
                </a:solidFill>
                <a:effectLst/>
                <a:uFillTx/>
                <a:latin typeface="Meiryo UI"/>
                <a:ea typeface="Meiryo UI"/>
              </a:rPr>
              <a:t>アイコンをクリックして表を追加</a:t>
            </a:r>
            <a:endParaRPr lang="en-US" sz="1800" b="0" u="none" strike="noStrike">
              <a:solidFill>
                <a:schemeClr val="lt1"/>
              </a:solidFill>
              <a:effectLst/>
              <a:uFillTx/>
              <a:latin typeface="Meiryo UI"/>
            </a:endParaRPr>
          </a:p>
        </p:txBody>
      </p:sp>
      <p:sp>
        <p:nvSpPr>
          <p:cNvPr id="64" name="PlaceHolder 3"/>
          <p:cNvSpPr>
            <a:spLocks noGrp="1"/>
          </p:cNvSpPr>
          <p:nvPr>
            <p:ph type="sldNum" idx="9"/>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266CE413-DC9C-4531-8447-F6F225E7A405}"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65" name="PlaceHolder 4"/>
          <p:cNvSpPr>
            <a:spLocks noGrp="1"/>
          </p:cNvSpPr>
          <p:nvPr>
            <p:ph type="dt" idx="10"/>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cxnSp>
        <p:nvCxnSpPr>
          <p:cNvPr id="66" name="直線​​コネクタ(S) 3">
            <a:extLst>
              <a:ext uri="{C183D7F6-B498-43B3-948B-1728B52AA6E4}">
                <adec:decorative xmlns:adec="http://schemas.microsoft.com/office/drawing/2017/decorative" val="1"/>
              </a:ext>
            </a:extLst>
          </p:cNvPr>
          <p:cNvCxnSpPr/>
          <p:nvPr/>
        </p:nvCxnSpPr>
        <p:spPr>
          <a:xfrm>
            <a:off x="594360" y="2148840"/>
            <a:ext cx="2134080" cy="4680"/>
          </a:xfrm>
          <a:prstGeom prst="straightConnector1">
            <a:avLst/>
          </a:prstGeom>
          <a:ln w="101600">
            <a:solidFill>
              <a:srgbClr val="5D7D40"/>
            </a:solidFill>
            <a:round/>
          </a:ln>
        </p:spPr>
      </p:cxn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議題 1">
    <p:bg>
      <p:bgPr>
        <a:solidFill>
          <a:schemeClr val="lt1"/>
        </a:solidFill>
      </p:bgPr>
    </p:bg>
    <p:spTree>
      <p:nvGrpSpPr>
        <p:cNvPr id="1" name=""/>
        <p:cNvGrpSpPr/>
        <p:nvPr/>
      </p:nvGrpSpPr>
      <p:grpSpPr>
        <a:xfrm>
          <a:off x="0" y="0"/>
          <a:ext cx="0" cy="0"/>
          <a:chOff x="0" y="0"/>
          <a:chExt cx="0" cy="0"/>
        </a:xfrm>
      </p:grpSpPr>
      <p:grpSp>
        <p:nvGrpSpPr>
          <p:cNvPr id="67" name="グループ 5">
            <a:extLst>
              <a:ext uri="{C183D7F6-B498-43B3-948B-1728B52AA6E4}">
                <adec:decorative xmlns:adec="http://schemas.microsoft.com/office/drawing/2017/decorative" val="1"/>
              </a:ext>
            </a:extLst>
          </p:cNvPr>
          <p:cNvGrpSpPr/>
          <p:nvPr/>
        </p:nvGrpSpPr>
        <p:grpSpPr>
          <a:xfrm>
            <a:off x="6362640" y="0"/>
            <a:ext cx="5828760" cy="3234960"/>
            <a:chOff x="6362640" y="0"/>
            <a:chExt cx="5828760" cy="3234960"/>
          </a:xfrm>
        </p:grpSpPr>
        <p:sp>
          <p:nvSpPr>
            <p:cNvPr id="68" name="オートシェイプ 24"/>
            <p:cNvSpPr/>
            <p:nvPr/>
          </p:nvSpPr>
          <p:spPr>
            <a:xfrm>
              <a:off x="6362640" y="0"/>
              <a:ext cx="3884040" cy="3234960"/>
            </a:xfrm>
            <a:custGeom>
              <a:avLst/>
              <a:gdLst>
                <a:gd name="textAreaLeft" fmla="*/ 0 w 3884040"/>
                <a:gd name="textAreaRight" fmla="*/ 3884760 w 3884040"/>
                <a:gd name="textAreaTop" fmla="*/ 0 h 3234960"/>
                <a:gd name="textAreaBottom" fmla="*/ 3235680 h 3234960"/>
              </a:gdLst>
              <a:ahLst/>
              <a:cxnLst/>
              <a:rect l="textAreaLeft" t="textAreaTop" r="textAreaRight" b="textAreaBottom"/>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69" name="フリーフォーム(F) 7"/>
            <p:cNvSpPr/>
            <p:nvPr/>
          </p:nvSpPr>
          <p:spPr>
            <a:xfrm>
              <a:off x="7004520" y="1289880"/>
              <a:ext cx="1945080" cy="1945080"/>
            </a:xfrm>
            <a:custGeom>
              <a:avLst/>
              <a:gdLst>
                <a:gd name="textAreaLeft" fmla="*/ 0 w 1945080"/>
                <a:gd name="textAreaRight" fmla="*/ 1945800 w 1945080"/>
                <a:gd name="textAreaTop" fmla="*/ 0 h 1945080"/>
                <a:gd name="textAreaBottom" fmla="*/ 1945800 h 1945080"/>
              </a:gdLst>
              <a:ahLst/>
              <a:cxnLst/>
              <a:rect l="textAreaLeft" t="textAreaTop" r="textAreaRight" b="textAreaBottom"/>
              <a:pathLst>
                <a:path w="1792" h="1792">
                  <a:moveTo>
                    <a:pt x="597" y="0"/>
                  </a:moveTo>
                  <a:lnTo>
                    <a:pt x="0" y="598"/>
                  </a:lnTo>
                  <a:lnTo>
                    <a:pt x="1195" y="1792"/>
                  </a:lnTo>
                  <a:lnTo>
                    <a:pt x="1792" y="1195"/>
                  </a:lnTo>
                  <a:lnTo>
                    <a:pt x="597" y="0"/>
                  </a:lnTo>
                  <a:close/>
                </a:path>
              </a:pathLst>
            </a:custGeom>
            <a:solidFill>
              <a:schemeClr val="accent6"/>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70" name="フリーフォーム(F) 8"/>
            <p:cNvSpPr/>
            <p:nvPr/>
          </p:nvSpPr>
          <p:spPr>
            <a:xfrm>
              <a:off x="8955360" y="0"/>
              <a:ext cx="1283760" cy="641880"/>
            </a:xfrm>
            <a:custGeom>
              <a:avLst/>
              <a:gdLst>
                <a:gd name="textAreaLeft" fmla="*/ 0 w 1283760"/>
                <a:gd name="textAreaRight" fmla="*/ 1284480 w 1283760"/>
                <a:gd name="textAreaTop" fmla="*/ 0 h 641880"/>
                <a:gd name="textAreaBottom" fmla="*/ 642600 h 641880"/>
              </a:gdLst>
              <a:ahLst/>
              <a:cxnLst/>
              <a:rect l="textAreaLeft" t="textAreaTop" r="textAreaRight" b="textAreaBottom"/>
              <a:pathLst>
                <a:path w="1183" h="592">
                  <a:moveTo>
                    <a:pt x="1183" y="0"/>
                  </a:moveTo>
                  <a:lnTo>
                    <a:pt x="0" y="0"/>
                  </a:lnTo>
                  <a:lnTo>
                    <a:pt x="591" y="591"/>
                  </a:lnTo>
                  <a:lnTo>
                    <a:pt x="1183" y="0"/>
                  </a:lnTo>
                  <a:close/>
                </a:path>
              </a:pathLst>
            </a:custGeom>
            <a:solidFill>
              <a:schemeClr val="accent3"/>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71" name="フリーフォーム(F) 9"/>
            <p:cNvSpPr/>
            <p:nvPr/>
          </p:nvSpPr>
          <p:spPr>
            <a:xfrm>
              <a:off x="7652520" y="641520"/>
              <a:ext cx="1945080" cy="1945080"/>
            </a:xfrm>
            <a:custGeom>
              <a:avLst/>
              <a:gdLst>
                <a:gd name="textAreaLeft" fmla="*/ 0 w 1945080"/>
                <a:gd name="textAreaRight" fmla="*/ 1945800 w 1945080"/>
                <a:gd name="textAreaTop" fmla="*/ 0 h 1945080"/>
                <a:gd name="textAreaBottom" fmla="*/ 1945800 h 1945080"/>
              </a:gdLst>
              <a:ahLst/>
              <a:cxnLst/>
              <a:rect l="textAreaLeft" t="textAreaTop" r="textAreaRight" b="textAreaBottom"/>
              <a:pathLst>
                <a:path w="1792" h="1792">
                  <a:moveTo>
                    <a:pt x="598" y="0"/>
                  </a:moveTo>
                  <a:lnTo>
                    <a:pt x="0" y="597"/>
                  </a:lnTo>
                  <a:lnTo>
                    <a:pt x="1195" y="1792"/>
                  </a:lnTo>
                  <a:lnTo>
                    <a:pt x="1792" y="1195"/>
                  </a:lnTo>
                  <a:lnTo>
                    <a:pt x="598" y="0"/>
                  </a:lnTo>
                  <a:close/>
                </a:path>
              </a:pathLst>
            </a:custGeom>
            <a:solidFill>
              <a:schemeClr val="tx2"/>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72" name="フリーフォーム(F) 10"/>
            <p:cNvSpPr/>
            <p:nvPr/>
          </p:nvSpPr>
          <p:spPr>
            <a:xfrm>
              <a:off x="9598320" y="641520"/>
              <a:ext cx="2593080" cy="2593080"/>
            </a:xfrm>
            <a:custGeom>
              <a:avLst/>
              <a:gdLst>
                <a:gd name="textAreaLeft" fmla="*/ 0 w 2593080"/>
                <a:gd name="textAreaRight" fmla="*/ 2593800 w 2593080"/>
                <a:gd name="textAreaTop" fmla="*/ 0 h 2593080"/>
                <a:gd name="textAreaBottom" fmla="*/ 2593800 h 2593080"/>
              </a:gdLst>
              <a:ahLst/>
              <a:cxnLst/>
              <a:rect l="textAreaLeft" t="textAreaTop" r="textAreaRight" b="textAreaBottom"/>
              <a:pathLst>
                <a:path w="2389" h="2389">
                  <a:moveTo>
                    <a:pt x="2389" y="1195"/>
                  </a:moveTo>
                  <a:lnTo>
                    <a:pt x="1194" y="0"/>
                  </a:lnTo>
                  <a:lnTo>
                    <a:pt x="0" y="1195"/>
                  </a:lnTo>
                  <a:lnTo>
                    <a:pt x="1194" y="2389"/>
                  </a:lnTo>
                  <a:lnTo>
                    <a:pt x="2389" y="1195"/>
                  </a:lnTo>
                </a:path>
              </a:pathLst>
            </a:custGeom>
            <a:solidFill>
              <a:schemeClr val="accent6"/>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grpSp>
      <p:sp>
        <p:nvSpPr>
          <p:cNvPr id="73"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51"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クリックしてタイトルを追加 </a:t>
            </a:r>
            <a:endParaRPr lang="en-US" sz="4400" b="1" u="none" spc="51" strike="noStrike">
              <a:solidFill>
                <a:schemeClr val="dk1"/>
              </a:solidFill>
              <a:effectLst/>
              <a:uFillTx/>
              <a:latin typeface="Meiryo UI"/>
            </a:endParaRPr>
          </a:p>
        </p:txBody>
      </p:sp>
      <p:sp>
        <p:nvSpPr>
          <p:cNvPr id="74" name="PlaceHolder 2"/>
          <p:cNvSpPr>
            <a:spLocks noGrp="1"/>
          </p:cNvSpPr>
          <p:nvPr>
            <p:ph type="body" hasCustomPrompt="1"/>
          </p:nvPr>
        </p:nvSpPr>
        <p:spPr>
          <a:xfrm>
            <a:off x="594360" y="2282040"/>
            <a:ext cx="6787080" cy="3707640"/>
          </a:xfrm>
          <a:prstGeom prst="rect">
            <a:avLst/>
          </a:prstGeom>
          <a:noFill/>
          <a:ln w="0">
            <a:noFill/>
          </a:ln>
        </p:spPr>
        <p:txBody>
          <a:bodyPr lIns="0" tIns="228600" rIns="0" bIns="0" anchor="t">
            <a:normAutofit/>
          </a:bodyPr>
          <a:lstStyle>
            <a:lvl1pPr algn="l" defTabSz="914400">
              <a:lnSpc>
                <a:spcPct val="80000"/>
              </a:lnSpc>
              <a:spcBef>
                <a:spcPts val="2200"/>
              </a:spcBef>
              <a:buClr>
                <a:srgbClr val="5D7D40"/>
              </a:buClr>
              <a:buFont typeface="Arial"/>
              <a:buChar char="•"/>
              <a:defRPr lang="ja-JP" sz="2400" b="1" u="none" strike="noStrike">
                <a:solidFill>
                  <a:schemeClr val="lt2">
                    <a:lumMod val="75000"/>
                  </a:schemeClr>
                </a:solidFill>
                <a:effectLst/>
                <a:uFillTx/>
                <a:latin typeface="Meiryo UI"/>
                <a:ea typeface="Meiryo UI"/>
              </a:defRPr>
            </a:lvl1pPr>
            <a:lvl2pPr lvl="1" algn="l" defTabSz="914400">
              <a:lnSpc>
                <a:spcPct val="90000"/>
              </a:lnSpc>
              <a:spcBef>
                <a:spcPts val="601"/>
              </a:spcBef>
              <a:buClr>
                <a:srgbClr val="000000"/>
              </a:buClr>
              <a:buFont typeface="Arial"/>
              <a:buChar char="•"/>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defRPr lang="ja-JP" sz="2000" b="0" u="none" strike="noStrike">
                <a:solidFill>
                  <a:schemeClr val="dk1"/>
                </a:solidFill>
                <a:effectLst/>
                <a:uFillTx/>
                <a:latin typeface="Meiryo UI"/>
                <a:ea typeface="Meiryo UI"/>
              </a:defRPr>
            </a:lvl5pPr>
          </a:lstStyle>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クリックしてコンテンツを追加</a:t>
            </a:r>
            <a:endParaRPr lang="en-US" sz="2400" b="1" u="none" strike="noStrike">
              <a:solidFill>
                <a:schemeClr val="lt2">
                  <a:lumMod val="75000"/>
                </a:schemeClr>
              </a:solidFill>
              <a:effectLst/>
              <a:uFillTx/>
              <a:latin typeface="Meiryo UI"/>
            </a:endParaRPr>
          </a:p>
          <a:p>
            <a:pPr marL="685800" lvl="1" indent="-283320" algn="l" defTabSz="914400">
              <a:lnSpc>
                <a:spcPct val="90000"/>
              </a:lnSpc>
              <a:spcBef>
                <a:spcPts val="601"/>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143000" lvl="2"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600200" lvl="3"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2057400" lvl="4"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75" name="PlaceHolder 3"/>
          <p:cNvSpPr>
            <a:spLocks noGrp="1"/>
          </p:cNvSpPr>
          <p:nvPr>
            <p:ph type="sldNum" idx="11"/>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03F5C54C-E631-4606-A69D-5D5AEAB6E81A}"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76" name="PlaceHolder 4"/>
          <p:cNvSpPr>
            <a:spLocks noGrp="1"/>
          </p:cNvSpPr>
          <p:nvPr>
            <p:ph type="dt" idx="12"/>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cxnSp>
        <p:nvCxnSpPr>
          <p:cNvPr id="77" name="直線​​コネクタ(S) 3">
            <a:extLst>
              <a:ext uri="{C183D7F6-B498-43B3-948B-1728B52AA6E4}">
                <adec:decorative xmlns:adec="http://schemas.microsoft.com/office/drawing/2017/decorative" val="1"/>
              </a:ext>
            </a:extLst>
          </p:cNvPr>
          <p:cNvCxnSpPr/>
          <p:nvPr/>
        </p:nvCxnSpPr>
        <p:spPr>
          <a:xfrm>
            <a:off x="594360" y="2148840"/>
            <a:ext cx="2131200" cy="720"/>
          </a:xfrm>
          <a:prstGeom prst="straightConnector1">
            <a:avLst/>
          </a:prstGeom>
          <a:ln w="101600">
            <a:solidFill>
              <a:srgbClr val="5D7D40"/>
            </a:solidFill>
            <a:round/>
          </a:ln>
        </p:spPr>
      </p:cxn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セクションのタイトル">
    <p:bg>
      <p:bgPr>
        <a:solidFill>
          <a:schemeClr val="accent3"/>
        </a:solidFill>
      </p:bgPr>
    </p:bg>
    <p:spTree>
      <p:nvGrpSpPr>
        <p:cNvPr id="1" name=""/>
        <p:cNvGrpSpPr/>
        <p:nvPr/>
      </p:nvGrpSpPr>
      <p:grpSpPr>
        <a:xfrm>
          <a:off x="0" y="0"/>
          <a:ext cx="0" cy="0"/>
          <a:chOff x="0" y="0"/>
          <a:chExt cx="0" cy="0"/>
        </a:xfrm>
      </p:grpSpPr>
      <p:sp>
        <p:nvSpPr>
          <p:cNvPr id="78" name="PlaceHolder 1"/>
          <p:cNvSpPr>
            <a:spLocks noGrp="1"/>
          </p:cNvSpPr>
          <p:nvPr>
            <p:ph type="body" hasCustomPrompt="1"/>
          </p:nvPr>
        </p:nvSpPr>
        <p:spPr>
          <a:xfrm>
            <a:off x="0" y="0"/>
            <a:ext cx="12191400" cy="6879960"/>
          </a:xfrm>
          <a:prstGeom prst="rect">
            <a:avLst/>
          </a:prstGeom>
          <a:noFill/>
          <a:ln w="0">
            <a:noFill/>
          </a:ln>
        </p:spPr>
        <p:txBody>
          <a:bodyPr lIns="90000" tIns="182880" rIns="90000" bIns="45000" anchor="t">
            <a:noAutofit/>
          </a:bodyPr>
          <a:lstStyle>
            <a:lvl1pPr indent="0" algn="ctr" defTabSz="914400">
              <a:lnSpc>
                <a:spcPct val="100000"/>
              </a:lnSpc>
              <a:buNone/>
              <a:tabLst>
                <a:tab pos="0" algn="l"/>
              </a:tabLst>
              <a:defRPr lang="ja-JP" sz="2000" b="0" u="none" strike="noStrike">
                <a:solidFill>
                  <a:schemeClr val="lt1"/>
                </a:solidFill>
                <a:effectLst/>
                <a:uFillTx/>
                <a:latin typeface="Meiryo UI"/>
                <a:ea typeface="Meiryo UI"/>
              </a:defRPr>
            </a:lvl1pPr>
          </a:lstStyle>
          <a:p>
            <a:pPr indent="0" algn="ctr" defTabSz="914400">
              <a:lnSpc>
                <a:spcPct val="100000"/>
              </a:lnSpc>
              <a:buNone/>
              <a:tabLst>
                <a:tab pos="0" algn="l"/>
              </a:tabLst>
            </a:pPr>
            <a:r>
              <a:rPr lang="ja-JP" sz="2000" b="0" u="none" strike="noStrike">
                <a:solidFill>
                  <a:schemeClr val="lt1"/>
                </a:solidFill>
                <a:effectLst/>
                <a:uFillTx/>
                <a:latin typeface="Meiryo UI"/>
                <a:ea typeface="Meiryo UI"/>
              </a:rPr>
              <a:t>アイコンをクリックして画像を追加</a:t>
            </a:r>
            <a:endParaRPr lang="en-US" sz="2000" b="0" u="none" strike="noStrike">
              <a:solidFill>
                <a:schemeClr val="lt1"/>
              </a:solidFill>
              <a:effectLst/>
              <a:uFillTx/>
              <a:latin typeface="Meiryo UI"/>
            </a:endParaRPr>
          </a:p>
        </p:txBody>
      </p:sp>
      <p:sp>
        <p:nvSpPr>
          <p:cNvPr id="79" name="PlaceHolder 2"/>
          <p:cNvSpPr>
            <a:spLocks noGrp="1"/>
          </p:cNvSpPr>
          <p:nvPr>
            <p:ph type="title" hasCustomPrompt="1"/>
          </p:nvPr>
        </p:nvSpPr>
        <p:spPr>
          <a:xfrm>
            <a:off x="6309360" y="444960"/>
            <a:ext cx="5476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6000" b="1" u="none" spc="99" strike="noStrike">
                <a:solidFill>
                  <a:schemeClr val="lt1"/>
                </a:solidFill>
                <a:effectLst/>
                <a:uFillTx/>
                <a:latin typeface="Meiryo UI"/>
                <a:ea typeface="Meiryo UI"/>
              </a:defRPr>
            </a:lvl1pPr>
          </a:lstStyle>
          <a:p>
            <a:pPr indent="0" algn="l" defTabSz="914400">
              <a:lnSpc>
                <a:spcPct val="80000"/>
              </a:lnSpc>
              <a:buNone/>
              <a:tabLst>
                <a:tab pos="0" algn="l"/>
              </a:tabLst>
            </a:pPr>
            <a:r>
              <a:rPr lang="ja-JP" sz="6000" b="1" u="none" spc="99" strike="noStrike">
                <a:solidFill>
                  <a:schemeClr val="lt1"/>
                </a:solidFill>
                <a:effectLst/>
                <a:uFillTx/>
                <a:latin typeface="Meiryo UI"/>
                <a:ea typeface="Meiryo UI"/>
              </a:rPr>
              <a:t>クリックしてタイトルを追加 </a:t>
            </a:r>
            <a:endParaRPr lang="en-US" sz="6000" b="1" u="none" spc="99" strike="noStrike">
              <a:solidFill>
                <a:schemeClr val="lt1"/>
              </a:solidFill>
              <a:effectLst/>
              <a:uFillTx/>
              <a:latin typeface="Meiryo UI"/>
            </a:endParaRPr>
          </a:p>
        </p:txBody>
      </p:sp>
      <p:sp>
        <p:nvSpPr>
          <p:cNvPr id="80" name="長方形 6">
            <a:extLst>
              <a:ext uri="{C183D7F6-B498-43B3-948B-1728B52AA6E4}">
                <adec:decorative xmlns:adec="http://schemas.microsoft.com/office/drawing/2017/decorative" val="1"/>
              </a:ext>
            </a:extLst>
          </p:cNvPr>
          <p:cNvSpPr/>
          <p:nvPr/>
        </p:nvSpPr>
        <p:spPr>
          <a:xfrm>
            <a:off x="6309360" y="3951720"/>
            <a:ext cx="2133000" cy="997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 2">
    <p:bg>
      <p:bgPr>
        <a:solidFill>
          <a:schemeClr val="lt1"/>
        </a:solidFill>
      </p:bgPr>
    </p:bg>
    <p:spTree>
      <p:nvGrpSpPr>
        <p:cNvPr id="1" name=""/>
        <p:cNvGrpSpPr/>
        <p:nvPr/>
      </p:nvGrpSpPr>
      <p:grpSpPr>
        <a:xfrm>
          <a:off x="0" y="0"/>
          <a:ext cx="0" cy="0"/>
          <a:chOff x="0" y="0"/>
          <a:chExt cx="0" cy="0"/>
        </a:xfrm>
      </p:grpSpPr>
      <p:sp>
        <p:nvSpPr>
          <p:cNvPr id="81"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60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クリックしてタイトルを追加 </a:t>
            </a:r>
            <a:endParaRPr lang="en-US" sz="6000" b="1" u="none" spc="99" strike="noStrike">
              <a:solidFill>
                <a:schemeClr val="dk1"/>
              </a:solidFill>
              <a:effectLst/>
              <a:uFillTx/>
              <a:latin typeface="Meiryo UI"/>
            </a:endParaRPr>
          </a:p>
        </p:txBody>
      </p:sp>
      <p:sp>
        <p:nvSpPr>
          <p:cNvPr id="82" name="PlaceHolder 2"/>
          <p:cNvSpPr>
            <a:spLocks noGrp="1"/>
          </p:cNvSpPr>
          <p:nvPr>
            <p:ph type="body" hasCustomPrompt="1"/>
          </p:nvPr>
        </p:nvSpPr>
        <p:spPr>
          <a:xfrm>
            <a:off x="0" y="-11160"/>
            <a:ext cx="5790600" cy="6879600"/>
          </a:xfrm>
          <a:prstGeom prst="rect">
            <a:avLst/>
          </a:prstGeom>
          <a:noFill/>
          <a:ln w="0">
            <a:noFill/>
          </a:ln>
        </p:spPr>
        <p:txBody>
          <a:bodyPr lIns="90000" tIns="45000" rIns="90000" bIns="45000" anchor="t">
            <a:normAutofit/>
          </a:bodyPr>
          <a:lstStyle>
            <a:lvl1pPr indent="0" algn="ctr" defTabSz="914400">
              <a:lnSpc>
                <a:spcPct val="100000"/>
              </a:lnSpc>
              <a:buNone/>
              <a:tabLst>
                <a:tab pos="0" algn="l"/>
              </a:tabLst>
              <a:defRPr lang="ja-JP" sz="2000" b="0" u="none" strike="noStrike">
                <a:solidFill>
                  <a:schemeClr val="lt1"/>
                </a:solidFill>
                <a:effectLst/>
                <a:uFillTx/>
                <a:latin typeface="Meiryo UI"/>
                <a:ea typeface="Meiryo UI"/>
              </a:defRPr>
            </a:lvl1pPr>
          </a:lstStyle>
          <a:p>
            <a:pPr indent="0" algn="ctr" defTabSz="914400">
              <a:lnSpc>
                <a:spcPct val="100000"/>
              </a:lnSpc>
              <a:buNone/>
              <a:tabLst>
                <a:tab pos="0" algn="l"/>
              </a:tabLst>
            </a:pPr>
            <a:r>
              <a:rPr lang="ja-JP" sz="2000" b="0" u="none" strike="noStrike">
                <a:solidFill>
                  <a:schemeClr val="lt1"/>
                </a:solidFill>
                <a:effectLst/>
                <a:uFillTx/>
                <a:latin typeface="Meiryo UI"/>
                <a:ea typeface="Meiryo UI"/>
              </a:rPr>
              <a:t>アイコンをクリックして画像を追加</a:t>
            </a:r>
            <a:endParaRPr lang="en-US" sz="2000" b="1" u="none" strike="noStrike">
              <a:solidFill>
                <a:schemeClr val="lt2">
                  <a:lumMod val="75000"/>
                </a:schemeClr>
              </a:solidFill>
              <a:effectLst/>
              <a:uFillTx/>
              <a:latin typeface="Meiryo UI"/>
            </a:endParaRPr>
          </a:p>
        </p:txBody>
      </p:sp>
      <p:sp>
        <p:nvSpPr>
          <p:cNvPr id="83" name="PlaceHolder 3"/>
          <p:cNvSpPr>
            <a:spLocks noGrp="1"/>
          </p:cNvSpPr>
          <p:nvPr>
            <p:ph type="body" hasCustomPrompt="1"/>
          </p:nvPr>
        </p:nvSpPr>
        <p:spPr>
          <a:xfrm>
            <a:off x="6300000" y="4568760"/>
            <a:ext cx="5485680" cy="1645200"/>
          </a:xfrm>
          <a:prstGeom prst="rect">
            <a:avLst/>
          </a:prstGeom>
          <a:noFill/>
          <a:ln w="0">
            <a:noFill/>
          </a:ln>
        </p:spPr>
        <p:txBody>
          <a:bodyPr lIns="0" tIns="0" rIns="0" bIns="0" anchor="t">
            <a:noAutofit/>
          </a:bodyPr>
          <a:lstStyle>
            <a:lvl1pPr indent="0" algn="l" defTabSz="914400">
              <a:lnSpc>
                <a:spcPct val="90000"/>
              </a:lnSpc>
              <a:spcBef>
                <a:spcPts val="1001"/>
              </a:spcBef>
              <a:buNone/>
              <a:tabLst>
                <a:tab pos="0" algn="l"/>
              </a:tabLst>
              <a:defRPr lang="ja-JP" sz="2400" b="1" u="none" strike="noStrike">
                <a:solidFill>
                  <a:schemeClr val="lt2">
                    <a:lumMod val="75000"/>
                  </a:schemeClr>
                </a:solidFill>
                <a:effectLst/>
                <a:uFillTx/>
                <a:latin typeface="Meiryo UI"/>
                <a:ea typeface="Meiryo UI"/>
              </a:defRPr>
            </a:lvl1pPr>
          </a:lstStyle>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クリックしてテキストを追加</a:t>
            </a:r>
            <a:endParaRPr lang="en-US" sz="2400" b="1" u="none" strike="noStrike">
              <a:solidFill>
                <a:schemeClr val="lt2">
                  <a:lumMod val="75000"/>
                </a:schemeClr>
              </a:solidFill>
              <a:effectLst/>
              <a:uFillTx/>
              <a:latin typeface="Meiryo UI"/>
            </a:endParaRPr>
          </a:p>
        </p:txBody>
      </p:sp>
      <p:cxnSp>
        <p:nvCxnSpPr>
          <p:cNvPr id="84" name="直線​​コネクタ(S) 6">
            <a:extLst>
              <a:ext uri="{C183D7F6-B498-43B3-948B-1728B52AA6E4}">
                <adec:decorative xmlns:adec="http://schemas.microsoft.com/office/drawing/2017/decorative" val="1"/>
              </a:ext>
            </a:extLst>
          </p:cNvPr>
          <p:cNvCxnSpPr/>
          <p:nvPr/>
        </p:nvCxnSpPr>
        <p:spPr>
          <a:xfrm>
            <a:off x="6309360" y="3949920"/>
            <a:ext cx="2134080" cy="4680"/>
          </a:xfrm>
          <a:prstGeom prst="straightConnector1">
            <a:avLst/>
          </a:prstGeom>
          <a:ln w="101600">
            <a:solidFill>
              <a:srgbClr val="5D7D40"/>
            </a:solidFill>
            <a:round/>
          </a:ln>
        </p:spPr>
      </p:cxn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とコンテンツ ">
    <p:bg>
      <p:bgPr>
        <a:solidFill>
          <a:schemeClr val="lt1"/>
        </a:solidFill>
      </p:bgPr>
    </p:bg>
    <p:spTree>
      <p:nvGrpSpPr>
        <p:cNvPr id="1" name=""/>
        <p:cNvGrpSpPr/>
        <p:nvPr/>
      </p:nvGrpSpPr>
      <p:grpSpPr>
        <a:xfrm>
          <a:off x="0" y="0"/>
          <a:ext cx="0" cy="0"/>
          <a:chOff x="0" y="0"/>
          <a:chExt cx="0" cy="0"/>
        </a:xfrm>
      </p:grpSpPr>
      <p:grpSp>
        <p:nvGrpSpPr>
          <p:cNvPr id="85" name="グループ 10">
            <a:extLst>
              <a:ext uri="{C183D7F6-B498-43B3-948B-1728B52AA6E4}">
                <adec:decorative xmlns:adec="http://schemas.microsoft.com/office/drawing/2017/decorative" val="1"/>
              </a:ext>
            </a:extLst>
          </p:cNvPr>
          <p:cNvGrpSpPr/>
          <p:nvPr/>
        </p:nvGrpSpPr>
        <p:grpSpPr>
          <a:xfrm>
            <a:off x="6362640" y="0"/>
            <a:ext cx="5828760" cy="3234960"/>
            <a:chOff x="6362640" y="0"/>
            <a:chExt cx="5828760" cy="3234960"/>
          </a:xfrm>
        </p:grpSpPr>
        <p:sp>
          <p:nvSpPr>
            <p:cNvPr id="86" name="オートシェイプ 24"/>
            <p:cNvSpPr/>
            <p:nvPr/>
          </p:nvSpPr>
          <p:spPr>
            <a:xfrm>
              <a:off x="6362640" y="0"/>
              <a:ext cx="3884040" cy="3234960"/>
            </a:xfrm>
            <a:custGeom>
              <a:avLst/>
              <a:gdLst>
                <a:gd name="textAreaLeft" fmla="*/ 0 w 3884040"/>
                <a:gd name="textAreaRight" fmla="*/ 3884760 w 3884040"/>
                <a:gd name="textAreaTop" fmla="*/ 0 h 3234960"/>
                <a:gd name="textAreaBottom" fmla="*/ 3235680 h 3234960"/>
              </a:gdLst>
              <a:ahLst/>
              <a:cxnLst/>
              <a:rect l="textAreaLeft" t="textAreaTop" r="textAreaRight" b="textAreaBottom"/>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87" name="フリーフォーム(F) 7"/>
            <p:cNvSpPr/>
            <p:nvPr/>
          </p:nvSpPr>
          <p:spPr>
            <a:xfrm>
              <a:off x="7004520" y="1289880"/>
              <a:ext cx="1945080" cy="1945080"/>
            </a:xfrm>
            <a:custGeom>
              <a:avLst/>
              <a:gdLst>
                <a:gd name="textAreaLeft" fmla="*/ 0 w 1945080"/>
                <a:gd name="textAreaRight" fmla="*/ 1945800 w 1945080"/>
                <a:gd name="textAreaTop" fmla="*/ 0 h 1945080"/>
                <a:gd name="textAreaBottom" fmla="*/ 1945800 h 1945080"/>
              </a:gdLst>
              <a:ahLst/>
              <a:cxnLst/>
              <a:rect l="textAreaLeft" t="textAreaTop" r="textAreaRight" b="textAreaBottom"/>
              <a:pathLst>
                <a:path w="1792" h="1792">
                  <a:moveTo>
                    <a:pt x="597" y="0"/>
                  </a:moveTo>
                  <a:lnTo>
                    <a:pt x="0" y="598"/>
                  </a:lnTo>
                  <a:lnTo>
                    <a:pt x="1195" y="1792"/>
                  </a:lnTo>
                  <a:lnTo>
                    <a:pt x="1792" y="1195"/>
                  </a:lnTo>
                  <a:lnTo>
                    <a:pt x="597" y="0"/>
                  </a:lnTo>
                  <a:close/>
                </a:path>
              </a:pathLst>
            </a:custGeom>
            <a:solidFill>
              <a:schemeClr val="accent6"/>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88" name="フリーフォーム(F) 8"/>
            <p:cNvSpPr/>
            <p:nvPr/>
          </p:nvSpPr>
          <p:spPr>
            <a:xfrm>
              <a:off x="8955360" y="0"/>
              <a:ext cx="1283760" cy="641880"/>
            </a:xfrm>
            <a:custGeom>
              <a:avLst/>
              <a:gdLst>
                <a:gd name="textAreaLeft" fmla="*/ 0 w 1283760"/>
                <a:gd name="textAreaRight" fmla="*/ 1284480 w 1283760"/>
                <a:gd name="textAreaTop" fmla="*/ 0 h 641880"/>
                <a:gd name="textAreaBottom" fmla="*/ 642600 h 641880"/>
              </a:gdLst>
              <a:ahLst/>
              <a:cxnLst/>
              <a:rect l="textAreaLeft" t="textAreaTop" r="textAreaRight" b="textAreaBottom"/>
              <a:pathLst>
                <a:path w="1183" h="592">
                  <a:moveTo>
                    <a:pt x="1183" y="0"/>
                  </a:moveTo>
                  <a:lnTo>
                    <a:pt x="0" y="0"/>
                  </a:lnTo>
                  <a:lnTo>
                    <a:pt x="591" y="591"/>
                  </a:lnTo>
                  <a:lnTo>
                    <a:pt x="1183" y="0"/>
                  </a:lnTo>
                  <a:close/>
                </a:path>
              </a:pathLst>
            </a:custGeom>
            <a:solidFill>
              <a:schemeClr val="accent3"/>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89" name="フリーフォーム(F) 9"/>
            <p:cNvSpPr/>
            <p:nvPr/>
          </p:nvSpPr>
          <p:spPr>
            <a:xfrm>
              <a:off x="7652520" y="641520"/>
              <a:ext cx="1945080" cy="1945080"/>
            </a:xfrm>
            <a:custGeom>
              <a:avLst/>
              <a:gdLst>
                <a:gd name="textAreaLeft" fmla="*/ 0 w 1945080"/>
                <a:gd name="textAreaRight" fmla="*/ 1945800 w 1945080"/>
                <a:gd name="textAreaTop" fmla="*/ 0 h 1945080"/>
                <a:gd name="textAreaBottom" fmla="*/ 1945800 h 1945080"/>
              </a:gdLst>
              <a:ahLst/>
              <a:cxnLst/>
              <a:rect l="textAreaLeft" t="textAreaTop" r="textAreaRight" b="textAreaBottom"/>
              <a:pathLst>
                <a:path w="1792" h="1792">
                  <a:moveTo>
                    <a:pt x="598" y="0"/>
                  </a:moveTo>
                  <a:lnTo>
                    <a:pt x="0" y="597"/>
                  </a:lnTo>
                  <a:lnTo>
                    <a:pt x="1195" y="1792"/>
                  </a:lnTo>
                  <a:lnTo>
                    <a:pt x="1792" y="1195"/>
                  </a:lnTo>
                  <a:lnTo>
                    <a:pt x="598" y="0"/>
                  </a:lnTo>
                  <a:close/>
                </a:path>
              </a:pathLst>
            </a:custGeom>
            <a:solidFill>
              <a:schemeClr val="tx2"/>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sp>
          <p:nvSpPr>
            <p:cNvPr id="90" name="フリーフォーム(F) 10"/>
            <p:cNvSpPr/>
            <p:nvPr/>
          </p:nvSpPr>
          <p:spPr>
            <a:xfrm>
              <a:off x="9598320" y="641520"/>
              <a:ext cx="2593080" cy="2593080"/>
            </a:xfrm>
            <a:custGeom>
              <a:avLst/>
              <a:gdLst>
                <a:gd name="textAreaLeft" fmla="*/ 0 w 2593080"/>
                <a:gd name="textAreaRight" fmla="*/ 2593800 w 2593080"/>
                <a:gd name="textAreaTop" fmla="*/ 0 h 2593080"/>
                <a:gd name="textAreaBottom" fmla="*/ 2593800 h 2593080"/>
              </a:gdLst>
              <a:ahLst/>
              <a:cxnLst/>
              <a:rect l="textAreaLeft" t="textAreaTop" r="textAreaRight" b="textAreaBottom"/>
              <a:pathLst>
                <a:path w="2389" h="2389">
                  <a:moveTo>
                    <a:pt x="2389" y="1195"/>
                  </a:moveTo>
                  <a:lnTo>
                    <a:pt x="1194" y="0"/>
                  </a:lnTo>
                  <a:lnTo>
                    <a:pt x="0" y="1195"/>
                  </a:lnTo>
                  <a:lnTo>
                    <a:pt x="1194" y="2389"/>
                  </a:lnTo>
                  <a:lnTo>
                    <a:pt x="2389" y="1195"/>
                  </a:lnTo>
                </a:path>
              </a:pathLst>
            </a:custGeom>
            <a:solidFill>
              <a:schemeClr val="accent6"/>
            </a:solidFill>
            <a:ln w="0">
              <a:noFill/>
            </a:ln>
          </p:spPr>
          <p:style>
            <a:lnRef idx="0"/>
            <a:fillRef idx="0"/>
            <a:effectRef idx="0"/>
            <a:fontRef idx="minor"/>
          </p:style>
          <p:txBody>
            <a:bodyPr lIns="90000" tIns="45000" rIns="90000" bIns="45000" anchor="t" upright="1">
              <a:noAutofit/>
            </a:bodyPr>
            <a:p>
              <a:endParaRPr lang="en-US" sz="1800" b="0" u="none" strike="noStrike">
                <a:solidFill>
                  <a:schemeClr val="lt1"/>
                </a:solidFill>
                <a:effectLst/>
                <a:uFillTx/>
                <a:latin typeface="Meiryo UI"/>
              </a:endParaRPr>
            </a:p>
          </p:txBody>
        </p:sp>
      </p:grpSp>
      <p:sp>
        <p:nvSpPr>
          <p:cNvPr id="91" name="PlaceHolder 1"/>
          <p:cNvSpPr>
            <a:spLocks noGrp="1"/>
          </p:cNvSpPr>
          <p:nvPr>
            <p:ph type="title" hasCustomPrompt="1"/>
          </p:nvPr>
        </p:nvSpPr>
        <p:spPr>
          <a:xfrm>
            <a:off x="6318720" y="3499560"/>
            <a:ext cx="4938840" cy="254196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cxnSp>
        <p:nvCxnSpPr>
          <p:cNvPr id="92" name="直線​​コネクタ(S) 3">
            <a:extLst>
              <a:ext uri="{C183D7F6-B498-43B3-948B-1728B52AA6E4}">
                <adec:decorative xmlns:adec="http://schemas.microsoft.com/office/drawing/2017/decorative" val="1"/>
              </a:ext>
            </a:extLst>
          </p:cNvPr>
          <p:cNvCxnSpPr/>
          <p:nvPr/>
        </p:nvCxnSpPr>
        <p:spPr>
          <a:xfrm>
            <a:off x="6347160" y="6312960"/>
            <a:ext cx="2134440" cy="4680"/>
          </a:xfrm>
          <a:prstGeom prst="straightConnector1">
            <a:avLst/>
          </a:prstGeom>
          <a:ln w="101600">
            <a:solidFill>
              <a:srgbClr val="5D7D40"/>
            </a:solidFill>
            <a:round/>
          </a:ln>
        </p:spPr>
      </p:cxnSp>
      <p:sp>
        <p:nvSpPr>
          <p:cNvPr id="93" name="PlaceHolder 2"/>
          <p:cNvSpPr>
            <a:spLocks noGrp="1"/>
          </p:cNvSpPr>
          <p:nvPr>
            <p:ph type="body" hasCustomPrompt="1"/>
          </p:nvPr>
        </p:nvSpPr>
        <p:spPr>
          <a:xfrm>
            <a:off x="603720" y="457200"/>
            <a:ext cx="5197680" cy="2304360"/>
          </a:xfrm>
          <a:prstGeom prst="rect">
            <a:avLst/>
          </a:prstGeom>
          <a:noFill/>
          <a:ln w="0">
            <a:noFill/>
          </a:ln>
        </p:spPr>
        <p:txBody>
          <a:bodyPr lIns="0" tIns="274320" rIns="91440" bIns="45720" anchor="t">
            <a:normAutofit/>
          </a:bodyPr>
          <a:lstStyle>
            <a:lvl1pPr algn="l" defTabSz="914400">
              <a:lnSpc>
                <a:spcPct val="90000"/>
              </a:lnSpc>
              <a:spcBef>
                <a:spcPts val="1800"/>
              </a:spcBef>
              <a:buClr>
                <a:srgbClr val="000000"/>
              </a:buClr>
              <a:buFont typeface="Meiryo UI"/>
              <a:buAutoNum type="arabicPeriod"/>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Meiryo UI"/>
              <a:buAutoNum type="alphaLcPeriod"/>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Meiryo UI"/>
              <a:buAutoNum type="arabicParenR"/>
              <a:defRPr lang="ja-JP" sz="2000" b="0" u="none" strike="noStrike">
                <a:solidFill>
                  <a:schemeClr val="dk1"/>
                </a:solidFill>
                <a:effectLst/>
                <a:uFillTx/>
                <a:latin typeface="Meiryo UI"/>
                <a:ea typeface="Meiryo UI"/>
              </a:defRPr>
            </a:lvl3pPr>
            <a:lvl4pPr marL="1371600" indent="0" algn="l" defTabSz="914400">
              <a:lnSpc>
                <a:spcPct val="90000"/>
              </a:lnSpc>
              <a:spcBef>
                <a:spcPts val="1800"/>
              </a:spcBef>
              <a:buNone/>
              <a:tabLst>
                <a:tab pos="0" algn="l"/>
              </a:tabLst>
              <a:defRPr lang="en-US" sz="2000" b="0" u="none" strike="noStrike">
                <a:solidFill>
                  <a:schemeClr val="dk1"/>
                </a:solidFill>
                <a:effectLst/>
                <a:uFillTx/>
                <a:latin typeface="Meiryo UI"/>
                <a:ea typeface="Meiryo UI"/>
              </a:defRPr>
            </a:lvl4pPr>
          </a:lstStyle>
          <a:p>
            <a:pPr marL="457200" indent="-457200" algn="l" defTabSz="914400">
              <a:lnSpc>
                <a:spcPct val="90000"/>
              </a:lnSpc>
              <a:spcBef>
                <a:spcPts val="1800"/>
              </a:spcBef>
              <a:buClr>
                <a:srgbClr val="000000"/>
              </a:buClr>
              <a:buFont typeface="Meiryo UI"/>
              <a:buAutoNum type="arabicPeriod"/>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914400" lvl="1" indent="-457200" algn="l" defTabSz="914400">
              <a:lnSpc>
                <a:spcPct val="90000"/>
              </a:lnSpc>
              <a:spcBef>
                <a:spcPts val="1800"/>
              </a:spcBef>
              <a:buClr>
                <a:srgbClr val="000000"/>
              </a:buClr>
              <a:buFont typeface="Meiryo UI"/>
              <a:buAutoNum type="alphaLcPeriod"/>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371600" lvl="2" indent="-457200" algn="l" defTabSz="914400">
              <a:lnSpc>
                <a:spcPct val="90000"/>
              </a:lnSpc>
              <a:spcBef>
                <a:spcPts val="1800"/>
              </a:spcBef>
              <a:buClr>
                <a:srgbClr val="000000"/>
              </a:buClr>
              <a:buFont typeface="Meiryo UI"/>
              <a:buAutoNum type="arabicParenR"/>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371600"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sp>
        <p:nvSpPr>
          <p:cNvPr id="94" name="PlaceHolder 3"/>
          <p:cNvSpPr>
            <a:spLocks noGrp="1"/>
          </p:cNvSpPr>
          <p:nvPr>
            <p:ph type="body" hasCustomPrompt="1"/>
          </p:nvPr>
        </p:nvSpPr>
        <p:spPr>
          <a:xfrm>
            <a:off x="594360" y="2810520"/>
            <a:ext cx="5197680" cy="3318840"/>
          </a:xfrm>
          <a:prstGeom prst="rect">
            <a:avLst/>
          </a:prstGeom>
          <a:noFill/>
          <a:ln w="0">
            <a:noFill/>
          </a:ln>
        </p:spPr>
        <p:txBody>
          <a:bodyPr lIns="0" tIns="45720" rIns="0" bIns="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54864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82296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00584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sp>
        <p:nvSpPr>
          <p:cNvPr id="95" name="PlaceHolder 4"/>
          <p:cNvSpPr>
            <a:spLocks noGrp="1"/>
          </p:cNvSpPr>
          <p:nvPr>
            <p:ph type="sldNum" idx="13"/>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63371083-DD95-4773-955C-A6B4961ED37C}"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96" name="PlaceHolder 5"/>
          <p:cNvSpPr>
            <a:spLocks noGrp="1"/>
          </p:cNvSpPr>
          <p:nvPr>
            <p:ph type="dt" idx="14"/>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タイトル、コンテンツ、画像">
    <p:bg>
      <p:bgPr>
        <a:solidFill>
          <a:schemeClr val="lt1"/>
        </a:solidFill>
      </p:bgPr>
    </p:bg>
    <p:spTree>
      <p:nvGrpSpPr>
        <p:cNvPr id="1" name=""/>
        <p:cNvGrpSpPr/>
        <p:nvPr/>
      </p:nvGrpSpPr>
      <p:grpSpPr>
        <a:xfrm>
          <a:off x="0" y="0"/>
          <a:ext cx="0" cy="0"/>
          <a:chOff x="0" y="0"/>
          <a:chExt cx="0" cy="0"/>
        </a:xfrm>
      </p:grpSpPr>
      <p:sp>
        <p:nvSpPr>
          <p:cNvPr id="97" name="PlaceHolder 1"/>
          <p:cNvSpPr>
            <a:spLocks noGrp="1"/>
          </p:cNvSpPr>
          <p:nvPr>
            <p:ph type="title" hasCustomPrompt="1"/>
          </p:nvPr>
        </p:nvSpPr>
        <p:spPr>
          <a:xfrm>
            <a:off x="575280" y="278280"/>
            <a:ext cx="5062680" cy="2353320"/>
          </a:xfrm>
          <a:prstGeom prst="rect">
            <a:avLst/>
          </a:prstGeom>
          <a:noFill/>
          <a:ln w="0">
            <a:noFill/>
          </a:ln>
        </p:spPr>
        <p:txBody>
          <a:bodyPr lIns="0" tIns="0" rIns="0" bIns="0" anchor="b">
            <a:noAutofit/>
          </a:bodyPr>
          <a:lstStyle>
            <a:lvl1pPr indent="0" algn="l" defTabSz="914400">
              <a:lnSpc>
                <a:spcPct val="80000"/>
              </a:lnSpc>
              <a:buNone/>
              <a:tabLst>
                <a:tab pos="0" algn="l"/>
              </a:tabLst>
              <a:defRPr lang="ja-JP" sz="4400" b="1" u="none" spc="99" strike="noStrike">
                <a:solidFill>
                  <a:schemeClr val="dk1"/>
                </a:solidFill>
                <a:effectLst/>
                <a:uFillTx/>
                <a:latin typeface="Meiryo UI"/>
                <a:ea typeface="Meiryo UI"/>
              </a:defRPr>
            </a:lvl1pPr>
          </a:lstStyle>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クリックしてタイトルを追加 </a:t>
            </a:r>
            <a:endParaRPr lang="en-US" sz="4400" b="1" u="none" spc="99" strike="noStrike">
              <a:solidFill>
                <a:schemeClr val="dk1"/>
              </a:solidFill>
              <a:effectLst/>
              <a:uFillTx/>
              <a:latin typeface="Meiryo UI"/>
            </a:endParaRPr>
          </a:p>
        </p:txBody>
      </p:sp>
      <p:sp>
        <p:nvSpPr>
          <p:cNvPr id="98" name="PlaceHolder 2"/>
          <p:cNvSpPr>
            <a:spLocks noGrp="1"/>
          </p:cNvSpPr>
          <p:nvPr>
            <p:ph type="body" hasCustomPrompt="1"/>
          </p:nvPr>
        </p:nvSpPr>
        <p:spPr>
          <a:xfrm>
            <a:off x="594360" y="3279600"/>
            <a:ext cx="5043600" cy="2993760"/>
          </a:xfrm>
          <a:prstGeom prst="rect">
            <a:avLst/>
          </a:prstGeom>
          <a:noFill/>
          <a:ln w="0">
            <a:noFill/>
          </a:ln>
        </p:spPr>
        <p:txBody>
          <a:bodyPr lIns="0" tIns="228600" rIns="0" bIns="0" anchor="t">
            <a:normAutofit/>
          </a:bodyPr>
          <a:lstStyle>
            <a:lvl1pPr indent="0" algn="l" defTabSz="914400">
              <a:lnSpc>
                <a:spcPct val="90000"/>
              </a:lnSpc>
              <a:spcBef>
                <a:spcPts val="1800"/>
              </a:spcBef>
              <a:buNone/>
              <a:tabLst>
                <a:tab pos="0" algn="l"/>
              </a:tabLst>
              <a:defRPr lang="ja-JP" sz="2000" b="0" u="none" strike="noStrike">
                <a:solidFill>
                  <a:schemeClr val="dk1"/>
                </a:solidFill>
                <a:effectLst/>
                <a:uFillTx/>
                <a:latin typeface="Meiryo UI"/>
                <a:ea typeface="Meiryo UI"/>
              </a:defRPr>
            </a:lvl1pPr>
            <a:lvl2pPr lvl="1"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2pPr>
            <a:lvl3pPr lvl="2"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3pPr>
            <a:lvl4pPr lvl="3"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4pPr>
            <a:lvl5pPr lvl="4" algn="l" defTabSz="914400">
              <a:lnSpc>
                <a:spcPct val="90000"/>
              </a:lnSpc>
              <a:spcBef>
                <a:spcPts val="1800"/>
              </a:spcBef>
              <a:buClr>
                <a:srgbClr val="000000"/>
              </a:buClr>
              <a:buFont typeface="Arial"/>
              <a:buChar char="•"/>
              <a:tabLst>
                <a:tab pos="0" algn="l"/>
              </a:tabLst>
              <a:defRPr lang="ja-JP" sz="2000" b="0" u="none" strike="noStrike">
                <a:solidFill>
                  <a:schemeClr val="dk1"/>
                </a:solidFill>
                <a:effectLst/>
                <a:uFillTx/>
                <a:latin typeface="Meiryo UI"/>
                <a:ea typeface="Meiryo UI"/>
              </a:defRPr>
            </a:lvl5pPr>
          </a:lstStyle>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クリックしてコンテンツを追加</a:t>
            </a:r>
            <a:endParaRPr lang="en-US" sz="2000" b="0" u="none" strike="noStrike">
              <a:solidFill>
                <a:schemeClr val="dk1"/>
              </a:solidFill>
              <a:effectLst/>
              <a:uFillTx/>
              <a:latin typeface="Meiryo UI"/>
            </a:endParaRPr>
          </a:p>
          <a:p>
            <a:pPr marL="68580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2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143000" lvl="2"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3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1600200" lvl="3"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4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a:p>
            <a:pPr marL="2057400" lvl="4"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第 </a:t>
            </a:r>
            <a:r>
              <a:rPr lang="en-US" sz="2000" b="0" u="none" strike="noStrike">
                <a:solidFill>
                  <a:schemeClr val="dk1"/>
                </a:solidFill>
                <a:effectLst/>
                <a:uFillTx/>
                <a:latin typeface="Meiryo UI"/>
                <a:ea typeface="Meiryo UI"/>
              </a:rPr>
              <a:t>5 </a:t>
            </a:r>
            <a:r>
              <a:rPr lang="ja-JP" sz="2000" b="0" u="none" strike="noStrike">
                <a:solidFill>
                  <a:schemeClr val="dk1"/>
                </a:solidFill>
                <a:effectLst/>
                <a:uFillTx/>
                <a:latin typeface="Meiryo UI"/>
                <a:ea typeface="Meiryo UI"/>
              </a:rPr>
              <a:t>レベル</a:t>
            </a:r>
            <a:endParaRPr lang="en-US" sz="2000" b="0" u="none" strike="noStrike">
              <a:solidFill>
                <a:schemeClr val="dk1"/>
              </a:solidFill>
              <a:effectLst/>
              <a:uFillTx/>
              <a:latin typeface="Meiryo UI"/>
            </a:endParaRPr>
          </a:p>
        </p:txBody>
      </p:sp>
      <p:cxnSp>
        <p:nvCxnSpPr>
          <p:cNvPr id="99" name="直線​​コネクタ(S) 3">
            <a:extLst>
              <a:ext uri="{C183D7F6-B498-43B3-948B-1728B52AA6E4}">
                <adec:decorative xmlns:adec="http://schemas.microsoft.com/office/drawing/2017/decorative" val="1"/>
              </a:ext>
            </a:extLst>
          </p:cNvPr>
          <p:cNvCxnSpPr/>
          <p:nvPr/>
        </p:nvCxnSpPr>
        <p:spPr>
          <a:xfrm>
            <a:off x="594360" y="2997360"/>
            <a:ext cx="2134080" cy="4680"/>
          </a:xfrm>
          <a:prstGeom prst="straightConnector1">
            <a:avLst/>
          </a:prstGeom>
          <a:ln w="101600">
            <a:solidFill>
              <a:srgbClr val="5D7D40"/>
            </a:solidFill>
            <a:round/>
          </a:ln>
        </p:spPr>
      </p:cxnSp>
      <p:sp>
        <p:nvSpPr>
          <p:cNvPr id="100" name="PlaceHolder 3"/>
          <p:cNvSpPr>
            <a:spLocks noGrp="1"/>
          </p:cNvSpPr>
          <p:nvPr>
            <p:ph type="body" hasCustomPrompt="1"/>
          </p:nvPr>
        </p:nvSpPr>
        <p:spPr>
          <a:xfrm>
            <a:off x="6095880" y="0"/>
            <a:ext cx="6117480" cy="6857280"/>
          </a:xfrm>
          <a:prstGeom prst="rect">
            <a:avLst/>
          </a:prstGeom>
          <a:noFill/>
          <a:ln w="0">
            <a:noFill/>
          </a:ln>
        </p:spPr>
        <p:txBody>
          <a:bodyPr lIns="90000" tIns="45000" rIns="90000" bIns="45000" anchor="t">
            <a:normAutofit/>
          </a:bodyPr>
          <a:lstStyle>
            <a:lvl1pPr indent="0" algn="ctr" defTabSz="914400">
              <a:lnSpc>
                <a:spcPct val="100000"/>
              </a:lnSpc>
              <a:buNone/>
              <a:tabLst>
                <a:tab pos="0" algn="l"/>
              </a:tabLst>
              <a:defRPr lang="ja-JP" sz="2000" b="0" u="none" strike="noStrike">
                <a:solidFill>
                  <a:schemeClr val="dk1"/>
                </a:solidFill>
                <a:effectLst/>
                <a:uFillTx/>
                <a:latin typeface="Meiryo UI"/>
                <a:ea typeface="Meiryo UI"/>
              </a:defRPr>
            </a:lvl1pPr>
          </a:lstStyle>
          <a:p>
            <a:pPr indent="0" algn="ctr" defTabSz="914400">
              <a:lnSpc>
                <a:spcPct val="100000"/>
              </a:lnSpc>
              <a:buNone/>
              <a:tabLst>
                <a:tab pos="0" algn="l"/>
              </a:tabLst>
            </a:pPr>
            <a:r>
              <a:rPr lang="ja-JP" sz="2000" b="0" u="none" strike="noStrike">
                <a:solidFill>
                  <a:schemeClr val="dk1"/>
                </a:solidFill>
                <a:effectLst/>
                <a:uFillTx/>
                <a:latin typeface="Meiryo UI"/>
                <a:ea typeface="Meiryo UI"/>
              </a:rPr>
              <a:t>アイコンをクリックして画像を追加</a:t>
            </a:r>
            <a:endParaRPr lang="en-US" sz="2000" b="0" u="none" strike="noStrike">
              <a:solidFill>
                <a:schemeClr val="dk1"/>
              </a:solidFill>
              <a:effectLst/>
              <a:uFillTx/>
              <a:latin typeface="Meiryo UI"/>
            </a:endParaRPr>
          </a:p>
        </p:txBody>
      </p:sp>
      <p:sp>
        <p:nvSpPr>
          <p:cNvPr id="101" name="PlaceHolder 4"/>
          <p:cNvSpPr>
            <a:spLocks noGrp="1"/>
          </p:cNvSpPr>
          <p:nvPr>
            <p:ph type="sldNum" idx="15"/>
          </p:nvPr>
        </p:nvSpPr>
        <p:spPr>
          <a:xfrm>
            <a:off x="594360" y="6332400"/>
            <a:ext cx="522360" cy="246960"/>
          </a:xfrm>
          <a:prstGeom prst="rect">
            <a:avLst/>
          </a:prstGeom>
          <a:noFill/>
          <a:ln w="0">
            <a:noFill/>
          </a:ln>
        </p:spPr>
        <p:txBody>
          <a:bodyPr lIns="0" tIns="0" rIns="0" bIns="0" anchor="t">
            <a:noAutofit/>
          </a:bodyPr>
          <a:lstStyle>
            <a:lvl1pPr indent="0" algn="l" defTabSz="914400">
              <a:lnSpc>
                <a:spcPct val="100000"/>
              </a:lnSpc>
              <a:buNone/>
              <a:tabLst>
                <a:tab pos="0" algn="l"/>
              </a:tabLst>
              <a:defRPr lang="en-US" sz="1100" b="1" u="none" strike="noStrike">
                <a:solidFill>
                  <a:schemeClr val="dk1"/>
                </a:solidFill>
                <a:effectLst/>
                <a:uFillTx/>
                <a:latin typeface="Meiryo UI"/>
                <a:ea typeface="Meiryo UI"/>
              </a:defRPr>
            </a:lvl1pPr>
          </a:lstStyle>
          <a:p>
            <a:pPr indent="0" algn="l" defTabSz="914400">
              <a:lnSpc>
                <a:spcPct val="100000"/>
              </a:lnSpc>
              <a:buNone/>
              <a:tabLst>
                <a:tab pos="0" algn="l"/>
              </a:tabLst>
            </a:pPr>
            <a:fld id="{2A1184EB-B0B9-49AE-8A7C-EC2EA3155E99}" type="slidenum">
              <a:rPr lang="en-US" sz="1100" b="1" u="none" strike="noStrike">
                <a:solidFill>
                  <a:schemeClr val="dk1"/>
                </a:solidFill>
                <a:effectLst/>
                <a:uFillTx/>
                <a:latin typeface="Meiryo UI"/>
                <a:ea typeface="Meiryo UI"/>
              </a:rPr>
              <a:t>&lt;番号&gt;</a:t>
            </a:fld>
            <a:endParaRPr lang="en-US" sz="1100" b="0" u="none" strike="noStrike">
              <a:solidFill>
                <a:srgbClr val="000000"/>
              </a:solidFill>
              <a:effectLst/>
              <a:uFillTx/>
              <a:latin typeface="Noto Serif CJK JP"/>
            </a:endParaRPr>
          </a:p>
        </p:txBody>
      </p:sp>
      <p:sp>
        <p:nvSpPr>
          <p:cNvPr id="102" name="PlaceHolder 5"/>
          <p:cNvSpPr>
            <a:spLocks noGrp="1"/>
          </p:cNvSpPr>
          <p:nvPr>
            <p:ph type="dt" idx="16"/>
          </p:nvPr>
        </p:nvSpPr>
        <p:spPr>
          <a:xfrm>
            <a:off x="1133640" y="6332400"/>
            <a:ext cx="1312560" cy="24696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Noto Serif CJK JP"/>
              </a:defRPr>
            </a:lvl1pPr>
          </a:lstStyle>
          <a:p>
            <a:pPr indent="0" algn="l">
              <a:lnSpc>
                <a:spcPct val="100000"/>
              </a:lnSpc>
              <a:buNone/>
              <a:tabLst>
                <a:tab pos="0" algn="l"/>
              </a:tabLst>
            </a:pPr>
            <a:r>
              <a:rPr lang="en-US" sz="1400" b="0" u="none" strike="noStrike">
                <a:solidFill>
                  <a:srgbClr val="000000"/>
                </a:solidFill>
                <a:effectLst/>
                <a:uFillTx/>
                <a:latin typeface="Noto Serif CJK JP"/>
              </a:rPr>
              <a:t>&lt;日付/時刻&gt;</a:t>
            </a:r>
            <a:endParaRPr lang="en-US" sz="1400" b="0" u="none" strike="noStrike">
              <a:solidFill>
                <a:srgbClr val="000000"/>
              </a:solidFill>
              <a:effectLst/>
              <a:uFillTx/>
              <a:latin typeface="Noto Serif CJK JP"/>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6.xml"/><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55" r:id="rId2"/>
    <p:sldLayoutId id="2147483656"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58" r:id="rId2"/>
    <p:sldLayoutId id="2147483659" r:id="rId3"/>
    <p:sldLayoutId id="2147483660" r:id="rId4"/>
    <p:sldLayoutId id="2147483661" r:id="rId5"/>
    <p:sldLayoutId id="2147483662" r:id="rId6"/>
    <p:sldLayoutId id="2147483663"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0.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6.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2.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6.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5.xml"/><Relationship Id="rId3"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3.jpeg"/><Relationship Id="rId2" Type="http://schemas.openxmlformats.org/officeDocument/2006/relationships/image" Target="../media/image13.jpeg"/><Relationship Id="rId3" Type="http://schemas.openxmlformats.org/officeDocument/2006/relationships/slideLayout" Target="../slideLayouts/slideLayout5.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5.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6.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9.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5.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7.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slideLayout" Target="../slideLayouts/slideLayout6.xml"/><Relationship Id="rId5"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6.xml"/><Relationship Id="rId3"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slideLayout" Target="../slideLayouts/slideLayout6.xml"/><Relationship Id="rId4"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5.xml"/><Relationship Id="rId3"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5.xml"/>
</Relationships>
</file>

<file path=ppt/slides/_rels/slide5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6.xml"/><Relationship Id="rId3"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4.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6.xml"/><Relationship Id="rId3"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29.jpeg"/><Relationship Id="rId2" Type="http://schemas.openxmlformats.org/officeDocument/2006/relationships/slideLayout" Target="../slideLayouts/slideLayout2.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13.xml"/><Relationship Id="rId3"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9.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7.xml"/>
</Relationships>
</file>

<file path=ppt/slides/_rels/slide6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5.png"/><Relationship Id="rId3" Type="http://schemas.openxmlformats.org/officeDocument/2006/relationships/slideLayout" Target="../slideLayouts/slideLayout6.xml"/>
</Relationships>
</file>

<file path=ppt/slides/_rels/slide6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xml"/>
</Relationships>
</file>

<file path=ppt/slides/_rels/slide65.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2.xml"/>
</Relationships>
</file>

<file path=ppt/slides/_rels/slide66.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2.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1.xml"/><Relationship Id="rId3"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2.xml"/><Relationship Id="rId3"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13.xml"/><Relationship Id="rId3"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2.xml"/><Relationship Id="rId3"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2.xml"/><Relationship Id="rId3"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7.xml"/><Relationship Id="rId3" Type="http://schemas.openxmlformats.org/officeDocument/2006/relationships/notesSlide" Target="../notesSlides/notesSlide80.xml"/>
</Relationships>
</file>

<file path=ppt/slides/_rels/slide81.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7.xml"/><Relationship Id="rId3" Type="http://schemas.openxmlformats.org/officeDocument/2006/relationships/notesSlide" Target="../notesSlides/notesSlide81.xml"/>
</Relationships>
</file>

<file path=ppt/slides/_rels/slide82.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2.xml"/><Relationship Id="rId3" Type="http://schemas.openxmlformats.org/officeDocument/2006/relationships/notesSlide" Target="../notesSlides/notesSlide82.xml"/>
</Relationships>
</file>

<file path=ppt/slides/_rels/slide83.xml.rels><?xml version="1.0" encoding="UTF-8"?>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1.xml"/><Relationship Id="rId3" Type="http://schemas.openxmlformats.org/officeDocument/2006/relationships/notesSlide" Target="../notesSlides/notesSlide83.xml"/>
</Relationships>
</file>

<file path=ppt/slides/_rels/slide84.xml.rels><?xml version="1.0" encoding="UTF-8"?>
<Relationships xmlns="http://schemas.openxmlformats.org/package/2006/relationships"><Relationship Id="rId1" Type="http://schemas.openxmlformats.org/officeDocument/2006/relationships/hyperlink" Target="https://ping-t.com/modules/subnet/index.php?content_id=1" TargetMode="External"/><Relationship Id="rId2" Type="http://schemas.openxmlformats.org/officeDocument/2006/relationships/image" Target="../media/image36.jpeg"/><Relationship Id="rId3" Type="http://schemas.openxmlformats.org/officeDocument/2006/relationships/slideLayout" Target="../slideLayouts/slideLayout13.xml"/><Relationship Id="rId4" Type="http://schemas.openxmlformats.org/officeDocument/2006/relationships/notesSlide" Target="../notesSlides/notesSlide84.xml"/>
</Relationships>
</file>

<file path=ppt/slides/_rels/slide8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5.xml"/>
</Relationships>
</file>

<file path=ppt/slides/_rels/slide8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6.xml"/>
</Relationships>
</file>

<file path=ppt/slides/_rels/slide87.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6.xml"/><Relationship Id="rId7" Type="http://schemas.openxmlformats.org/officeDocument/2006/relationships/notesSlide" Target="../notesSlides/notesSlide87.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9.xml"/>
</Relationships>
</file>

<file path=ppt/slides/_rels/slide90.xml.rels><?xml version="1.0" encoding="UTF-8"?>
<Relationships xmlns="http://schemas.openxmlformats.org/package/2006/relationships"><Relationship Id="rId1" Type="http://schemas.openxmlformats.org/officeDocument/2006/relationships/hyperlink" Target="http://www.google.com/" TargetMode="External"/><Relationship Id="rId2" Type="http://schemas.openxmlformats.org/officeDocument/2006/relationships/slideLayout" Target="../slideLayouts/slideLayout6.xml"/><Relationship Id="rId3" Type="http://schemas.openxmlformats.org/officeDocument/2006/relationships/notesSlide" Target="../notesSlides/notesSlide90.xml"/>
</Relationships>
</file>

<file path=ppt/slides/_rels/slide9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1.xml"/>
</Relationships>
</file>

<file path=ppt/slides/_rels/slide92.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slideLayout" Target="../slideLayouts/slideLayout6.xml"/><Relationship Id="rId7" Type="http://schemas.openxmlformats.org/officeDocument/2006/relationships/notesSlide" Target="../notesSlides/notesSlide92.xml"/>
</Relationships>
</file>

<file path=ppt/slides/_rels/slide9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3.xml"/>
</Relationships>
</file>

<file path=ppt/slides/_rels/slide9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4.xml"/>
</Relationships>
</file>

<file path=ppt/slides/_rels/slide95.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11.xml"/><Relationship Id="rId3" Type="http://schemas.openxmlformats.org/officeDocument/2006/relationships/notesSlide" Target="../notesSlides/notesSlide9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7.xml"/>
</Relationships>
</file>

<file path=ppt/slides/_rels/slide9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8.xml"/>
</Relationships>
</file>

<file path=ppt/slides/_rels/slide9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
</Relationships>
</file>

<file path=ppt/slides/_rels/slide10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0.xml"/>
</Relationships>
</file>

<file path=ppt/slides/_rels/slide101.xml.rels><?xml version="1.0" encoding="UTF-8"?>
<Relationships xmlns="http://schemas.openxmlformats.org/package/2006/relationships"><Relationship Id="rId1" Type="http://schemas.openxmlformats.org/officeDocument/2006/relationships/diagramData" Target="../diagrams/data3.xml"/><Relationship Id="rId2" Type="http://schemas.openxmlformats.org/officeDocument/2006/relationships/diagramLayout" Target="../diagrams/layout3.xml"/><Relationship Id="rId3" Type="http://schemas.openxmlformats.org/officeDocument/2006/relationships/diagramQuickStyle" Target="../diagrams/quickStyle3.xml"/><Relationship Id="rId4" Type="http://schemas.openxmlformats.org/officeDocument/2006/relationships/diagramColors" Target="../diagrams/colors3.xml"/><Relationship Id="rId5" Type="http://schemas.microsoft.com/office/2007/relationships/diagramDrawing" Target="../diagrams/drawing3.xml"/><Relationship Id="rId6" Type="http://schemas.openxmlformats.org/officeDocument/2006/relationships/slideLayout" Target="../slideLayouts/slideLayout7.xml"/><Relationship Id="rId7" Type="http://schemas.openxmlformats.org/officeDocument/2006/relationships/notesSlide" Target="../notesSlides/notesSlide101.xml"/>
</Relationships>
</file>

<file path=ppt/slides/_rels/slide10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2.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3.xml"/>
</Relationships>
</file>

<file path=ppt/slides/_rels/slide104.xml.rels><?xml version="1.0" encoding="UTF-8"?>
<Relationships xmlns="http://schemas.openxmlformats.org/package/2006/relationships"><Relationship Id="rId1" Type="http://schemas.openxmlformats.org/officeDocument/2006/relationships/image" Target="../media/image36.jpeg"/><Relationship Id="rId2" Type="http://schemas.openxmlformats.org/officeDocument/2006/relationships/slideLayout" Target="../slideLayouts/slideLayout11.xml"/><Relationship Id="rId3" Type="http://schemas.openxmlformats.org/officeDocument/2006/relationships/notesSlide" Target="../notesSlides/notesSlide104.xml"/>
</Relationships>
</file>

<file path=ppt/slides/_rels/slide105.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2.xml"/><Relationship Id="rId3" Type="http://schemas.openxmlformats.org/officeDocument/2006/relationships/notesSlide" Target="../notesSlides/notesSlide105.xml"/>
</Relationships>
</file>

<file path=ppt/slides/_rels/slide106.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6.xml"/>
</Relationships>
</file>

<file path=ppt/slides/_rels/slide10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7.xml"/>
</Relationships>
</file>

<file path=ppt/slides/_rels/slide108.xml.rels><?xml version="1.0" encoding="UTF-8"?>
<Relationships xmlns="http://schemas.openxmlformats.org/package/2006/relationships"><Relationship Id="rId1" Type="http://schemas.openxmlformats.org/officeDocument/2006/relationships/image" Target="../media/image44.jpeg"/><Relationship Id="rId2" Type="http://schemas.openxmlformats.org/officeDocument/2006/relationships/slideLayout" Target="../slideLayouts/slideLayout2.xml"/><Relationship Id="rId3" Type="http://schemas.openxmlformats.org/officeDocument/2006/relationships/notesSlide" Target="../notesSlides/notesSlide108.xml"/>
</Relationships>
</file>

<file path=ppt/slides/_rels/slide109.xml.rels><?xml version="1.0" encoding="UTF-8"?>
<Relationships xmlns="http://schemas.openxmlformats.org/package/2006/relationships"><Relationship Id="rId1" Type="http://schemas.openxmlformats.org/officeDocument/2006/relationships/diagramData" Target="../diagrams/data4.xml"/><Relationship Id="rId2" Type="http://schemas.openxmlformats.org/officeDocument/2006/relationships/diagramLayout" Target="../diagrams/layout4.xml"/><Relationship Id="rId3" Type="http://schemas.openxmlformats.org/officeDocument/2006/relationships/diagramQuickStyle" Target="../diagrams/quickStyle4.xml"/><Relationship Id="rId4" Type="http://schemas.openxmlformats.org/officeDocument/2006/relationships/diagramColors" Target="../diagrams/colors4.xml"/><Relationship Id="rId5" Type="http://schemas.microsoft.com/office/2007/relationships/diagramDrawing" Target="../diagrams/drawing4.xml"/><Relationship Id="rId6" Type="http://schemas.openxmlformats.org/officeDocument/2006/relationships/slideLayout" Target="../slideLayouts/slideLayout6.xml"/><Relationship Id="rId7" Type="http://schemas.openxmlformats.org/officeDocument/2006/relationships/notesSlide" Target="../notesSlides/notesSlide109.xml"/>
</Relationships>
</file>

<file path=ppt/slides/_rels/slide1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0.xml"/>
</Relationships>
</file>

<file path=ppt/slides/_rels/slide1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1.xml"/>
</Relationships>
</file>

<file path=ppt/slides/_rels/slide112.xml.rels><?xml version="1.0" encoding="UTF-8"?>
<Relationships xmlns="http://schemas.openxmlformats.org/package/2006/relationships"><Relationship Id="rId1" Type="http://schemas.openxmlformats.org/officeDocument/2006/relationships/image" Target="../media/image45.jpeg"/><Relationship Id="rId2" Type="http://schemas.openxmlformats.org/officeDocument/2006/relationships/slideLayout" Target="../slideLayouts/slideLayout11.xml"/><Relationship Id="rId3" Type="http://schemas.openxmlformats.org/officeDocument/2006/relationships/notesSlide" Target="../notesSlides/notesSlide112.xml"/>
</Relationships>
</file>

<file path=ppt/slides/_rels/slide1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3.xml"/>
</Relationships>
</file>

<file path=ppt/slides/_rels/slide11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4.xml"/>
</Relationships>
</file>

<file path=ppt/slides/_rels/slide11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5.xml"/>
</Relationships>
</file>

<file path=ppt/slides/_rels/slide11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6.xml"/>
</Relationships>
</file>

<file path=ppt/slides/_rels/slide117.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7.xml"/>
</Relationships>
</file>

<file path=ppt/slides/_rels/slide118.xml.rels><?xml version="1.0" encoding="UTF-8"?>
<Relationships xmlns="http://schemas.openxmlformats.org/package/2006/relationships"><Relationship Id="rId1" Type="http://schemas.openxmlformats.org/officeDocument/2006/relationships/image" Target="../media/image46.jpeg"/><Relationship Id="rId2" Type="http://schemas.openxmlformats.org/officeDocument/2006/relationships/slideLayout" Target="../slideLayouts/slideLayout11.xml"/><Relationship Id="rId3" Type="http://schemas.openxmlformats.org/officeDocument/2006/relationships/notesSlide" Target="../notesSlides/notesSlide118.xml"/>
</Relationships>
</file>

<file path=ppt/slides/_rels/slide119.xml.rels><?xml version="1.0" encoding="UTF-8"?>
<Relationships xmlns="http://schemas.openxmlformats.org/package/2006/relationships"><Relationship Id="rId1" Type="http://schemas.openxmlformats.org/officeDocument/2006/relationships/diagramData" Target="../diagrams/data5.xml"/><Relationship Id="rId2" Type="http://schemas.openxmlformats.org/officeDocument/2006/relationships/diagramLayout" Target="../diagrams/layout5.xml"/><Relationship Id="rId3" Type="http://schemas.openxmlformats.org/officeDocument/2006/relationships/diagramQuickStyle" Target="../diagrams/quickStyle5.xml"/><Relationship Id="rId4" Type="http://schemas.openxmlformats.org/officeDocument/2006/relationships/diagramColors" Target="../diagrams/colors5.xml"/><Relationship Id="rId5" Type="http://schemas.microsoft.com/office/2007/relationships/diagramDrawing" Target="../diagrams/drawing5.xml"/><Relationship Id="rId6" Type="http://schemas.openxmlformats.org/officeDocument/2006/relationships/slideLayout" Target="../slideLayouts/slideLayout9.xml"/><Relationship Id="rId7" Type="http://schemas.openxmlformats.org/officeDocument/2006/relationships/notesSlide" Target="../notesSlides/notesSlide119.xml"/>
</Relationships>
</file>

<file path=ppt/slides/_rels/slide120.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svg"/><Relationship Id="rId3" Type="http://schemas.openxmlformats.org/officeDocument/2006/relationships/slideLayout" Target="../slideLayouts/slideLayout5.xml"/><Relationship Id="rId4" Type="http://schemas.openxmlformats.org/officeDocument/2006/relationships/notesSlide" Target="../notesSlides/notesSlide120.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1.xml"/>
</Relationships>
</file>

<file path=ppt/slides/_rels/slide1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2.xml"/>
</Relationships>
</file>

<file path=ppt/slides/_rels/slide1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3.xml"/>
</Relationships>
</file>

<file path=ppt/slides/_rels/slide124.xml.rels><?xml version="1.0" encoding="UTF-8"?>
<Relationships xmlns="http://schemas.openxmlformats.org/package/2006/relationships"><Relationship Id="rId1" Type="http://schemas.openxmlformats.org/officeDocument/2006/relationships/image" Target="../media/image49.jpeg"/><Relationship Id="rId2" Type="http://schemas.openxmlformats.org/officeDocument/2006/relationships/slideLayout" Target="../slideLayouts/slideLayout11.xml"/><Relationship Id="rId3" Type="http://schemas.openxmlformats.org/officeDocument/2006/relationships/notesSlide" Target="../notesSlides/notesSlide124.xml"/>
</Relationships>
</file>

<file path=ppt/slides/_rels/slide125.xml.rels><?xml version="1.0" encoding="UTF-8"?>
<Relationships xmlns="http://schemas.openxmlformats.org/package/2006/relationships"><Relationship Id="rId1" Type="http://schemas.openxmlformats.org/officeDocument/2006/relationships/image" Target="../media/image50.jpeg"/><Relationship Id="rId2" Type="http://schemas.openxmlformats.org/officeDocument/2006/relationships/slideLayout" Target="../slideLayouts/slideLayout2.xml"/><Relationship Id="rId3" Type="http://schemas.openxmlformats.org/officeDocument/2006/relationships/notesSlide" Target="../notesSlides/notesSlide125.xml"/>
</Relationships>
</file>

<file path=ppt/slides/_rels/slide126.xml.rels><?xml version="1.0" encoding="UTF-8"?>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1.xml"/><Relationship Id="rId3" Type="http://schemas.openxmlformats.org/officeDocument/2006/relationships/notesSlide" Target="../notesSlides/notesSlide126.xml"/>
</Relationships>
</file>

<file path=ppt/slides/_rels/slide127.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7.xml"/><Relationship Id="rId3" Type="http://schemas.openxmlformats.org/officeDocument/2006/relationships/notesSlide" Target="../notesSlides/notesSlide127.xml"/>
</Relationships>
</file>

<file path=ppt/slides/_rels/slide128.xml.rels><?xml version="1.0" encoding="UTF-8"?>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7.xml"/><Relationship Id="rId3" Type="http://schemas.openxmlformats.org/officeDocument/2006/relationships/notesSlide" Target="../notesSlides/notesSlide128.xml"/>
</Relationships>
</file>

<file path=ppt/slides/_rels/slide12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7.xml"/><Relationship Id="rId3" Type="http://schemas.openxmlformats.org/officeDocument/2006/relationships/notesSlide" Target="../notesSlides/notesSlide129.xml"/>
</Relationships>
</file>

<file path=ppt/slides/_rels/slide1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0.xml"/>
</Relationships>
</file>

<file path=ppt/slides/_rels/slide1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1.xml"/>
</Relationships>
</file>

<file path=ppt/slides/_rels/slide1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2.xml"/>
</Relationships>
</file>

<file path=ppt/slides/_rels/slide133.xml.rels><?xml version="1.0" encoding="UTF-8"?>
<Relationships xmlns="http://schemas.openxmlformats.org/package/2006/relationships"><Relationship Id="rId1" Type="http://schemas.openxmlformats.org/officeDocument/2006/relationships/image" Target="../media/image52.jpeg"/><Relationship Id="rId2" Type="http://schemas.openxmlformats.org/officeDocument/2006/relationships/slideLayout" Target="../slideLayouts/slideLayout13.xml"/><Relationship Id="rId3" Type="http://schemas.openxmlformats.org/officeDocument/2006/relationships/notesSlide" Target="../notesSlides/notesSlide133.xml"/>
</Relationships>
</file>

<file path=ppt/slides/_rels/slide134.xml.rels><?xml version="1.0" encoding="UTF-8"?>
<Relationships xmlns="http://schemas.openxmlformats.org/package/2006/relationships"><Relationship Id="rId1" Type="http://schemas.openxmlformats.org/officeDocument/2006/relationships/image" Target="../media/image53.gif"/><Relationship Id="rId2" Type="http://schemas.openxmlformats.org/officeDocument/2006/relationships/image" Target="../media/image54.gif"/><Relationship Id="rId3" Type="http://schemas.openxmlformats.org/officeDocument/2006/relationships/slideLayout" Target="../slideLayouts/slideLayout2.xml"/><Relationship Id="rId4" Type="http://schemas.openxmlformats.org/officeDocument/2006/relationships/notesSlide" Target="../notesSlides/notesSlide134.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5.xml"/>
</Relationships>
</file>

<file path=ppt/slides/_rels/slide13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6.xml"/>
</Relationships>
</file>

<file path=ppt/slides/_rels/slide13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7.xml"/>
</Relationships>
</file>

<file path=ppt/slides/_rels/slide13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8.xml"/>
</Relationships>
</file>

<file path=ppt/slides/_rels/slide13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9.xml"/>
</Relationships>
</file>

<file path=ppt/slides/_rels/slide14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0.xml"/>
</Relationships>
</file>

<file path=ppt/slides/_rels/slide14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1.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2.xml"/>
</Relationships>
</file>

<file path=ppt/slides/_rels/slide143.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11.xml"/><Relationship Id="rId3" Type="http://schemas.openxmlformats.org/officeDocument/2006/relationships/notesSlide" Target="../notesSlides/notesSlide143.xml"/>
</Relationships>
</file>

<file path=ppt/slides/_rels/slide14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4.xml"/>
</Relationships>
</file>

<file path=ppt/slides/_rels/slide14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5.xml"/>
</Relationships>
</file>

<file path=ppt/slides/_rels/slide146.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6.xml"/>
</Relationships>
</file>

<file path=ppt/slides/_rels/slide14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7.xml"/>
</Relationships>
</file>

<file path=ppt/slides/_rels/slide14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8.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9.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0.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1.xml"/>
</Relationships>
</file>

<file path=ppt/slides/_rels/slide15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2.xml"/>
</Relationships>
</file>

<file path=ppt/slides/_rels/slide15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3.xml"/>
</Relationships>
</file>

<file path=ppt/slides/_rels/slide15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7.xml"/><Relationship Id="rId3" Type="http://schemas.openxmlformats.org/officeDocument/2006/relationships/notesSlide" Target="../notesSlides/notesSlide154.xml"/>
</Relationships>
</file>

<file path=ppt/slides/_rels/slide15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5.xml"/>
</Relationships>
</file>

<file path=ppt/slides/_rels/slide15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6.xml"/>
</Relationships>
</file>

<file path=ppt/slides/_rels/slide15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7.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8.xml"/>
</Relationships>
</file>

<file path=ppt/slides/_rels/slide15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9.xml"/>
</Relationships>
</file>

<file path=ppt/slides/_rels/slide16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0.xml"/>
</Relationships>
</file>

<file path=ppt/slides/_rels/slide16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1.xml"/>
</Relationships>
</file>

<file path=ppt/slides/_rels/slide16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2.xml"/>
</Relationships>
</file>

<file path=ppt/slides/_rels/slide16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3.xml"/>
</Relationships>
</file>

<file path=ppt/slides/_rels/slide164.xml.rels><?xml version="1.0" encoding="UTF-8"?>
<Relationships xmlns="http://schemas.openxmlformats.org/package/2006/relationships"><Relationship Id="rId1" Type="http://schemas.openxmlformats.org/officeDocument/2006/relationships/image" Target="../media/image56.jpeg"/><Relationship Id="rId2" Type="http://schemas.openxmlformats.org/officeDocument/2006/relationships/image" Target="../media/image57.jpeg"/><Relationship Id="rId3" Type="http://schemas.openxmlformats.org/officeDocument/2006/relationships/slideLayout" Target="../slideLayouts/slideLayout7.xml"/><Relationship Id="rId4" Type="http://schemas.openxmlformats.org/officeDocument/2006/relationships/notesSlide" Target="../notesSlides/notesSlide164.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5.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6.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7.xml"/>
</Relationships>
</file>

<file path=ppt/slides/_rels/slide16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8.xml"/>
</Relationships>
</file>

<file path=ppt/slides/_rels/slide16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9.xml"/>
</Relationships>
</file>

<file path=ppt/slides/_rels/slide17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0.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1.xml"/>
</Relationships>
</file>

<file path=ppt/slides/_rels/slide17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2.xml"/>
</Relationships>
</file>

<file path=ppt/slides/_rels/slide17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3.xml"/>
</Relationships>
</file>

<file path=ppt/slides/_rels/slide17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4.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5.xml"/>
</Relationships>
</file>

<file path=ppt/slides/_rels/slide17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6.xml"/>
</Relationships>
</file>

<file path=ppt/slides/_rels/slide17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7.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8.xml"/>
</Relationships>
</file>

<file path=ppt/slides/_rels/slide17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9.xml"/>
</Relationships>
</file>

<file path=ppt/slides/_rels/slide18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0.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1.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2.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3.xml"/>
</Relationships>
</file>

<file path=ppt/slides/_rels/slide18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4.xml"/>
</Relationships>
</file>

<file path=ppt/slides/_rels/slide18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5.xml"/>
</Relationships>
</file>

<file path=ppt/slides/_rels/slide18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6.xml"/>
</Relationships>
</file>

<file path=ppt/slides/_rels/slide18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7.xml"/>
</Relationships>
</file>

<file path=ppt/slides/_rels/slide18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8.xml"/>
</Relationships>
</file>

<file path=ppt/slides/_rels/slide18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9.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0.xml"/>
</Relationships>
</file>

<file path=ppt/slides/_rels/slide191.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1.xml"/>
</Relationships>
</file>

<file path=ppt/slides/_rels/slide192.xml.rels><?xml version="1.0" encoding="UTF-8"?>
<Relationships xmlns="http://schemas.openxmlformats.org/package/2006/relationships"><Relationship Id="rId1" Type="http://schemas.openxmlformats.org/officeDocument/2006/relationships/diagramData" Target="../diagrams/data6.xml"/><Relationship Id="rId2" Type="http://schemas.openxmlformats.org/officeDocument/2006/relationships/diagramLayout" Target="../diagrams/layout6.xml"/><Relationship Id="rId3" Type="http://schemas.openxmlformats.org/officeDocument/2006/relationships/diagramQuickStyle" Target="../diagrams/quickStyle6.xml"/><Relationship Id="rId4" Type="http://schemas.openxmlformats.org/officeDocument/2006/relationships/diagramColors" Target="../diagrams/colors6.xml"/><Relationship Id="rId5" Type="http://schemas.microsoft.com/office/2007/relationships/diagramDrawing" Target="../diagrams/drawing6.xml"/><Relationship Id="rId6" Type="http://schemas.openxmlformats.org/officeDocument/2006/relationships/slideLayout" Target="../slideLayouts/slideLayout8.xml"/><Relationship Id="rId7" Type="http://schemas.openxmlformats.org/officeDocument/2006/relationships/notesSlide" Target="../notesSlides/notesSlide192.xml"/>
</Relationships>
</file>

<file path=ppt/slides/_rels/slide193.xml.rels><?xml version="1.0" encoding="UTF-8"?>
<Relationships xmlns="http://schemas.openxmlformats.org/package/2006/relationships"><Relationship Id="rId1" Type="http://schemas.openxmlformats.org/officeDocument/2006/relationships/diagramData" Target="../diagrams/data7.xml"/><Relationship Id="rId2" Type="http://schemas.openxmlformats.org/officeDocument/2006/relationships/diagramLayout" Target="../diagrams/layout7.xml"/><Relationship Id="rId3" Type="http://schemas.openxmlformats.org/officeDocument/2006/relationships/diagramQuickStyle" Target="../diagrams/quickStyle7.xml"/><Relationship Id="rId4" Type="http://schemas.openxmlformats.org/officeDocument/2006/relationships/diagramColors" Target="../diagrams/colors7.xml"/><Relationship Id="rId5" Type="http://schemas.microsoft.com/office/2007/relationships/diagramDrawing" Target="../diagrams/drawing7.xml"/><Relationship Id="rId6" Type="http://schemas.openxmlformats.org/officeDocument/2006/relationships/slideLayout" Target="../slideLayouts/slideLayout8.xml"/><Relationship Id="rId7" Type="http://schemas.openxmlformats.org/officeDocument/2006/relationships/notesSlide" Target="../notesSlides/notesSlide193.xml"/>
</Relationships>
</file>

<file path=ppt/slides/_rels/slide194.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4.xml"/>
</Relationships>
</file>

<file path=ppt/slides/_rels/slide195.xml.rels><?xml version="1.0" encoding="UTF-8"?>
<Relationships xmlns="http://schemas.openxmlformats.org/package/2006/relationships"><Relationship Id="rId1" Type="http://schemas.openxmlformats.org/officeDocument/2006/relationships/diagramData" Target="../diagrams/data8.xml"/><Relationship Id="rId2" Type="http://schemas.openxmlformats.org/officeDocument/2006/relationships/diagramLayout" Target="../diagrams/layout8.xml"/><Relationship Id="rId3" Type="http://schemas.openxmlformats.org/officeDocument/2006/relationships/diagramQuickStyle" Target="../diagrams/quickStyle8.xml"/><Relationship Id="rId4" Type="http://schemas.openxmlformats.org/officeDocument/2006/relationships/diagramColors" Target="../diagrams/colors8.xml"/><Relationship Id="rId5" Type="http://schemas.microsoft.com/office/2007/relationships/diagramDrawing" Target="../diagrams/drawing8.xml"/><Relationship Id="rId6" Type="http://schemas.openxmlformats.org/officeDocument/2006/relationships/slideLayout" Target="../slideLayouts/slideLayout8.xml"/><Relationship Id="rId7" Type="http://schemas.openxmlformats.org/officeDocument/2006/relationships/notesSlide" Target="../notesSlides/notesSlide195.xml"/>
</Relationships>
</file>

<file path=ppt/slides/_rels/slide196.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6.xml"/>
</Relationships>
</file>

<file path=ppt/slides/_rels/slide197.xml.rels><?xml version="1.0" encoding="UTF-8"?>
<Relationships xmlns="http://schemas.openxmlformats.org/package/2006/relationships"><Relationship Id="rId1" Type="http://schemas.openxmlformats.org/officeDocument/2006/relationships/diagramData" Target="../diagrams/data9.xml"/><Relationship Id="rId2" Type="http://schemas.openxmlformats.org/officeDocument/2006/relationships/diagramLayout" Target="../diagrams/layout9.xml"/><Relationship Id="rId3" Type="http://schemas.openxmlformats.org/officeDocument/2006/relationships/diagramQuickStyle" Target="../diagrams/quickStyle9.xml"/><Relationship Id="rId4" Type="http://schemas.openxmlformats.org/officeDocument/2006/relationships/diagramColors" Target="../diagrams/colors9.xml"/><Relationship Id="rId5" Type="http://schemas.microsoft.com/office/2007/relationships/diagramDrawing" Target="../diagrams/drawing9.xml"/><Relationship Id="rId6" Type="http://schemas.openxmlformats.org/officeDocument/2006/relationships/slideLayout" Target="../slideLayouts/slideLayout6.xml"/><Relationship Id="rId7" Type="http://schemas.openxmlformats.org/officeDocument/2006/relationships/notesSlide" Target="../notesSlides/notesSlide197.xml"/>
</Relationships>
</file>

<file path=ppt/slides/_rels/slide198.xml.rels><?xml version="1.0" encoding="UTF-8"?>
<Relationships xmlns="http://schemas.openxmlformats.org/package/2006/relationships"><Relationship Id="rId1" Type="http://schemas.openxmlformats.org/officeDocument/2006/relationships/diagramData" Target="../diagrams/data10.xml"/><Relationship Id="rId2" Type="http://schemas.openxmlformats.org/officeDocument/2006/relationships/diagramLayout" Target="../diagrams/layout10.xml"/><Relationship Id="rId3" Type="http://schemas.openxmlformats.org/officeDocument/2006/relationships/diagramQuickStyle" Target="../diagrams/quickStyle10.xml"/><Relationship Id="rId4" Type="http://schemas.openxmlformats.org/officeDocument/2006/relationships/diagramColors" Target="../diagrams/colors10.xml"/><Relationship Id="rId5" Type="http://schemas.microsoft.com/office/2007/relationships/diagramDrawing" Target="../diagrams/drawing10.xml"/><Relationship Id="rId6" Type="http://schemas.openxmlformats.org/officeDocument/2006/relationships/slideLayout" Target="../slideLayouts/slideLayout8.xml"/><Relationship Id="rId7" Type="http://schemas.openxmlformats.org/officeDocument/2006/relationships/notesSlide" Target="../notesSlides/notesSlide198.xml"/>
</Relationships>
</file>

<file path=ppt/slides/_rels/slide199.xml.rels><?xml version="1.0" encoding="UTF-8"?>
<Relationships xmlns="http://schemas.openxmlformats.org/package/2006/relationships"><Relationship Id="rId1" Type="http://schemas.openxmlformats.org/officeDocument/2006/relationships/diagramData" Target="../diagrams/data11.xml"/><Relationship Id="rId2" Type="http://schemas.openxmlformats.org/officeDocument/2006/relationships/diagramLayout" Target="../diagrams/layout11.xml"/><Relationship Id="rId3" Type="http://schemas.openxmlformats.org/officeDocument/2006/relationships/diagramQuickStyle" Target="../diagrams/quickStyle11.xml"/><Relationship Id="rId4" Type="http://schemas.openxmlformats.org/officeDocument/2006/relationships/diagramColors" Target="../diagrams/colors11.xml"/><Relationship Id="rId5" Type="http://schemas.microsoft.com/office/2007/relationships/diagramDrawing" Target="../diagrams/drawing11.xml"/><Relationship Id="rId6" Type="http://schemas.openxmlformats.org/officeDocument/2006/relationships/slideLayout" Target="../slideLayouts/slideLayout7.xml"/><Relationship Id="rId7" Type="http://schemas.openxmlformats.org/officeDocument/2006/relationships/notesSlide" Target="../notesSlides/notesSlide199.xml"/>
</Relationships>
</file>

<file path=ppt/slides/_rels/slide20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
</Relationships>
</file>

<file path=ppt/slides/_rels/slide20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PlaceHolder 1"/>
          <p:cNvSpPr>
            <a:spLocks noGrp="1"/>
          </p:cNvSpPr>
          <p:nvPr>
            <p:ph type="title" hasCustomPrompt="1"/>
          </p:nvPr>
        </p:nvSpPr>
        <p:spPr>
          <a:xfrm>
            <a:off x="360000" y="540000"/>
            <a:ext cx="11435760" cy="4457880"/>
          </a:xfrm>
          <a:prstGeom prst="rect">
            <a:avLst/>
          </a:prstGeom>
          <a:noFill/>
          <a:ln w="0">
            <a:noFill/>
          </a:ln>
        </p:spPr>
        <p:txBody>
          <a:bodyPr lIns="0" tIns="0" rIns="0" bIns="0" anchor="b">
            <a:noAutofit/>
          </a:bodyPr>
          <a:p>
            <a:pPr indent="0" algn="r" defTabSz="914400">
              <a:lnSpc>
                <a:spcPct val="90000"/>
              </a:lnSpc>
              <a:buNone/>
              <a:tabLst>
                <a:tab pos="0" algn="l"/>
              </a:tabLst>
            </a:pPr>
            <a:r>
              <a:rPr lang="ja-JP" sz="9600" b="1" u="none" spc="99" strike="noStrike">
                <a:solidFill>
                  <a:schemeClr val="dk1"/>
                </a:solidFill>
                <a:effectLst/>
                <a:uFillTx/>
                <a:latin typeface="Meiryo UI"/>
                <a:ea typeface="Meiryo UI"/>
              </a:rPr>
              <a:t>ネットワーク勉強会</a:t>
            </a:r>
            <a:br>
              <a:rPr sz="9600"/>
            </a:br>
            <a:r>
              <a:rPr lang="ja-JP" sz="9600" b="1" u="none" spc="99" strike="noStrike">
                <a:solidFill>
                  <a:schemeClr val="dk1"/>
                </a:solidFill>
                <a:effectLst/>
                <a:uFillTx/>
                <a:latin typeface="Meiryo UI"/>
                <a:ea typeface="Meiryo UI"/>
              </a:rPr>
              <a:t>基礎編</a:t>
            </a:r>
            <a:br>
              <a:rPr sz="9600"/>
            </a:br>
            <a:endParaRPr lang="en-US" sz="9600" b="1" u="none" spc="99" strike="noStrike">
              <a:solidFill>
                <a:schemeClr val="dk1"/>
              </a:solidFill>
              <a:effectLst/>
              <a:uFillTx/>
              <a:latin typeface="Meiryo UI"/>
            </a:endParaRPr>
          </a:p>
        </p:txBody>
      </p:sp>
      <p:sp>
        <p:nvSpPr>
          <p:cNvPr id="110" name="タイトル 1"/>
          <p:cNvSpPr/>
          <p:nvPr/>
        </p:nvSpPr>
        <p:spPr>
          <a:xfrm>
            <a:off x="10302120" y="6272280"/>
            <a:ext cx="2071800" cy="347760"/>
          </a:xfrm>
          <a:prstGeom prst="rect">
            <a:avLst/>
          </a:prstGeom>
          <a:noFill/>
          <a:ln w="0">
            <a:noFill/>
          </a:ln>
        </p:spPr>
        <p:style>
          <a:lnRef idx="0"/>
          <a:fillRef idx="0"/>
          <a:effectRef idx="0"/>
          <a:fontRef idx="minor"/>
        </p:style>
        <p:txBody>
          <a:bodyPr lIns="0" tIns="0" rIns="0" bIns="0" anchor="b">
            <a:noAutofit/>
          </a:bodyPr>
          <a:p>
            <a:pPr defTabSz="914400">
              <a:lnSpc>
                <a:spcPct val="90000"/>
              </a:lnSpc>
            </a:pPr>
            <a:r>
              <a:rPr lang="ja-JP" sz="1100" b="1" u="none" spc="99" strike="noStrike">
                <a:solidFill>
                  <a:schemeClr val="dk1"/>
                </a:solidFill>
                <a:effectLst/>
                <a:uFillTx/>
                <a:latin typeface="Meiryo UI"/>
                <a:ea typeface="Meiryo UI"/>
              </a:rPr>
              <a:t>作成日</a:t>
            </a:r>
            <a:r>
              <a:rPr lang="en-US" sz="1100" b="1" u="none" spc="99" strike="noStrike">
                <a:solidFill>
                  <a:schemeClr val="dk1"/>
                </a:solidFill>
                <a:effectLst/>
                <a:uFillTx/>
                <a:latin typeface="Meiryo UI"/>
                <a:ea typeface="Meiryo UI"/>
              </a:rPr>
              <a:t>:2026/1/27</a:t>
            </a:r>
            <a:endParaRPr lang="en-US" sz="1100" b="0" u="none" strike="noStrike">
              <a:solidFill>
                <a:srgbClr val="000000"/>
              </a:solidFill>
              <a:effectLst/>
              <a:uFillTx/>
              <a:latin typeface="Arial"/>
            </a:endParaRPr>
          </a:p>
          <a:p>
            <a:pPr defTabSz="914400">
              <a:lnSpc>
                <a:spcPct val="90000"/>
              </a:lnSpc>
            </a:pPr>
            <a:r>
              <a:rPr lang="ja-JP" sz="1100" b="1" u="none" spc="99" strike="noStrike">
                <a:solidFill>
                  <a:schemeClr val="dk1"/>
                </a:solidFill>
                <a:effectLst/>
                <a:uFillTx/>
                <a:latin typeface="Meiryo UI"/>
                <a:ea typeface="Meiryo UI"/>
              </a:rPr>
              <a:t>作成者</a:t>
            </a:r>
            <a:r>
              <a:rPr lang="en-US" sz="1100" b="1" u="none" spc="99" strike="noStrike">
                <a:solidFill>
                  <a:schemeClr val="dk1"/>
                </a:solidFill>
                <a:effectLst/>
                <a:uFillTx/>
                <a:latin typeface="Meiryo UI"/>
                <a:ea typeface="Meiryo UI"/>
              </a:rPr>
              <a:t>:</a:t>
            </a:r>
            <a:r>
              <a:rPr lang="ja-JP" sz="1100" b="1" u="none" spc="99" strike="noStrike">
                <a:solidFill>
                  <a:schemeClr val="dk1"/>
                </a:solidFill>
                <a:effectLst/>
                <a:uFillTx/>
                <a:latin typeface="Meiryo UI"/>
                <a:ea typeface="Meiryo UI"/>
              </a:rPr>
              <a:t>榑林</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hasCustomPrompt="1"/>
          </p:nvPr>
        </p:nvSpPr>
        <p:spPr>
          <a:xfrm>
            <a:off x="575280" y="278280"/>
            <a:ext cx="5062680" cy="235332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はじめに</a:t>
            </a:r>
            <a:endParaRPr lang="en-US" sz="4400" b="1" u="none" spc="99" strike="noStrike">
              <a:solidFill>
                <a:schemeClr val="dk1"/>
              </a:solidFill>
              <a:effectLst/>
              <a:uFillTx/>
              <a:latin typeface="Meiryo UI"/>
            </a:endParaRPr>
          </a:p>
        </p:txBody>
      </p:sp>
      <p:sp>
        <p:nvSpPr>
          <p:cNvPr id="112" name="PlaceHolder 2"/>
          <p:cNvSpPr>
            <a:spLocks noGrp="1"/>
          </p:cNvSpPr>
          <p:nvPr>
            <p:ph hasCustomPrompt="1"/>
          </p:nvPr>
        </p:nvSpPr>
        <p:spPr>
          <a:xfrm>
            <a:off x="593640" y="3279600"/>
            <a:ext cx="5044320" cy="2993400"/>
          </a:xfrm>
          <a:prstGeom prst="rect">
            <a:avLst/>
          </a:prstGeom>
          <a:noFill/>
          <a:ln w="0">
            <a:noFill/>
          </a:ln>
        </p:spPr>
        <p:txBody>
          <a:bodyPr lIns="0" tIns="228600" rIns="0" bIns="0" anchor="t">
            <a:normAutofit fontScale="85000"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ネットワーク基礎勉強会にご参加いただきありがとうございます。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デザインは勉強中の身ですので見にくいもしくはダサいのはご了承ください。</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後述しますが、ネットワークは</a:t>
            </a:r>
            <a:r>
              <a:rPr lang="en-US" sz="2000" b="0" u="none" strike="noStrike">
                <a:solidFill>
                  <a:schemeClr val="dk1"/>
                </a:solidFill>
                <a:effectLst/>
                <a:uFillTx/>
                <a:latin typeface="Meiryo UI"/>
                <a:ea typeface="Meiryo UI"/>
              </a:rPr>
              <a:t>IT</a:t>
            </a:r>
            <a:r>
              <a:rPr lang="ja-JP" sz="2000" b="0" u="none" strike="noStrike">
                <a:solidFill>
                  <a:schemeClr val="dk1"/>
                </a:solidFill>
                <a:effectLst/>
                <a:uFillTx/>
                <a:latin typeface="Meiryo UI"/>
                <a:ea typeface="Meiryo UI"/>
              </a:rPr>
              <a:t>インフラと呼ばれる分野で</a:t>
            </a:r>
            <a:r>
              <a:rPr lang="en-US" sz="2000" b="0" u="none" strike="noStrike">
                <a:solidFill>
                  <a:schemeClr val="dk1"/>
                </a:solidFill>
                <a:effectLst/>
                <a:uFillTx/>
                <a:latin typeface="Meiryo UI"/>
                <a:ea typeface="Meiryo UI"/>
              </a:rPr>
              <a:t>IT</a:t>
            </a:r>
            <a:r>
              <a:rPr lang="ja-JP" sz="2000" b="0" u="none" strike="noStrike">
                <a:solidFill>
                  <a:schemeClr val="dk1"/>
                </a:solidFill>
                <a:effectLst/>
                <a:uFillTx/>
                <a:latin typeface="Meiryo UI"/>
                <a:ea typeface="Meiryo UI"/>
              </a:rPr>
              <a:t>技術の基盤</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基礎</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になるのでどの分野の仕事をする上でとても重要な知識です。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記憶や理解しないといけない事が非常に多いので勉強会で疑問に感じた事はもちろんですが、実務を絡めた質問も受付ますので是非お願いします。</a:t>
            </a:r>
            <a:endParaRPr lang="en-US" sz="2000" b="0" u="none" strike="noStrike">
              <a:solidFill>
                <a:schemeClr val="dk1"/>
              </a:solidFill>
              <a:effectLst/>
              <a:uFillTx/>
              <a:latin typeface="Meiryo UI"/>
            </a:endParaRPr>
          </a:p>
        </p:txBody>
      </p:sp>
      <p:pic>
        <p:nvPicPr>
          <p:cNvPr id="113" name="図プレースホルダー 52" descr="ぶら下がっている電球"/>
          <p:cNvPicPr/>
          <p:nvPr/>
        </p:nvPicPr>
        <p:blipFill>
          <a:blip r:embed="rId1"/>
          <a:srcRect l="18" t="0" r="18" b="0"/>
          <a:stretch/>
        </p:blipFill>
        <p:spPr>
          <a:xfrm>
            <a:off x="6095880" y="0"/>
            <a:ext cx="611748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title" hasCustomPrompt="1"/>
          </p:nvPr>
        </p:nvSpPr>
        <p:spPr>
          <a:xfrm>
            <a:off x="6318720" y="3499560"/>
            <a:ext cx="4938840" cy="25419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注意点</a:t>
            </a:r>
            <a:endParaRPr lang="en-US" sz="4400" b="1" u="none" spc="99" strike="noStrike">
              <a:solidFill>
                <a:schemeClr val="dk1"/>
              </a:solidFill>
              <a:effectLst/>
              <a:uFillTx/>
              <a:latin typeface="Meiryo UI"/>
            </a:endParaRPr>
          </a:p>
        </p:txBody>
      </p:sp>
      <p:pic>
        <p:nvPicPr>
          <p:cNvPr id="115" name="図プレースホルダー 52" descr="シェルターの中に立ち、耳にタグを付け、木製のフェンス越しに見るヤギの顔のクローズアップ"/>
          <p:cNvPicPr/>
          <p:nvPr/>
        </p:nvPicPr>
        <p:blipFill>
          <a:blip r:embed="rId1"/>
          <a:srcRect l="0" t="15689" r="4" b="17882"/>
          <a:stretch/>
        </p:blipFill>
        <p:spPr>
          <a:xfrm>
            <a:off x="603720" y="457200"/>
            <a:ext cx="5197680" cy="2304360"/>
          </a:xfrm>
          <a:prstGeom prst="rect">
            <a:avLst/>
          </a:prstGeom>
          <a:noFill/>
          <a:ln w="0">
            <a:noFill/>
          </a:ln>
        </p:spPr>
      </p:pic>
      <p:sp>
        <p:nvSpPr>
          <p:cNvPr id="116" name="PlaceHolder 2"/>
          <p:cNvSpPr>
            <a:spLocks noGrp="1"/>
          </p:cNvSpPr>
          <p:nvPr>
            <p:ph hasCustomPrompt="1"/>
          </p:nvPr>
        </p:nvSpPr>
        <p:spPr>
          <a:xfrm>
            <a:off x="594360" y="2810520"/>
            <a:ext cx="7464240" cy="331884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本勉強会の対象はネットワーク初学者方でわかりやすさを重視して資料を作成しました。</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構成や内容に関してはなるべく調べた事をベースに作成していて完全に間違っているという訳ではありませんが、作者の主観が含まれていてニュアンス等が事実と異なる可能性があります。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雰囲気が掴めればいいという程度に留めておいてください。</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また使用している画像はネットから勝手に</a:t>
            </a:r>
            <a:br>
              <a:rPr sz="2000"/>
            </a:br>
            <a:r>
              <a:rPr lang="ja-JP" sz="2000" b="0" u="none" strike="noStrike">
                <a:solidFill>
                  <a:schemeClr val="dk1"/>
                </a:solidFill>
                <a:effectLst/>
                <a:uFillTx/>
                <a:latin typeface="Meiryo UI"/>
                <a:ea typeface="Meiryo UI"/>
              </a:rPr>
              <a:t>拾ってきてフリー素材ではないものも含まれ</a:t>
            </a:r>
            <a:br>
              <a:rPr sz="2000"/>
            </a:br>
            <a:r>
              <a:rPr lang="ja-JP" sz="2000" b="0" u="none" strike="noStrike">
                <a:solidFill>
                  <a:schemeClr val="dk1"/>
                </a:solidFill>
                <a:effectLst/>
                <a:uFillTx/>
                <a:latin typeface="Meiryo UI"/>
                <a:ea typeface="Meiryo UI"/>
              </a:rPr>
              <a:t>ているので内緒でお願いします。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参加にあたって</a:t>
            </a:r>
            <a:endParaRPr lang="en-US" sz="6000" b="1" u="none" spc="99" strike="noStrike">
              <a:solidFill>
                <a:schemeClr val="dk1"/>
              </a:solidFill>
              <a:effectLst/>
              <a:uFillTx/>
              <a:latin typeface="Meiryo UI"/>
            </a:endParaRPr>
          </a:p>
        </p:txBody>
      </p:sp>
      <p:pic>
        <p:nvPicPr>
          <p:cNvPr id="118" name="図プレースホルダー 52" descr="黒いクッションの上に置かれた、ダイヤモンドをちりばめられたシルバーの王冠"/>
          <p:cNvPicPr/>
          <p:nvPr/>
        </p:nvPicPr>
        <p:blipFill>
          <a:blip r:embed="rId1"/>
          <a:srcRect l="43394" t="0" r="12191" b="2"/>
          <a:stretch/>
        </p:blipFill>
        <p:spPr>
          <a:xfrm>
            <a:off x="0" y="-11160"/>
            <a:ext cx="5790600" cy="6879600"/>
          </a:xfrm>
          <a:prstGeom prst="rect">
            <a:avLst/>
          </a:prstGeom>
          <a:noFill/>
          <a:ln w="0">
            <a:noFill/>
          </a:ln>
        </p:spPr>
      </p:pic>
      <p:sp>
        <p:nvSpPr>
          <p:cNvPr id="119"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1500" b="1" u="none" strike="noStrike">
                <a:solidFill>
                  <a:schemeClr val="lt2">
                    <a:lumMod val="75000"/>
                  </a:schemeClr>
                </a:solidFill>
                <a:effectLst/>
                <a:uFillTx/>
                <a:latin typeface="Meiryo UI"/>
                <a:ea typeface="Meiryo UI"/>
              </a:rPr>
              <a:t>公式勉強会のポイント付与条件は下記の通りです。</a:t>
            </a:r>
            <a:endParaRPr lang="en-US" sz="1500" b="1" u="none" strike="noStrike">
              <a:solidFill>
                <a:schemeClr val="lt2">
                  <a:lumMod val="75000"/>
                </a:schemeClr>
              </a:solidFill>
              <a:effectLst/>
              <a:uFillTx/>
              <a:latin typeface="Meiryo UI"/>
            </a:endParaRPr>
          </a:p>
          <a:p>
            <a:pPr marL="285840" indent="-285840" algn="l" defTabSz="914400">
              <a:lnSpc>
                <a:spcPct val="90000"/>
              </a:lnSpc>
              <a:spcBef>
                <a:spcPts val="1001"/>
              </a:spcBef>
              <a:buClr>
                <a:srgbClr val="5D7D40"/>
              </a:buClr>
              <a:buFont typeface="Arial"/>
              <a:buChar char="•"/>
              <a:tabLst>
                <a:tab pos="0" algn="l"/>
              </a:tabLst>
            </a:pPr>
            <a:r>
              <a:rPr lang="ja-JP" sz="1500" b="1" u="none" strike="noStrike">
                <a:solidFill>
                  <a:schemeClr val="lt2">
                    <a:lumMod val="75000"/>
                  </a:schemeClr>
                </a:solidFill>
                <a:effectLst/>
                <a:uFillTx/>
                <a:latin typeface="Meiryo UI"/>
                <a:ea typeface="Meiryo UI"/>
              </a:rPr>
              <a:t>全体の</a:t>
            </a:r>
            <a:r>
              <a:rPr lang="en-US" sz="1500" b="1" u="none" strike="noStrike">
                <a:solidFill>
                  <a:schemeClr val="lt2">
                    <a:lumMod val="75000"/>
                  </a:schemeClr>
                </a:solidFill>
                <a:effectLst/>
                <a:uFillTx/>
                <a:latin typeface="Meiryo UI"/>
                <a:ea typeface="Meiryo UI"/>
              </a:rPr>
              <a:t>8</a:t>
            </a:r>
            <a:r>
              <a:rPr lang="ja-JP" sz="1500" b="1" u="none" strike="noStrike">
                <a:solidFill>
                  <a:schemeClr val="lt2">
                    <a:lumMod val="75000"/>
                  </a:schemeClr>
                </a:solidFill>
                <a:effectLst/>
                <a:uFillTx/>
                <a:latin typeface="Meiryo UI"/>
                <a:ea typeface="Meiryo UI"/>
              </a:rPr>
              <a:t>割参加</a:t>
            </a:r>
            <a:endParaRPr lang="en-US" sz="1500" b="1" u="none" strike="noStrike">
              <a:solidFill>
                <a:schemeClr val="lt2">
                  <a:lumMod val="75000"/>
                </a:schemeClr>
              </a:solidFill>
              <a:effectLst/>
              <a:uFillTx/>
              <a:latin typeface="Meiryo UI"/>
            </a:endParaRPr>
          </a:p>
          <a:p>
            <a:pPr marL="285840" indent="-285840" algn="l" defTabSz="914400">
              <a:lnSpc>
                <a:spcPct val="90000"/>
              </a:lnSpc>
              <a:spcBef>
                <a:spcPts val="1001"/>
              </a:spcBef>
              <a:buClr>
                <a:srgbClr val="5D7D40"/>
              </a:buClr>
              <a:buFont typeface="Arial"/>
              <a:buChar char="•"/>
              <a:tabLst>
                <a:tab pos="0" algn="l"/>
              </a:tabLst>
            </a:pPr>
            <a:r>
              <a:rPr lang="ja-JP" sz="1500" b="1" u="none" strike="noStrike">
                <a:solidFill>
                  <a:schemeClr val="lt2">
                    <a:lumMod val="75000"/>
                  </a:schemeClr>
                </a:solidFill>
                <a:effectLst/>
                <a:uFillTx/>
                <a:latin typeface="Meiryo UI"/>
                <a:ea typeface="Meiryo UI"/>
              </a:rPr>
              <a:t>最終成果物の提出</a:t>
            </a:r>
            <a:endParaRPr lang="en-US" sz="15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1</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
        <p:nvSpPr>
          <p:cNvPr id="121"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1</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123"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ネットワークとは</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ネットワークの基礎用語</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データの流れ</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ヘッダー情報とプロトコル</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各レイヤーの説明</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図プレースホルダー 10"/>
          <p:cNvSpPr/>
          <p:nvPr/>
        </p:nvSpPr>
        <p:spPr>
          <a:xfrm>
            <a:off x="0" y="0"/>
            <a:ext cx="12191400" cy="6879600"/>
          </a:xfrm>
          <a:custGeom>
            <a:avLst/>
            <a:gdLst>
              <a:gd name="textAreaLeft" fmla="*/ 0 w 12191400"/>
              <a:gd name="textAreaRight" fmla="*/ 12192120 w 12191400"/>
              <a:gd name="textAreaTop" fmla="*/ 0 h 6879600"/>
              <a:gd name="textAreaBottom" fmla="*/ 6880320 h 687960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5" name="PlaceHolder 1"/>
          <p:cNvSpPr>
            <a:spLocks noGrp="1"/>
          </p:cNvSpPr>
          <p:nvPr>
            <p:ph type="title" hasCustomPrompt="1"/>
          </p:nvPr>
        </p:nvSpPr>
        <p:spPr>
          <a:xfrm>
            <a:off x="5493600" y="507240"/>
            <a:ext cx="6746040" cy="3291120"/>
          </a:xfrm>
          <a:prstGeom prst="rect">
            <a:avLst/>
          </a:prstGeom>
          <a:noFill/>
          <a:ln w="0">
            <a:noFill/>
          </a:ln>
        </p:spPr>
        <p:txBody>
          <a:bodyPr lIns="0" tIns="0" rIns="0" bIns="0" anchor="b">
            <a:noAutofit/>
          </a:bodyPr>
          <a:p>
            <a:pPr indent="0" algn="l" defTabSz="914400">
              <a:lnSpc>
                <a:spcPct val="90000"/>
              </a:lnSpc>
              <a:buNone/>
              <a:tabLst>
                <a:tab pos="0" algn="l"/>
              </a:tabLst>
            </a:pPr>
            <a:r>
              <a:rPr lang="ja-JP" sz="6000" b="1" u="none" spc="99" strike="noStrike">
                <a:solidFill>
                  <a:schemeClr val="lt1"/>
                </a:solidFill>
                <a:effectLst/>
                <a:uFillTx/>
                <a:latin typeface="Meiryo UI"/>
                <a:ea typeface="Meiryo UI"/>
              </a:rPr>
              <a:t>ネットワークとは</a:t>
            </a:r>
            <a:r>
              <a:rPr lang="en-US" sz="6000" b="1" u="none" spc="99" strike="noStrike">
                <a:solidFill>
                  <a:schemeClr val="lt1"/>
                </a:solidFill>
                <a:effectLst/>
                <a:uFillTx/>
                <a:latin typeface="Meiryo UI"/>
                <a:ea typeface="Meiryo UI"/>
              </a:rPr>
              <a:t>?</a:t>
            </a:r>
            <a:endParaRPr lang="en-US" sz="6000" b="1" u="none" spc="99" strike="noStrike">
              <a:solidFill>
                <a:schemeClr val="lt1"/>
              </a:solidFill>
              <a:effectLst/>
              <a:uFillTx/>
              <a:latin typeface="Meiryo U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hasCustomPrompt="1"/>
          </p:nvPr>
        </p:nvSpPr>
        <p:spPr>
          <a:xfrm>
            <a:off x="5790960" y="430560"/>
            <a:ext cx="599472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4400" b="1" u="none" spc="99" strike="noStrike">
                <a:solidFill>
                  <a:schemeClr val="dk1"/>
                </a:solidFill>
                <a:effectLst/>
                <a:uFillTx/>
                <a:latin typeface="Meiryo UI"/>
                <a:ea typeface="Meiryo UI"/>
              </a:rPr>
              <a:t>人・物・情報が網目状につながった仕組み</a:t>
            </a:r>
            <a:endParaRPr lang="en-US" sz="4400" b="1" u="none" spc="99" strike="noStrike">
              <a:solidFill>
                <a:schemeClr val="dk1"/>
              </a:solidFill>
              <a:effectLst/>
              <a:uFillTx/>
              <a:latin typeface="Meiryo UI"/>
            </a:endParaRPr>
          </a:p>
        </p:txBody>
      </p:sp>
      <p:pic>
        <p:nvPicPr>
          <p:cNvPr id="127" name="図プレースホルダー 4"/>
          <p:cNvPicPr/>
          <p:nvPr/>
        </p:nvPicPr>
        <p:blipFill>
          <a:blip r:embed="rId1"/>
          <a:stretch/>
        </p:blipFill>
        <p:spPr>
          <a:xfrm>
            <a:off x="0" y="-11160"/>
            <a:ext cx="5790600" cy="6879600"/>
          </a:xfrm>
          <a:prstGeom prst="rect">
            <a:avLst/>
          </a:prstGeom>
          <a:noFill/>
          <a:ln w="0">
            <a:noFill/>
          </a:ln>
        </p:spPr>
      </p:pic>
      <p:sp>
        <p:nvSpPr>
          <p:cNvPr id="128"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情報や資源を共有・伝達できる仕組みのことで複数の経路が張り巡らされる事により</a:t>
            </a:r>
            <a:endParaRPr lang="en-US" sz="2400" b="1" u="none" strike="noStrike">
              <a:solidFill>
                <a:schemeClr val="lt2">
                  <a:lumMod val="75000"/>
                </a:schemeClr>
              </a:solidFill>
              <a:effectLst/>
              <a:uFillTx/>
              <a:latin typeface="Meiryo UI"/>
            </a:endParaRPr>
          </a:p>
          <a:p>
            <a:pPr algn="l" defTabSz="914400">
              <a:lnSpc>
                <a:spcPct val="90000"/>
              </a:lnSpc>
              <a:spcBef>
                <a:spcPts val="1001"/>
              </a:spcBef>
              <a:buClr>
                <a:srgbClr val="595959"/>
              </a:buClr>
              <a:buFont typeface="Arial"/>
              <a:buChar char="•"/>
              <a:tabLst>
                <a:tab pos="0" algn="l"/>
              </a:tabLst>
            </a:pPr>
            <a:r>
              <a:rPr lang="ja-JP" sz="2000" b="1" u="none" strike="noStrike">
                <a:solidFill>
                  <a:schemeClr val="dk1">
                    <a:lumMod val="65000"/>
                    <a:lumOff val="35000"/>
                  </a:schemeClr>
                </a:solidFill>
                <a:effectLst/>
                <a:uFillTx/>
                <a:latin typeface="Meiryo UI"/>
                <a:ea typeface="Meiryo UI"/>
              </a:rPr>
              <a:t>情報を効率よくやり取りできる</a:t>
            </a:r>
            <a:endParaRPr lang="en-US" sz="2000" b="1" u="none" strike="noStrike">
              <a:solidFill>
                <a:schemeClr val="lt2">
                  <a:lumMod val="75000"/>
                </a:schemeClr>
              </a:solidFill>
              <a:effectLst/>
              <a:uFillTx/>
              <a:latin typeface="Meiryo UI"/>
            </a:endParaRPr>
          </a:p>
          <a:p>
            <a:pPr algn="l" defTabSz="914400">
              <a:lnSpc>
                <a:spcPct val="90000"/>
              </a:lnSpc>
              <a:spcBef>
                <a:spcPts val="1001"/>
              </a:spcBef>
              <a:buClr>
                <a:srgbClr val="595959"/>
              </a:buClr>
              <a:buFont typeface="Arial"/>
              <a:buChar char="•"/>
              <a:tabLst>
                <a:tab pos="0" algn="l"/>
              </a:tabLst>
            </a:pPr>
            <a:r>
              <a:rPr lang="ja-JP" sz="2000" b="1" u="none" strike="noStrike">
                <a:solidFill>
                  <a:schemeClr val="dk1">
                    <a:lumMod val="65000"/>
                    <a:lumOff val="35000"/>
                  </a:schemeClr>
                </a:solidFill>
                <a:effectLst/>
                <a:uFillTx/>
                <a:latin typeface="Meiryo UI"/>
                <a:ea typeface="Meiryo UI"/>
              </a:rPr>
              <a:t>多数の要素が同時に関係し合える</a:t>
            </a:r>
            <a:endParaRPr lang="en-US" sz="20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Autofit/>
          </a:bodyPr>
          <a:p>
            <a:pPr indent="0" algn="l" defTabSz="914400">
              <a:lnSpc>
                <a:spcPct val="80000"/>
              </a:lnSpc>
              <a:buNone/>
              <a:tabLst>
                <a:tab pos="0" algn="l"/>
              </a:tabLst>
            </a:pPr>
            <a:r>
              <a:rPr lang="ja-JP" sz="8000" b="1" u="none" spc="99" strike="noStrike">
                <a:solidFill>
                  <a:schemeClr val="dk1"/>
                </a:solidFill>
                <a:effectLst/>
                <a:uFillTx/>
                <a:latin typeface="Meiryo UI"/>
                <a:ea typeface="Meiryo UI"/>
              </a:rPr>
              <a:t>身近なネットワーク</a:t>
            </a:r>
            <a:endParaRPr lang="en-US" sz="8000" b="1" u="none" spc="99" strike="noStrike">
              <a:solidFill>
                <a:schemeClr val="dk1"/>
              </a:solidFill>
              <a:effectLst/>
              <a:uFillTx/>
              <a:latin typeface="Meiryo UI"/>
            </a:endParaRPr>
          </a:p>
        </p:txBody>
      </p:sp>
      <p:sp>
        <p:nvSpPr>
          <p:cNvPr id="130" name="PlaceHolder 2"/>
          <p:cNvSpPr>
            <a:spLocks noGrp="1"/>
          </p:cNvSpPr>
          <p:nvPr>
            <p:ph hasCustomPrompt="1"/>
          </p:nvPr>
        </p:nvSpPr>
        <p:spPr>
          <a:xfrm>
            <a:off x="3657600" y="2281320"/>
            <a:ext cx="7809840" cy="3699720"/>
          </a:xfrm>
          <a:prstGeom prst="rect">
            <a:avLst/>
          </a:prstGeom>
          <a:noFill/>
          <a:ln w="0">
            <a:noFill/>
          </a:ln>
        </p:spPr>
        <p:txBody>
          <a:bodyPr lIns="0" tIns="228600" rIns="0" bIns="0" anchor="t">
            <a:normAutofit lnSpcReduction="9999"/>
          </a:bodyPr>
          <a:p>
            <a:pPr marL="283320"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クラウドサービス</a:t>
            </a:r>
            <a:r>
              <a:rPr lang="en-US" sz="2000" b="0" u="none" strike="noStrike">
                <a:solidFill>
                  <a:schemeClr val="dk1"/>
                </a:solidFill>
                <a:effectLst/>
                <a:uFillTx/>
                <a:latin typeface="Meiryo UI"/>
                <a:ea typeface="Meiryo UI"/>
              </a:rPr>
              <a:t>(Saas,Paas,Iaas,etc…)</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共有フォルダでデータのやりとり</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クライアントサーバーシステム</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en-US" sz="2000" b="0" u="none" strike="noStrike">
                <a:solidFill>
                  <a:schemeClr val="dk1"/>
                </a:solidFill>
                <a:effectLst/>
                <a:uFillTx/>
                <a:latin typeface="Meiryo UI"/>
                <a:ea typeface="Meiryo UI"/>
              </a:rPr>
              <a:t>Web</a:t>
            </a:r>
            <a:r>
              <a:rPr lang="ja-JP" sz="2000" b="0" u="none" strike="noStrike">
                <a:solidFill>
                  <a:schemeClr val="dk1"/>
                </a:solidFill>
                <a:effectLst/>
                <a:uFillTx/>
                <a:latin typeface="Meiryo UI"/>
                <a:ea typeface="Meiryo UI"/>
              </a:rPr>
              <a:t>サービス</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アカウント情報の共有</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ja-JP" sz="2000" b="0" u="none" strike="noStrike">
                <a:solidFill>
                  <a:schemeClr val="dk1"/>
                </a:solidFill>
                <a:effectLst/>
                <a:uFillTx/>
                <a:latin typeface="Meiryo UI"/>
                <a:ea typeface="Meiryo UI"/>
              </a:rPr>
              <a:t>メールの送受信</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en-US" sz="2000" b="0" u="none" strike="noStrike">
                <a:solidFill>
                  <a:schemeClr val="dk1"/>
                </a:solidFill>
                <a:effectLst/>
                <a:uFillTx/>
                <a:latin typeface="Meiryo UI"/>
                <a:ea typeface="Meiryo UI"/>
              </a:rPr>
              <a:t>BlueTooth</a:t>
            </a:r>
            <a:endParaRPr lang="en-US" sz="2000" b="0" u="none" strike="noStrike">
              <a:solidFill>
                <a:schemeClr val="dk1"/>
              </a:solidFill>
              <a:effectLst/>
              <a:uFillTx/>
              <a:latin typeface="Meiryo UI"/>
            </a:endParaRPr>
          </a:p>
          <a:p>
            <a:pPr marL="283320" indent="-283320" algn="l" defTabSz="914400">
              <a:lnSpc>
                <a:spcPct val="90000"/>
              </a:lnSpc>
              <a:spcBef>
                <a:spcPts val="1800"/>
              </a:spcBef>
              <a:buClr>
                <a:srgbClr val="000000"/>
              </a:buClr>
              <a:buFont typeface="Arial"/>
              <a:buChar char="•"/>
            </a:pPr>
            <a:r>
              <a:rPr lang="en-US" sz="2000" b="0" u="none" strike="noStrike">
                <a:solidFill>
                  <a:schemeClr val="dk1"/>
                </a:solidFill>
                <a:effectLst/>
                <a:uFillTx/>
                <a:latin typeface="Meiryo UI"/>
                <a:ea typeface="Meiryo UI"/>
              </a:rPr>
              <a:t>etc…</a:t>
            </a:r>
            <a:r>
              <a:rPr lang="en-US" sz="2000" b="0" u="none" strike="noStrike">
                <a:solidFill>
                  <a:schemeClr val="dk1"/>
                </a:solidFill>
                <a:effectLst/>
                <a:uFillTx/>
                <a:latin typeface="Meiryo UI"/>
                <a:ea typeface="Meiryo UI"/>
              </a:rPr>
              <a:t>	</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grpSp>
        <p:nvGrpSpPr>
          <p:cNvPr id="131" name="グループ 18">
            <a:extLst>
              <a:ext uri="{C183D7F6-B498-43B3-948B-1728B52AA6E4}">
                <adec:decorative xmlns:adec="http://schemas.microsoft.com/office/drawing/2017/decorative" val="1"/>
              </a:ext>
            </a:extLst>
          </p:cNvPr>
          <p:cNvGrpSpPr/>
          <p:nvPr/>
        </p:nvGrpSpPr>
        <p:grpSpPr>
          <a:xfrm>
            <a:off x="720" y="3899880"/>
            <a:ext cx="2958480" cy="2958480"/>
            <a:chOff x="720" y="3899880"/>
            <a:chExt cx="2958480" cy="2958480"/>
          </a:xfrm>
        </p:grpSpPr>
        <p:sp>
          <p:nvSpPr>
            <p:cNvPr id="132" name="フリーフォーム(F) 19"/>
            <p:cNvSpPr/>
            <p:nvPr/>
          </p:nvSpPr>
          <p:spPr>
            <a:xfrm flipV="1" rot="16200000">
              <a:off x="1220040" y="5118480"/>
              <a:ext cx="1490400" cy="1987560"/>
            </a:xfrm>
            <a:custGeom>
              <a:avLst/>
              <a:gdLst>
                <a:gd name="textAreaLeft" fmla="*/ 0 w 1490400"/>
                <a:gd name="textAreaRight" fmla="*/ 1491120 w 1490400"/>
                <a:gd name="textAreaTop" fmla="*/ 360 h 1987560"/>
                <a:gd name="textAreaBottom" fmla="*/ 1988640 h 1987560"/>
                <a:gd name="GluePoint1X" fmla="*/ 0 w 1789"/>
                <a:gd name="GluePoint1Y" fmla="*/ 12290 h 2386"/>
                <a:gd name="GluePoint2X" fmla="*/ 0 w 1789"/>
                <a:gd name="GluePoint2Y" fmla="*/ 13484 h 2386"/>
                <a:gd name="GluePoint3X" fmla="*/ 1192 w 1789"/>
                <a:gd name="GluePoint3Y" fmla="*/ 14676 h 2386"/>
                <a:gd name="GluePoint4X" fmla="*/ 1789 w 1789"/>
                <a:gd name="GluePoint4Y" fmla="*/ 14079 h 2386"/>
                <a:gd name="GluePoint5X" fmla="*/ 0 w 1789"/>
                <a:gd name="GluePoint5Y" fmla="*/ 12290 h 238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1789" h="2386">
                  <a:moveTo>
                    <a:pt x="0" y="0"/>
                  </a:moveTo>
                  <a:lnTo>
                    <a:pt x="0" y="1194"/>
                  </a:lnTo>
                  <a:lnTo>
                    <a:pt x="1192" y="2386"/>
                  </a:lnTo>
                  <a:lnTo>
                    <a:pt x="1789" y="1789"/>
                  </a:lnTo>
                  <a:lnTo>
                    <a:pt x="0" y="0"/>
                  </a:lnTo>
                  <a:close/>
                </a:path>
              </a:pathLst>
            </a:custGeom>
            <a:solidFill>
              <a:schemeClr val="accent6"/>
            </a:solidFill>
            <a:ln w="0">
              <a:noFill/>
            </a:ln>
          </p:spPr>
          <p:style>
            <a:lnRef idx="0"/>
            <a:fillRef idx="0"/>
            <a:effectRef idx="0"/>
            <a:fontRef idx="minor"/>
          </p:style>
          <p:txBody>
            <a:bodyPr lIns="45720" tIns="720" rIns="45720" bIns="720" anchor="t" vert="vert" rot="-10800000">
              <a:noAutofit/>
            </a:bodyPr>
            <a:p>
              <a:endParaRPr lang="en-US" sz="1800" b="0" u="none" strike="noStrike">
                <a:solidFill>
                  <a:schemeClr val="lt1"/>
                </a:solidFill>
                <a:effectLst/>
                <a:uFillTx/>
                <a:latin typeface="Meiryo UI"/>
              </a:endParaRPr>
            </a:p>
          </p:txBody>
        </p:sp>
        <p:sp>
          <p:nvSpPr>
            <p:cNvPr id="133" name="フリーフォーム(F) 20"/>
            <p:cNvSpPr/>
            <p:nvPr/>
          </p:nvSpPr>
          <p:spPr>
            <a:xfrm flipV="1" rot="16200000">
              <a:off x="360" y="5889960"/>
              <a:ext cx="968040" cy="967680"/>
            </a:xfrm>
            <a:custGeom>
              <a:avLst/>
              <a:gdLst>
                <a:gd name="textAreaLeft" fmla="*/ 0 w 968040"/>
                <a:gd name="textAreaRight" fmla="*/ 968760 w 968040"/>
                <a:gd name="textAreaTop" fmla="*/ -360 h 967680"/>
                <a:gd name="textAreaBottom" fmla="*/ 968040 h 967680"/>
                <a:gd name="GluePoint1X" fmla="*/ 0 w 1162"/>
                <a:gd name="GluePoint1Y" fmla="*/ 14679 h 1162"/>
                <a:gd name="GluePoint2X" fmla="*/ 0 w 1162"/>
                <a:gd name="GluePoint2Y" fmla="*/ 15840 h 1162"/>
                <a:gd name="GluePoint3X" fmla="*/ 1161 w 1162"/>
                <a:gd name="GluePoint3Y" fmla="*/ 15840 h 1162"/>
                <a:gd name="GluePoint4X" fmla="*/ 0 w 1162"/>
                <a:gd name="GluePoint4Y" fmla="*/ 14679 h 1162"/>
              </a:gdLst>
              <a:ahLst/>
              <a:cxnLst>
                <a:cxn ang="0">
                  <a:pos x="GluePoint1X" y="GluePoint1Y"/>
                </a:cxn>
                <a:cxn ang="0">
                  <a:pos x="GluePoint2X" y="GluePoint2Y"/>
                </a:cxn>
                <a:cxn ang="0">
                  <a:pos x="GluePoint3X" y="GluePoint3Y"/>
                </a:cxn>
                <a:cxn ang="0">
                  <a:pos x="GluePoint4X" y="GluePoint4Y"/>
                </a:cxn>
              </a:cxnLst>
              <a:rect l="textAreaLeft" t="textAreaTop" r="textAreaRight" b="textAreaBottom"/>
              <a:pathLst>
                <a:path w="1162" h="1162">
                  <a:moveTo>
                    <a:pt x="0" y="0"/>
                  </a:moveTo>
                  <a:lnTo>
                    <a:pt x="0" y="1161"/>
                  </a:lnTo>
                  <a:lnTo>
                    <a:pt x="1161" y="1161"/>
                  </a:lnTo>
                  <a:lnTo>
                    <a:pt x="0" y="0"/>
                  </a:lnTo>
                  <a:close/>
                </a:path>
              </a:pathLst>
            </a:custGeom>
            <a:solidFill>
              <a:schemeClr val="tx2"/>
            </a:solidFill>
            <a:ln w="0">
              <a:noFill/>
            </a:ln>
          </p:spPr>
          <p:style>
            <a:lnRef idx="0"/>
            <a:fillRef idx="0"/>
            <a:effectRef idx="0"/>
            <a:fontRef idx="minor"/>
          </p:style>
          <p:txBody>
            <a:bodyPr lIns="45720" tIns="360" rIns="45720" bIns="360" anchor="t" vert="vert" rot="-10800000">
              <a:noAutofit/>
            </a:bodyPr>
            <a:p>
              <a:endParaRPr lang="en-US" sz="1800" b="0" u="none" strike="noStrike">
                <a:solidFill>
                  <a:schemeClr val="lt1"/>
                </a:solidFill>
                <a:effectLst/>
                <a:uFillTx/>
                <a:latin typeface="Meiryo UI"/>
              </a:endParaRPr>
            </a:p>
          </p:txBody>
        </p:sp>
        <p:sp>
          <p:nvSpPr>
            <p:cNvPr id="134" name="フリーフォーム(F) 21"/>
            <p:cNvSpPr/>
            <p:nvPr/>
          </p:nvSpPr>
          <p:spPr>
            <a:xfrm flipV="1" rot="16200000">
              <a:off x="-483840" y="4384800"/>
              <a:ext cx="1940760" cy="970200"/>
            </a:xfrm>
            <a:custGeom>
              <a:avLst/>
              <a:gdLst>
                <a:gd name="textAreaLeft" fmla="*/ 0 w 1940760"/>
                <a:gd name="textAreaRight" fmla="*/ 1941480 w 1940760"/>
                <a:gd name="textAreaTop" fmla="*/ 360 h 970200"/>
                <a:gd name="textAreaBottom" fmla="*/ 971280 h 970200"/>
              </a:gdLst>
              <a:ahLst/>
              <a:cxnLst/>
              <a:rect l="textAreaLeft" t="textAreaTop" r="textAreaRight" b="textAreaBottom"/>
              <a:pathLst>
                <a:path w="2329" h="1165">
                  <a:moveTo>
                    <a:pt x="2329" y="1164"/>
                  </a:moveTo>
                  <a:lnTo>
                    <a:pt x="1165" y="0"/>
                  </a:lnTo>
                  <a:lnTo>
                    <a:pt x="0" y="1164"/>
                  </a:lnTo>
                  <a:lnTo>
                    <a:pt x="2329" y="1164"/>
                  </a:lnTo>
                </a:path>
              </a:pathLst>
            </a:custGeom>
            <a:solidFill>
              <a:schemeClr val="accent3"/>
            </a:solidFill>
            <a:ln w="0">
              <a:noFill/>
            </a:ln>
          </p:spPr>
          <p:style>
            <a:lnRef idx="0"/>
            <a:fillRef idx="0"/>
            <a:effectRef idx="0"/>
            <a:fontRef idx="minor"/>
          </p:style>
          <p:txBody>
            <a:bodyPr lIns="45720" tIns="1080" rIns="45720" bIns="1080" anchor="t" vert="vert" rot="-10800000">
              <a:noAutofit/>
            </a:bodyPr>
            <a:p>
              <a:endParaRPr lang="en-US" sz="1800" b="0" u="none" strike="noStrike">
                <a:solidFill>
                  <a:schemeClr val="lt1"/>
                </a:solidFill>
                <a:effectLst/>
                <a:uFillTx/>
                <a:latin typeface="Meiryo UI"/>
              </a:endParaRPr>
            </a:p>
          </p:txBody>
        </p:sp>
      </p:gr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br>
              <a:rPr sz="6000"/>
            </a:br>
            <a:r>
              <a:rPr lang="ja-JP" sz="6000" b="1" u="none" spc="99" strike="noStrike">
                <a:solidFill>
                  <a:schemeClr val="dk1"/>
                </a:solidFill>
                <a:effectLst/>
                <a:uFillTx/>
                <a:latin typeface="Meiryo UI"/>
                <a:ea typeface="Meiryo UI"/>
              </a:rPr>
              <a:t>ネットワークの</a:t>
            </a:r>
            <a:br>
              <a:rPr sz="6000"/>
            </a:br>
            <a:r>
              <a:rPr lang="ja-JP" sz="6000" b="1" u="none" spc="99" strike="noStrike">
                <a:solidFill>
                  <a:schemeClr val="dk1"/>
                </a:solidFill>
                <a:effectLst/>
                <a:uFillTx/>
                <a:latin typeface="Meiryo UI"/>
                <a:ea typeface="Meiryo UI"/>
              </a:rPr>
              <a:t>基礎用語</a:t>
            </a:r>
            <a:endParaRPr lang="en-US" sz="6000" b="1" u="none" spc="99" strike="noStrike">
              <a:solidFill>
                <a:schemeClr val="dk1"/>
              </a:solidFill>
              <a:effectLst/>
              <a:uFillTx/>
              <a:latin typeface="Meiryo UI"/>
            </a:endParaRPr>
          </a:p>
        </p:txBody>
      </p:sp>
      <p:sp>
        <p:nvSpPr>
          <p:cNvPr id="136"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hasCustomPrompt="1"/>
          </p:nvPr>
        </p:nvSpPr>
        <p:spPr>
          <a:xfrm>
            <a:off x="594360" y="278280"/>
            <a:ext cx="8909280" cy="1494000"/>
          </a:xfrm>
          <a:prstGeom prst="rect">
            <a:avLst/>
          </a:prstGeom>
          <a:noFill/>
          <a:ln w="0">
            <a:noFill/>
          </a:ln>
        </p:spPr>
        <p:txBody>
          <a:bodyPr lIns="0" tIns="0" rIns="0" bIns="0" anchor="b">
            <a:noAutofit/>
          </a:bodyPr>
          <a:p>
            <a:pPr indent="0" algn="l" defTabSz="914400">
              <a:lnSpc>
                <a:spcPct val="90000"/>
              </a:lnSpc>
              <a:buNone/>
              <a:tabLst>
                <a:tab pos="0" algn="l"/>
              </a:tabLst>
            </a:pPr>
            <a:r>
              <a:rPr lang="ja-JP" sz="4400" b="1" u="none" spc="99" strike="noStrike">
                <a:solidFill>
                  <a:schemeClr val="dk1"/>
                </a:solidFill>
                <a:effectLst/>
                <a:uFillTx/>
                <a:latin typeface="Meiryo UI"/>
                <a:ea typeface="Meiryo UI"/>
              </a:rPr>
              <a:t>基礎用語</a:t>
            </a:r>
            <a:endParaRPr lang="en-US" sz="4400" b="1" u="none" spc="99" strike="noStrike">
              <a:solidFill>
                <a:schemeClr val="dk1"/>
              </a:solidFill>
              <a:effectLst/>
              <a:uFillTx/>
              <a:latin typeface="Meiryo UI"/>
            </a:endParaRPr>
          </a:p>
        </p:txBody>
      </p:sp>
      <p:sp>
        <p:nvSpPr>
          <p:cNvPr id="138" name="PlaceHolder 2"/>
          <p:cNvSpPr>
            <a:spLocks noGrp="1"/>
          </p:cNvSpPr>
          <p:nvPr>
            <p:ph hasCustomPrompt="1"/>
          </p:nvPr>
        </p:nvSpPr>
        <p:spPr>
          <a:xfrm>
            <a:off x="594360" y="2676600"/>
            <a:ext cx="4490280" cy="3596760"/>
          </a:xfrm>
          <a:prstGeom prst="rect">
            <a:avLst/>
          </a:prstGeom>
          <a:noFill/>
          <a:ln w="0">
            <a:noFill/>
          </a:ln>
        </p:spPr>
        <p:txBody>
          <a:bodyPr lIns="0" tIns="45720" rIns="0" bIns="0" anchor="t">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まずはネットワークを知るために、基礎的な用語を覚えましょう。</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今回は大枠のみ説明します。</a:t>
            </a:r>
            <a:endParaRPr lang="en-US" sz="2000" b="0" u="none" strike="noStrike">
              <a:solidFill>
                <a:schemeClr val="dk1"/>
              </a:solidFill>
              <a:effectLst/>
              <a:uFillTx/>
              <a:latin typeface="Meiryo UI"/>
            </a:endParaRPr>
          </a:p>
        </p:txBody>
      </p:sp>
      <p:sp>
        <p:nvSpPr>
          <p:cNvPr id="139" name="PlaceHolder 3"/>
          <p:cNvSpPr>
            <a:spLocks noGrp="1"/>
          </p:cNvSpPr>
          <p:nvPr>
            <p:ph hasCustomPrompt="1"/>
          </p:nvPr>
        </p:nvSpPr>
        <p:spPr>
          <a:xfrm>
            <a:off x="5882040" y="2676600"/>
            <a:ext cx="4490280" cy="3596760"/>
          </a:xfrm>
          <a:prstGeom prst="rect">
            <a:avLst/>
          </a:prstGeom>
          <a:noFill/>
          <a:ln w="0">
            <a:noFill/>
          </a:ln>
        </p:spPr>
        <p:txBody>
          <a:bodyPr lIns="0" tIns="45720" rIns="0" bIns="0" anchor="t">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今回扱う用語</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ノードとリンク</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WAN</a:t>
            </a:r>
            <a:r>
              <a:rPr lang="ja-JP" sz="2000" b="0" u="none" strike="noStrike">
                <a:solidFill>
                  <a:schemeClr val="dk1"/>
                </a:solidFill>
                <a:effectLst/>
                <a:uFillTx/>
                <a:latin typeface="Meiryo UI"/>
                <a:ea typeface="Meiryo UI"/>
              </a:rPr>
              <a:t>と</a:t>
            </a:r>
            <a:r>
              <a:rPr lang="en-US" sz="2000" b="0" u="none" strike="noStrike">
                <a:solidFill>
                  <a:schemeClr val="dk1"/>
                </a:solidFill>
                <a:effectLst/>
                <a:uFillTx/>
                <a:latin typeface="Meiryo UI"/>
                <a:ea typeface="Meiryo UI"/>
              </a:rPr>
              <a:t>LAN</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アドレスと</a:t>
            </a:r>
            <a:r>
              <a:rPr lang="en-US" sz="2000" b="0" u="none" strike="noStrike">
                <a:solidFill>
                  <a:schemeClr val="dk1"/>
                </a:solidFill>
                <a:effectLst/>
                <a:uFillTx/>
                <a:latin typeface="Meiryo UI"/>
                <a:ea typeface="Meiryo UI"/>
              </a:rPr>
              <a:t>MAC</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ローカルとグローバル</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DHCP</a:t>
            </a:r>
            <a:r>
              <a:rPr lang="ja-JP" sz="2000" b="0" u="none" strike="noStrike">
                <a:solidFill>
                  <a:schemeClr val="dk1"/>
                </a:solidFill>
                <a:effectLst/>
                <a:uFillTx/>
                <a:latin typeface="Meiryo UI"/>
                <a:ea typeface="Meiryo UI"/>
              </a:rPr>
              <a:t>と</a:t>
            </a:r>
            <a:r>
              <a:rPr lang="en-US" sz="2000" b="0" u="none" strike="noStrike">
                <a:solidFill>
                  <a:schemeClr val="dk1"/>
                </a:solidFill>
                <a:effectLst/>
                <a:uFillTx/>
                <a:latin typeface="Meiryo UI"/>
                <a:ea typeface="Meiryo UI"/>
              </a:rPr>
              <a:t>DNS</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ノードとリンク</a:t>
            </a:r>
            <a:endParaRPr lang="en-US" sz="4400" b="1" u="none" spc="99" strike="noStrike">
              <a:solidFill>
                <a:schemeClr val="dk1"/>
              </a:solidFill>
              <a:effectLst/>
              <a:uFillTx/>
              <a:latin typeface="Meiryo UI"/>
            </a:endParaRPr>
          </a:p>
        </p:txBody>
      </p:sp>
      <p:sp>
        <p:nvSpPr>
          <p:cNvPr id="141" name="PlaceHolder 2"/>
          <p:cNvSpPr>
            <a:spLocks noGrp="1"/>
          </p:cNvSpPr>
          <p:nvPr>
            <p:ph hasCustomPrompt="1"/>
          </p:nvPr>
        </p:nvSpPr>
        <p:spPr>
          <a:xfrm>
            <a:off x="603720" y="583920"/>
            <a:ext cx="2824560" cy="3543840"/>
          </a:xfrm>
          <a:prstGeom prst="rect">
            <a:avLst/>
          </a:prstGeom>
          <a:noFill/>
          <a:ln w="0">
            <a:noFill/>
          </a:ln>
        </p:spPr>
        <p:txBody>
          <a:bodyPr lIns="0" tIns="274320" rIns="91440" bIns="45720" anchor="t">
            <a:normAutofit fontScale="85000" lnSpcReduction="9999"/>
          </a:bodyPr>
          <a:p>
            <a:pPr indent="0" algn="l" defTabSz="914400">
              <a:lnSpc>
                <a:spcPct val="90000"/>
              </a:lnSpc>
              <a:spcBef>
                <a:spcPts val="1800"/>
              </a:spcBef>
              <a:buNone/>
              <a:tabLst>
                <a:tab pos="0" algn="l"/>
              </a:tabLst>
            </a:pPr>
            <a:r>
              <a:rPr lang="ja-JP" sz="2400" b="1" u="none" strike="noStrike">
                <a:solidFill>
                  <a:schemeClr val="dk1"/>
                </a:solidFill>
                <a:effectLst/>
                <a:uFillTx/>
                <a:latin typeface="Meiryo UI"/>
                <a:ea typeface="Meiryo UI"/>
              </a:rPr>
              <a:t>ノード</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ネットワーク上に存在する</a:t>
            </a:r>
            <a:r>
              <a:rPr lang="en-US" sz="2000" b="0" u="none" strike="noStrike">
                <a:solidFill>
                  <a:schemeClr val="dk1"/>
                </a:solidFill>
                <a:effectLst/>
                <a:uFillTx/>
                <a:latin typeface="Meiryo UI"/>
                <a:ea typeface="Meiryo UI"/>
              </a:rPr>
              <a:t>PC</a:t>
            </a:r>
            <a:r>
              <a:rPr lang="ja-JP" sz="2000" b="0" u="none" strike="noStrike">
                <a:solidFill>
                  <a:schemeClr val="dk1"/>
                </a:solidFill>
                <a:effectLst/>
                <a:uFillTx/>
                <a:latin typeface="Meiryo UI"/>
                <a:ea typeface="Meiryo UI"/>
              </a:rPr>
              <a:t>であったりネットワーク機器、プリンター、記憶媒体等を指す言葉で身近な単語ではないですが様々な種類があるのでこう表現されます。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現実に例えるとお店や商業施設のみならず駅や高速のインターチェンジ等もこれに当たります。</a:t>
            </a:r>
            <a:endParaRPr lang="en-US" sz="2000" b="0" u="none" strike="noStrike">
              <a:solidFill>
                <a:schemeClr val="dk1"/>
              </a:solidFill>
              <a:effectLst/>
              <a:uFillTx/>
              <a:latin typeface="Meiryo UI"/>
            </a:endParaRPr>
          </a:p>
        </p:txBody>
      </p:sp>
      <p:pic>
        <p:nvPicPr>
          <p:cNvPr id="142" name="図プレースホルダー 52"/>
          <p:cNvPicPr/>
          <p:nvPr/>
        </p:nvPicPr>
        <p:blipFill>
          <a:blip r:embed="rId1"/>
          <a:stretch/>
        </p:blipFill>
        <p:spPr>
          <a:xfrm>
            <a:off x="4729320" y="583920"/>
            <a:ext cx="4132440" cy="2844360"/>
          </a:xfrm>
          <a:prstGeom prst="rect">
            <a:avLst/>
          </a:prstGeom>
          <a:noFill/>
          <a:ln w="0">
            <a:noFill/>
          </a:ln>
        </p:spPr>
      </p:pic>
      <p:pic>
        <p:nvPicPr>
          <p:cNvPr id="143" name="図 7" descr="ダイアグラム, 設計図&#10;&#10;自動的に生成された説明"/>
          <p:cNvPicPr/>
          <p:nvPr/>
        </p:nvPicPr>
        <p:blipFill>
          <a:blip r:embed="rId2"/>
          <a:stretch/>
        </p:blipFill>
        <p:spPr>
          <a:xfrm>
            <a:off x="7919280" y="2847960"/>
            <a:ext cx="4271760" cy="320364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ノードとリンク</a:t>
            </a:r>
            <a:endParaRPr lang="en-US" sz="4400" b="1" u="none" spc="99" strike="noStrike">
              <a:solidFill>
                <a:schemeClr val="dk1"/>
              </a:solidFill>
              <a:effectLst/>
              <a:uFillTx/>
              <a:latin typeface="Meiryo UI"/>
            </a:endParaRPr>
          </a:p>
        </p:txBody>
      </p:sp>
      <p:sp>
        <p:nvSpPr>
          <p:cNvPr id="145" name="PlaceHolder 2"/>
          <p:cNvSpPr>
            <a:spLocks noGrp="1"/>
          </p:cNvSpPr>
          <p:nvPr>
            <p:ph hasCustomPrompt="1"/>
          </p:nvPr>
        </p:nvSpPr>
        <p:spPr>
          <a:xfrm>
            <a:off x="603720" y="583920"/>
            <a:ext cx="2824560" cy="3543840"/>
          </a:xfrm>
          <a:prstGeom prst="rect">
            <a:avLst/>
          </a:prstGeom>
          <a:noFill/>
          <a:ln w="0">
            <a:noFill/>
          </a:ln>
        </p:spPr>
        <p:txBody>
          <a:bodyPr lIns="0" tIns="274320" rIns="91440" bIns="45720" anchor="t">
            <a:normAutofit fontScale="92500" lnSpcReduction="9999"/>
          </a:bodyPr>
          <a:p>
            <a:pPr indent="0" algn="l" defTabSz="914400">
              <a:lnSpc>
                <a:spcPct val="90000"/>
              </a:lnSpc>
              <a:spcBef>
                <a:spcPts val="1800"/>
              </a:spcBef>
              <a:buNone/>
              <a:tabLst>
                <a:tab pos="0" algn="l"/>
              </a:tabLst>
            </a:pPr>
            <a:r>
              <a:rPr lang="ja-JP" sz="2400" b="1" u="none" strike="noStrike">
                <a:solidFill>
                  <a:schemeClr val="dk1"/>
                </a:solidFill>
                <a:effectLst/>
                <a:uFillTx/>
                <a:latin typeface="Meiryo UI"/>
                <a:ea typeface="Meiryo UI"/>
              </a:rPr>
              <a:t>リンク</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ノード間を接続する経路で実際には</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ケーブルや光ファイバーケーブルのような物理だけではなく</a:t>
            </a:r>
            <a:r>
              <a:rPr lang="en-US" sz="2000" b="0" u="none" strike="noStrike">
                <a:solidFill>
                  <a:schemeClr val="dk1"/>
                </a:solidFill>
                <a:effectLst/>
                <a:uFillTx/>
                <a:latin typeface="Meiryo UI"/>
                <a:ea typeface="Meiryo UI"/>
              </a:rPr>
              <a:t>BlueTooth</a:t>
            </a:r>
            <a:r>
              <a:rPr lang="ja-JP" sz="2000" b="0" u="none" strike="noStrike">
                <a:solidFill>
                  <a:schemeClr val="dk1"/>
                </a:solidFill>
                <a:effectLst/>
                <a:uFillTx/>
                <a:latin typeface="Meiryo UI"/>
                <a:ea typeface="Meiryo UI"/>
              </a:rPr>
              <a:t>や無線</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も含まれます。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現実に例えると、道路や線路、空路、海路等目的地に向かうものを指します。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pic>
        <p:nvPicPr>
          <p:cNvPr id="146" name="図プレースホルダー 52"/>
          <p:cNvPicPr/>
          <p:nvPr/>
        </p:nvPicPr>
        <p:blipFill>
          <a:blip r:embed="rId1"/>
          <a:stretch/>
        </p:blipFill>
        <p:spPr>
          <a:xfrm>
            <a:off x="4729320" y="583920"/>
            <a:ext cx="5808960" cy="399852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en-US" sz="6000" b="1" u="none" spc="99" strike="noStrike">
                <a:solidFill>
                  <a:schemeClr val="dk1"/>
                </a:solidFill>
                <a:effectLst/>
                <a:uFillTx/>
                <a:latin typeface="Meiryo UI"/>
                <a:ea typeface="Meiryo UI"/>
              </a:rPr>
              <a:t>WAN</a:t>
            </a:r>
            <a:r>
              <a:rPr lang="ja-JP" sz="6000" b="1" u="none" spc="99" strike="noStrike">
                <a:solidFill>
                  <a:schemeClr val="dk1"/>
                </a:solidFill>
                <a:effectLst/>
                <a:uFillTx/>
                <a:latin typeface="Meiryo UI"/>
                <a:ea typeface="Meiryo UI"/>
              </a:rPr>
              <a:t>と</a:t>
            </a:r>
            <a:r>
              <a:rPr lang="en-US" sz="6000" b="1" u="none" spc="99" strike="noStrike">
                <a:solidFill>
                  <a:schemeClr val="dk1"/>
                </a:solidFill>
                <a:effectLst/>
                <a:uFillTx/>
                <a:latin typeface="Meiryo UI"/>
                <a:ea typeface="Meiryo UI"/>
              </a:rPr>
              <a:t>LAN</a:t>
            </a:r>
            <a:endParaRPr lang="en-US" sz="6000" b="1" u="none" spc="99" strike="noStrike">
              <a:solidFill>
                <a:schemeClr val="dk1"/>
              </a:solidFill>
              <a:effectLst/>
              <a:uFillTx/>
              <a:latin typeface="Meiryo UI"/>
            </a:endParaRPr>
          </a:p>
        </p:txBody>
      </p:sp>
      <p:pic>
        <p:nvPicPr>
          <p:cNvPr id="148" name="図プレースホルダー 52"/>
          <p:cNvPicPr/>
          <p:nvPr/>
        </p:nvPicPr>
        <p:blipFill>
          <a:blip r:embed="rId1"/>
          <a:stretch/>
        </p:blipFill>
        <p:spPr>
          <a:xfrm>
            <a:off x="0" y="1800360"/>
            <a:ext cx="5790600" cy="3256920"/>
          </a:xfrm>
          <a:prstGeom prst="rect">
            <a:avLst/>
          </a:prstGeom>
          <a:noFill/>
          <a:ln w="0">
            <a:noFill/>
          </a:ln>
        </p:spPr>
      </p:pic>
      <p:sp>
        <p:nvSpPr>
          <p:cNvPr id="149"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en-US" sz="2000" b="1" u="none" strike="noStrike">
                <a:solidFill>
                  <a:schemeClr val="lt2">
                    <a:lumMod val="75000"/>
                  </a:schemeClr>
                </a:solidFill>
                <a:effectLst/>
                <a:uFillTx/>
                <a:latin typeface="Meiryo UI"/>
                <a:ea typeface="Meiryo UI"/>
              </a:rPr>
              <a:t>LAN</a:t>
            </a:r>
            <a:endParaRPr lang="en-US" sz="20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en-US" sz="1500" b="1" u="none" strike="noStrike">
                <a:solidFill>
                  <a:schemeClr val="lt2">
                    <a:lumMod val="75000"/>
                  </a:schemeClr>
                </a:solidFill>
                <a:effectLst/>
                <a:uFillTx/>
                <a:latin typeface="Meiryo UI"/>
                <a:ea typeface="Meiryo UI"/>
              </a:rPr>
              <a:t>LAN</a:t>
            </a:r>
            <a:r>
              <a:rPr lang="ja-JP" sz="1500" b="1" u="none" strike="noStrike">
                <a:solidFill>
                  <a:schemeClr val="lt2">
                    <a:lumMod val="75000"/>
                  </a:schemeClr>
                </a:solidFill>
                <a:effectLst/>
                <a:uFillTx/>
                <a:latin typeface="Meiryo UI"/>
                <a:ea typeface="Meiryo UI"/>
              </a:rPr>
              <a:t>はローカルと呼ばれる範囲で現実なら家の中の範囲です。</a:t>
            </a:r>
            <a:endParaRPr lang="en-US" sz="15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ja-JP" sz="1500" b="1" u="none" strike="noStrike">
                <a:solidFill>
                  <a:schemeClr val="lt2">
                    <a:lumMod val="75000"/>
                  </a:schemeClr>
                </a:solidFill>
                <a:effectLst/>
                <a:uFillTx/>
                <a:latin typeface="Meiryo UI"/>
                <a:ea typeface="Meiryo UI"/>
              </a:rPr>
              <a:t>家の中の人は誰がどこの部屋を使っているか、寝室がどこでお風呂がどこ等詳細が分かると思います。</a:t>
            </a:r>
            <a:endParaRPr lang="en-US" sz="15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en-US" sz="6000" b="1" u="none" spc="99" strike="noStrike">
                <a:solidFill>
                  <a:schemeClr val="dk1"/>
                </a:solidFill>
                <a:effectLst/>
                <a:uFillTx/>
                <a:latin typeface="Meiryo UI"/>
                <a:ea typeface="Meiryo UI"/>
              </a:rPr>
              <a:t>WAN</a:t>
            </a:r>
            <a:r>
              <a:rPr lang="ja-JP" sz="6000" b="1" u="none" spc="99" strike="noStrike">
                <a:solidFill>
                  <a:schemeClr val="dk1"/>
                </a:solidFill>
                <a:effectLst/>
                <a:uFillTx/>
                <a:latin typeface="Meiryo UI"/>
                <a:ea typeface="Meiryo UI"/>
              </a:rPr>
              <a:t>と</a:t>
            </a:r>
            <a:r>
              <a:rPr lang="en-US" sz="6000" b="1" u="none" spc="99" strike="noStrike">
                <a:solidFill>
                  <a:schemeClr val="dk1"/>
                </a:solidFill>
                <a:effectLst/>
                <a:uFillTx/>
                <a:latin typeface="Meiryo UI"/>
                <a:ea typeface="Meiryo UI"/>
              </a:rPr>
              <a:t>LAN</a:t>
            </a:r>
            <a:endParaRPr lang="en-US" sz="6000" b="1" u="none" spc="99" strike="noStrike">
              <a:solidFill>
                <a:schemeClr val="dk1"/>
              </a:solidFill>
              <a:effectLst/>
              <a:uFillTx/>
              <a:latin typeface="Meiryo UI"/>
            </a:endParaRPr>
          </a:p>
        </p:txBody>
      </p:sp>
      <p:pic>
        <p:nvPicPr>
          <p:cNvPr id="151" name="図プレースホルダー 52"/>
          <p:cNvPicPr/>
          <p:nvPr/>
        </p:nvPicPr>
        <p:blipFill>
          <a:blip r:embed="rId1"/>
          <a:stretch/>
        </p:blipFill>
        <p:spPr>
          <a:xfrm>
            <a:off x="0" y="1800360"/>
            <a:ext cx="5790600" cy="3256920"/>
          </a:xfrm>
          <a:prstGeom prst="rect">
            <a:avLst/>
          </a:prstGeom>
          <a:noFill/>
          <a:ln w="0">
            <a:noFill/>
          </a:ln>
        </p:spPr>
      </p:pic>
      <p:sp>
        <p:nvSpPr>
          <p:cNvPr id="152" name="PlaceHolder 2"/>
          <p:cNvSpPr>
            <a:spLocks noGrp="1"/>
          </p:cNvSpPr>
          <p:nvPr>
            <p:ph hasCustomPrompt="1"/>
          </p:nvPr>
        </p:nvSpPr>
        <p:spPr>
          <a:xfrm>
            <a:off x="6300000" y="4568760"/>
            <a:ext cx="5485680" cy="207648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en-US" sz="2000" b="1" u="none" strike="noStrike">
                <a:solidFill>
                  <a:schemeClr val="lt2">
                    <a:lumMod val="75000"/>
                  </a:schemeClr>
                </a:solidFill>
                <a:effectLst/>
                <a:uFillTx/>
                <a:latin typeface="Meiryo UI"/>
                <a:ea typeface="Meiryo UI"/>
              </a:rPr>
              <a:t>WAN</a:t>
            </a:r>
            <a:endParaRPr lang="en-US" sz="20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en-US" sz="1500" b="1" u="none" strike="noStrike">
                <a:solidFill>
                  <a:schemeClr val="lt2">
                    <a:lumMod val="75000"/>
                  </a:schemeClr>
                </a:solidFill>
                <a:effectLst/>
                <a:uFillTx/>
                <a:latin typeface="Meiryo UI"/>
                <a:ea typeface="Meiryo UI"/>
              </a:rPr>
              <a:t>WAN</a:t>
            </a:r>
            <a:r>
              <a:rPr lang="ja-JP" sz="1500" b="1" u="none" strike="noStrike">
                <a:solidFill>
                  <a:schemeClr val="lt2">
                    <a:lumMod val="75000"/>
                  </a:schemeClr>
                </a:solidFill>
                <a:effectLst/>
                <a:uFillTx/>
                <a:latin typeface="Meiryo UI"/>
                <a:ea typeface="Meiryo UI"/>
              </a:rPr>
              <a:t>は</a:t>
            </a:r>
            <a:r>
              <a:rPr lang="en-US" sz="1500" b="1" u="none" strike="noStrike">
                <a:solidFill>
                  <a:schemeClr val="lt2">
                    <a:lumMod val="75000"/>
                  </a:schemeClr>
                </a:solidFill>
                <a:effectLst/>
                <a:uFillTx/>
                <a:latin typeface="Meiryo UI"/>
                <a:ea typeface="Meiryo UI"/>
              </a:rPr>
              <a:t>LAN</a:t>
            </a:r>
            <a:r>
              <a:rPr lang="ja-JP" sz="1500" b="1" u="none" strike="noStrike">
                <a:solidFill>
                  <a:schemeClr val="lt2">
                    <a:lumMod val="75000"/>
                  </a:schemeClr>
                </a:solidFill>
                <a:effectLst/>
                <a:uFillTx/>
                <a:latin typeface="Meiryo UI"/>
                <a:ea typeface="Meiryo UI"/>
              </a:rPr>
              <a:t>と</a:t>
            </a:r>
            <a:r>
              <a:rPr lang="en-US" sz="1500" b="1" u="none" strike="noStrike">
                <a:solidFill>
                  <a:schemeClr val="lt2">
                    <a:lumMod val="75000"/>
                  </a:schemeClr>
                </a:solidFill>
                <a:effectLst/>
                <a:uFillTx/>
                <a:latin typeface="Meiryo UI"/>
                <a:ea typeface="Meiryo UI"/>
              </a:rPr>
              <a:t>LAN</a:t>
            </a:r>
            <a:r>
              <a:rPr lang="ja-JP" sz="1500" b="1" u="none" strike="noStrike">
                <a:solidFill>
                  <a:schemeClr val="lt2">
                    <a:lumMod val="75000"/>
                  </a:schemeClr>
                </a:solidFill>
                <a:effectLst/>
                <a:uFillTx/>
                <a:latin typeface="Meiryo UI"/>
                <a:ea typeface="Meiryo UI"/>
              </a:rPr>
              <a:t>を繋ぐものです。</a:t>
            </a:r>
            <a:endParaRPr lang="en-US" sz="15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en-US" sz="1500" b="1" u="none" strike="noStrike">
                <a:solidFill>
                  <a:schemeClr val="lt2">
                    <a:lumMod val="75000"/>
                  </a:schemeClr>
                </a:solidFill>
                <a:effectLst/>
                <a:uFillTx/>
                <a:latin typeface="Meiryo UI"/>
                <a:ea typeface="Meiryo UI"/>
              </a:rPr>
              <a:t>WAN</a:t>
            </a:r>
            <a:r>
              <a:rPr lang="ja-JP" sz="1500" b="1" u="none" strike="noStrike">
                <a:solidFill>
                  <a:schemeClr val="lt2">
                    <a:lumMod val="75000"/>
                  </a:schemeClr>
                </a:solidFill>
                <a:effectLst/>
                <a:uFillTx/>
                <a:latin typeface="Meiryo UI"/>
                <a:ea typeface="Meiryo UI"/>
              </a:rPr>
              <a:t>からみると各</a:t>
            </a:r>
            <a:r>
              <a:rPr lang="en-US" sz="1500" b="1" u="none" strike="noStrike">
                <a:solidFill>
                  <a:schemeClr val="lt2">
                    <a:lumMod val="75000"/>
                  </a:schemeClr>
                </a:solidFill>
                <a:effectLst/>
                <a:uFillTx/>
                <a:latin typeface="Meiryo UI"/>
                <a:ea typeface="Meiryo UI"/>
              </a:rPr>
              <a:t>LAN</a:t>
            </a:r>
            <a:r>
              <a:rPr lang="ja-JP" sz="1500" b="1" u="none" strike="noStrike">
                <a:solidFill>
                  <a:schemeClr val="lt2">
                    <a:lumMod val="75000"/>
                  </a:schemeClr>
                </a:solidFill>
                <a:effectLst/>
                <a:uFillTx/>
                <a:latin typeface="Meiryo UI"/>
                <a:ea typeface="Meiryo UI"/>
              </a:rPr>
              <a:t>内の様子が分かりません。</a:t>
            </a:r>
            <a:endParaRPr lang="en-US" sz="15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ja-JP" sz="1500" b="1" u="none" strike="noStrike">
                <a:solidFill>
                  <a:schemeClr val="lt2">
                    <a:lumMod val="75000"/>
                  </a:schemeClr>
                </a:solidFill>
                <a:effectLst/>
                <a:uFillTx/>
                <a:latin typeface="Meiryo UI"/>
                <a:ea typeface="Meiryo UI"/>
              </a:rPr>
              <a:t>知らない他人の家がどのような家族構成で、各部屋をどのように使用しているか分からないと思います。</a:t>
            </a:r>
            <a:endParaRPr lang="en-US" sz="15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3" name="Picture 2"/>
          <p:cNvPicPr/>
          <p:nvPr/>
        </p:nvPicPr>
        <p:blipFill>
          <a:blip r:embed="rId1"/>
          <a:stretch/>
        </p:blipFill>
        <p:spPr>
          <a:xfrm>
            <a:off x="8340840" y="3358440"/>
            <a:ext cx="3726000" cy="1928160"/>
          </a:xfrm>
          <a:prstGeom prst="rect">
            <a:avLst/>
          </a:prstGeom>
          <a:noFill/>
          <a:ln w="0">
            <a:noFill/>
          </a:ln>
        </p:spPr>
      </p:pic>
      <p:sp>
        <p:nvSpPr>
          <p:cNvPr id="154" name="PlaceHolder 1"/>
          <p:cNvSpPr>
            <a:spLocks noGrp="1"/>
          </p:cNvSpPr>
          <p:nvPr>
            <p:ph type="title" hasCustomPrompt="1"/>
          </p:nvPr>
        </p:nvSpPr>
        <p:spPr>
          <a:xfrm>
            <a:off x="6318720" y="3499560"/>
            <a:ext cx="4625640" cy="2541960"/>
          </a:xfrm>
          <a:prstGeom prst="rect">
            <a:avLst/>
          </a:prstGeom>
          <a:noFill/>
          <a:ln w="0">
            <a:noFill/>
          </a:ln>
        </p:spPr>
        <p:txBody>
          <a:bodyPr lIns="0" tIns="0" rIns="0" bIns="0" anchor="b">
            <a:noAutofit/>
          </a:bodyPr>
          <a:p>
            <a:pPr indent="0" algn="l" defTabSz="914400">
              <a:lnSpc>
                <a:spcPct val="100000"/>
              </a:lnSpc>
              <a:buNone/>
              <a:tabLst>
                <a:tab pos="0" algn="l"/>
              </a:tabLst>
            </a:pP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アドレスと</a:t>
            </a:r>
            <a:br>
              <a:rPr sz="4400"/>
            </a:br>
            <a:r>
              <a:rPr lang="en-US" sz="4400" b="1" u="none" spc="99" strike="noStrike">
                <a:solidFill>
                  <a:schemeClr val="dk1"/>
                </a:solidFill>
                <a:effectLst/>
                <a:uFillTx/>
                <a:latin typeface="Meiryo UI"/>
                <a:ea typeface="Meiryo UI"/>
              </a:rPr>
              <a:t>MAC</a:t>
            </a:r>
            <a:r>
              <a:rPr lang="ja-JP" sz="4400" b="1" u="none" spc="99" strike="noStrike">
                <a:solidFill>
                  <a:schemeClr val="dk1"/>
                </a:solidFill>
                <a:effectLst/>
                <a:uFillTx/>
                <a:latin typeface="Meiryo UI"/>
                <a:ea typeface="Meiryo UI"/>
              </a:rPr>
              <a:t>アドレス</a:t>
            </a:r>
            <a:endParaRPr lang="en-US" sz="4400" b="1" u="none" spc="99" strike="noStrike">
              <a:solidFill>
                <a:schemeClr val="dk1"/>
              </a:solidFill>
              <a:effectLst/>
              <a:uFillTx/>
              <a:latin typeface="Meiryo UI"/>
            </a:endParaRPr>
          </a:p>
        </p:txBody>
      </p:sp>
      <p:sp>
        <p:nvSpPr>
          <p:cNvPr id="155" name="PlaceHolder 2"/>
          <p:cNvSpPr>
            <a:spLocks noGrp="1"/>
          </p:cNvSpPr>
          <p:nvPr>
            <p:ph hasCustomPrompt="1"/>
          </p:nvPr>
        </p:nvSpPr>
        <p:spPr>
          <a:xfrm>
            <a:off x="603720" y="457200"/>
            <a:ext cx="5197680" cy="2304360"/>
          </a:xfrm>
          <a:prstGeom prst="rect">
            <a:avLst/>
          </a:prstGeom>
          <a:noFill/>
          <a:ln w="0">
            <a:noFill/>
          </a:ln>
        </p:spPr>
        <p:txBody>
          <a:bodyPr lIns="0" tIns="274320" rIns="91440" bIns="45720" anchor="t">
            <a:noAutofit/>
          </a:bodyPr>
          <a:p>
            <a:pPr indent="0" algn="l" defTabSz="914400">
              <a:lnSpc>
                <a:spcPct val="90000"/>
              </a:lnSpc>
              <a:spcBef>
                <a:spcPts val="1800"/>
              </a:spcBef>
              <a:buNone/>
              <a:tabLst>
                <a:tab pos="0" algn="l"/>
              </a:tabLst>
            </a:pPr>
            <a:r>
              <a:rPr lang="en-US" sz="3200" b="0" u="none" strike="noStrike">
                <a:solidFill>
                  <a:schemeClr val="dk1"/>
                </a:solidFill>
                <a:effectLst/>
                <a:uFillTx/>
                <a:latin typeface="Meiryo UI"/>
                <a:ea typeface="Meiryo UI"/>
              </a:rPr>
              <a:t>MAC</a:t>
            </a:r>
            <a:r>
              <a:rPr lang="ja-JP" sz="3200" b="0" u="none" strike="noStrike">
                <a:solidFill>
                  <a:schemeClr val="dk1"/>
                </a:solidFill>
                <a:effectLst/>
                <a:uFillTx/>
                <a:latin typeface="Meiryo UI"/>
                <a:ea typeface="Meiryo UI"/>
              </a:rPr>
              <a:t>アドレス</a:t>
            </a:r>
            <a:endParaRPr lang="en-US" sz="32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MAC</a:t>
            </a:r>
            <a:r>
              <a:rPr lang="ja-JP" sz="2000" b="0" u="none" strike="noStrike">
                <a:solidFill>
                  <a:schemeClr val="dk1"/>
                </a:solidFill>
                <a:effectLst/>
                <a:uFillTx/>
                <a:latin typeface="Meiryo UI"/>
                <a:ea typeface="Meiryo UI"/>
              </a:rPr>
              <a:t>アドレスは</a:t>
            </a:r>
            <a:r>
              <a:rPr lang="en-US" sz="2000" b="0" u="none" strike="noStrike">
                <a:solidFill>
                  <a:schemeClr val="dk1"/>
                </a:solidFill>
                <a:effectLst/>
                <a:uFillTx/>
                <a:latin typeface="Meiryo UI"/>
                <a:ea typeface="Meiryo UI"/>
              </a:rPr>
              <a:t>NIC</a:t>
            </a:r>
            <a:r>
              <a:rPr lang="ja-JP" sz="2000" b="0" u="none" strike="noStrike">
                <a:solidFill>
                  <a:schemeClr val="dk1"/>
                </a:solidFill>
                <a:effectLst/>
                <a:uFillTx/>
                <a:latin typeface="Meiryo UI"/>
                <a:ea typeface="Meiryo UI"/>
              </a:rPr>
              <a:t>と呼ばれる機器に一意に割り振られる</a:t>
            </a:r>
            <a:r>
              <a:rPr lang="ja-JP" sz="2000" b="1" u="none" strike="noStrike">
                <a:solidFill>
                  <a:srgbClr val="001D35"/>
                </a:solidFill>
                <a:effectLst/>
                <a:uFillTx/>
                <a:latin typeface="Arial"/>
                <a:ea typeface="Meiryo UI"/>
              </a:rPr>
              <a:t>識別番号</a:t>
            </a:r>
            <a:r>
              <a:rPr lang="ja-JP" sz="2000" b="0" u="none" strike="noStrike">
                <a:solidFill>
                  <a:schemeClr val="dk1"/>
                </a:solidFill>
                <a:effectLst/>
                <a:uFillTx/>
                <a:latin typeface="Meiryo UI"/>
                <a:ea typeface="Meiryo UI"/>
              </a:rPr>
              <a:t>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現実に例えるとマイナンバーのようなイメージです。</a:t>
            </a:r>
            <a:endParaRPr lang="en-US" sz="2000" b="0" u="none" strike="noStrike">
              <a:solidFill>
                <a:schemeClr val="dk1"/>
              </a:solidFill>
              <a:effectLst/>
              <a:uFillTx/>
              <a:latin typeface="Meiryo UI"/>
            </a:endParaRPr>
          </a:p>
        </p:txBody>
      </p:sp>
      <p:sp>
        <p:nvSpPr>
          <p:cNvPr id="156" name="PlaceHolder 3"/>
          <p:cNvSpPr>
            <a:spLocks noGrp="1"/>
          </p:cNvSpPr>
          <p:nvPr>
            <p:ph hasCustomPrompt="1"/>
          </p:nvPr>
        </p:nvSpPr>
        <p:spPr>
          <a:xfrm>
            <a:off x="2151000" y="3429000"/>
            <a:ext cx="3641040" cy="270036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NIC(</a:t>
            </a:r>
            <a:r>
              <a:rPr lang="en-US" sz="2000" b="0" u="none" strike="noStrike">
                <a:solidFill>
                  <a:srgbClr val="0A0A0A"/>
                </a:solidFill>
                <a:effectLst/>
                <a:uFillTx/>
                <a:latin typeface="Arial"/>
                <a:ea typeface="Meiryo UI"/>
              </a:rPr>
              <a:t>Network Interface Card</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はネットワークインターフェースカードの略です。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分かりやすいのは</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ケーブルを挿す所で、無線受信機器も</a:t>
            </a:r>
            <a:r>
              <a:rPr lang="en-US" sz="2000" b="0" u="none" strike="noStrike">
                <a:solidFill>
                  <a:schemeClr val="dk1"/>
                </a:solidFill>
                <a:effectLst/>
                <a:uFillTx/>
                <a:latin typeface="Meiryo UI"/>
                <a:ea typeface="Meiryo UI"/>
              </a:rPr>
              <a:t>NIC</a:t>
            </a:r>
            <a:r>
              <a:rPr lang="ja-JP" sz="2000" b="0" u="none" strike="noStrike">
                <a:solidFill>
                  <a:schemeClr val="dk1"/>
                </a:solidFill>
                <a:effectLst/>
                <a:uFillTx/>
                <a:latin typeface="Meiryo UI"/>
                <a:ea typeface="Meiryo UI"/>
              </a:rPr>
              <a:t>で仮想の</a:t>
            </a:r>
            <a:r>
              <a:rPr lang="en-US" sz="2000" b="0" u="none" strike="noStrike">
                <a:solidFill>
                  <a:schemeClr val="dk1"/>
                </a:solidFill>
                <a:effectLst/>
                <a:uFillTx/>
                <a:latin typeface="Meiryo UI"/>
                <a:ea typeface="Meiryo UI"/>
              </a:rPr>
              <a:t>NIC</a:t>
            </a:r>
            <a:r>
              <a:rPr lang="ja-JP" sz="2000" b="0" u="none" strike="noStrike">
                <a:solidFill>
                  <a:schemeClr val="dk1"/>
                </a:solidFill>
                <a:effectLst/>
                <a:uFillTx/>
                <a:latin typeface="Meiryo UI"/>
                <a:ea typeface="Meiryo UI"/>
              </a:rPr>
              <a:t>も存在して</a:t>
            </a:r>
            <a:r>
              <a:rPr lang="en-US" sz="2000" b="0" u="none" strike="noStrike">
                <a:solidFill>
                  <a:schemeClr val="dk1"/>
                </a:solidFill>
                <a:effectLst/>
                <a:uFillTx/>
                <a:latin typeface="Meiryo UI"/>
                <a:ea typeface="Meiryo UI"/>
              </a:rPr>
              <a:t>1</a:t>
            </a:r>
            <a:r>
              <a:rPr lang="ja-JP" sz="2000" b="0" u="none" strike="noStrike">
                <a:solidFill>
                  <a:schemeClr val="dk1"/>
                </a:solidFill>
                <a:effectLst/>
                <a:uFillTx/>
                <a:latin typeface="Meiryo UI"/>
                <a:ea typeface="Meiryo UI"/>
              </a:rPr>
              <a:t>台につき複数の</a:t>
            </a:r>
            <a:r>
              <a:rPr lang="en-US" sz="2000" b="0" u="none" strike="noStrike">
                <a:solidFill>
                  <a:schemeClr val="dk1"/>
                </a:solidFill>
                <a:effectLst/>
                <a:uFillTx/>
                <a:latin typeface="Meiryo UI"/>
                <a:ea typeface="Meiryo UI"/>
              </a:rPr>
              <a:t>NIC</a:t>
            </a:r>
            <a:r>
              <a:rPr lang="ja-JP" sz="2000" b="0" u="none" strike="noStrike">
                <a:solidFill>
                  <a:schemeClr val="dk1"/>
                </a:solidFill>
                <a:effectLst/>
                <a:uFillTx/>
                <a:latin typeface="Meiryo UI"/>
                <a:ea typeface="Meiryo UI"/>
              </a:rPr>
              <a:t>があることも多いです。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hasCustomPrompt="1"/>
          </p:nvPr>
        </p:nvSpPr>
        <p:spPr>
          <a:xfrm>
            <a:off x="6318720" y="3499560"/>
            <a:ext cx="4625640" cy="2541960"/>
          </a:xfrm>
          <a:prstGeom prst="rect">
            <a:avLst/>
          </a:prstGeom>
          <a:noFill/>
          <a:ln w="0">
            <a:noFill/>
          </a:ln>
        </p:spPr>
        <p:txBody>
          <a:bodyPr lIns="0" tIns="0" rIns="0" bIns="0" anchor="b">
            <a:noAutofit/>
          </a:bodyPr>
          <a:p>
            <a:pPr indent="0" algn="l" defTabSz="914400">
              <a:lnSpc>
                <a:spcPct val="100000"/>
              </a:lnSpc>
              <a:buNone/>
              <a:tabLst>
                <a:tab pos="0" algn="l"/>
              </a:tabLst>
            </a:pP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アドレスと</a:t>
            </a:r>
            <a:br>
              <a:rPr sz="4400"/>
            </a:br>
            <a:r>
              <a:rPr lang="en-US" sz="4400" b="1" u="none" spc="99" strike="noStrike">
                <a:solidFill>
                  <a:schemeClr val="dk1"/>
                </a:solidFill>
                <a:effectLst/>
                <a:uFillTx/>
                <a:latin typeface="Meiryo UI"/>
                <a:ea typeface="Meiryo UI"/>
              </a:rPr>
              <a:t>MAC</a:t>
            </a:r>
            <a:r>
              <a:rPr lang="ja-JP" sz="4400" b="1" u="none" spc="99" strike="noStrike">
                <a:solidFill>
                  <a:schemeClr val="dk1"/>
                </a:solidFill>
                <a:effectLst/>
                <a:uFillTx/>
                <a:latin typeface="Meiryo UI"/>
                <a:ea typeface="Meiryo UI"/>
              </a:rPr>
              <a:t>アドレス</a:t>
            </a:r>
            <a:endParaRPr lang="en-US" sz="4400" b="1" u="none" spc="99" strike="noStrike">
              <a:solidFill>
                <a:schemeClr val="dk1"/>
              </a:solidFill>
              <a:effectLst/>
              <a:uFillTx/>
              <a:latin typeface="Meiryo UI"/>
            </a:endParaRPr>
          </a:p>
        </p:txBody>
      </p:sp>
      <p:sp>
        <p:nvSpPr>
          <p:cNvPr id="158" name="PlaceHolder 2"/>
          <p:cNvSpPr>
            <a:spLocks noGrp="1"/>
          </p:cNvSpPr>
          <p:nvPr>
            <p:ph hasCustomPrompt="1"/>
          </p:nvPr>
        </p:nvSpPr>
        <p:spPr>
          <a:xfrm>
            <a:off x="603720" y="457200"/>
            <a:ext cx="5197680" cy="5124240"/>
          </a:xfrm>
          <a:prstGeom prst="rect">
            <a:avLst/>
          </a:prstGeom>
          <a:noFill/>
          <a:ln w="0">
            <a:noFill/>
          </a:ln>
        </p:spPr>
        <p:txBody>
          <a:bodyPr lIns="0" tIns="274320" rIns="91440" bIns="45720" anchor="t">
            <a:noAutofit/>
          </a:bodyPr>
          <a:p>
            <a:pPr indent="0" algn="l" defTabSz="914400">
              <a:lnSpc>
                <a:spcPct val="90000"/>
              </a:lnSpc>
              <a:spcBef>
                <a:spcPts val="1800"/>
              </a:spcBef>
              <a:buNone/>
              <a:tabLst>
                <a:tab pos="0" algn="l"/>
              </a:tabLst>
            </a:pPr>
            <a:r>
              <a:rPr lang="en-US" sz="3200" b="0" u="none" strike="noStrike">
                <a:solidFill>
                  <a:schemeClr val="dk1"/>
                </a:solidFill>
                <a:effectLst/>
                <a:uFillTx/>
                <a:latin typeface="Meiryo UI"/>
                <a:ea typeface="Meiryo UI"/>
              </a:rPr>
              <a:t>IP</a:t>
            </a:r>
            <a:r>
              <a:rPr lang="ja-JP" sz="3200" b="0" u="none" strike="noStrike">
                <a:solidFill>
                  <a:schemeClr val="dk1"/>
                </a:solidFill>
                <a:effectLst/>
                <a:uFillTx/>
                <a:latin typeface="Meiryo UI"/>
                <a:ea typeface="Meiryo UI"/>
              </a:rPr>
              <a:t>アドレス</a:t>
            </a:r>
            <a:endParaRPr lang="en-US" sz="32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アドレスはそのネットワーク内での</a:t>
            </a:r>
            <a:r>
              <a:rPr lang="en-US" sz="2000" b="0" u="none" strike="noStrike">
                <a:solidFill>
                  <a:schemeClr val="dk1"/>
                </a:solidFill>
                <a:effectLst/>
                <a:uFillTx/>
                <a:latin typeface="Meiryo UI"/>
                <a:ea typeface="Meiryo UI"/>
              </a:rPr>
              <a:t>NIC</a:t>
            </a:r>
            <a:r>
              <a:rPr lang="ja-JP" sz="2000" b="0" u="none" strike="noStrike">
                <a:solidFill>
                  <a:schemeClr val="dk1"/>
                </a:solidFill>
                <a:effectLst/>
                <a:uFillTx/>
                <a:latin typeface="Meiryo UI"/>
                <a:ea typeface="Meiryo UI"/>
              </a:rPr>
              <a:t>の場所を示す住所です。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内で使用するのものと</a:t>
            </a:r>
            <a:r>
              <a:rPr lang="en-US" sz="2000" b="0" u="none" strike="noStrike">
                <a:solidFill>
                  <a:schemeClr val="dk1"/>
                </a:solidFill>
                <a:effectLst/>
                <a:uFillTx/>
                <a:latin typeface="Meiryo UI"/>
                <a:ea typeface="Meiryo UI"/>
              </a:rPr>
              <a:t>WAN</a:t>
            </a:r>
            <a:r>
              <a:rPr lang="ja-JP" sz="2000" b="0" u="none" strike="noStrike">
                <a:solidFill>
                  <a:schemeClr val="dk1"/>
                </a:solidFill>
                <a:effectLst/>
                <a:uFillTx/>
                <a:latin typeface="Meiryo UI"/>
                <a:ea typeface="Meiryo UI"/>
              </a:rPr>
              <a:t>で使用する</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アドレスが存在しそれぞれ下記のように呼ばれます。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ローカル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WAN=</a:t>
            </a:r>
            <a:r>
              <a:rPr lang="ja-JP" sz="2000" b="0" u="none" strike="noStrike">
                <a:solidFill>
                  <a:schemeClr val="dk1"/>
                </a:solidFill>
                <a:effectLst/>
                <a:uFillTx/>
                <a:latin typeface="Meiryo UI"/>
                <a:ea typeface="Meiryo UI"/>
              </a:rPr>
              <a:t>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例えるならネットワークの住所のようなもので別のネットワークへ引っ越し</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違うネットワークに移動</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をすれば、住所も変わります。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アドレスと</a:t>
            </a:r>
            <a:br>
              <a:rPr sz="4400"/>
            </a:br>
            <a:r>
              <a:rPr lang="ja-JP" sz="4400" b="1" u="none" spc="99" strike="noStrike">
                <a:solidFill>
                  <a:schemeClr val="dk1"/>
                </a:solidFill>
                <a:effectLst/>
                <a:uFillTx/>
                <a:latin typeface="Meiryo UI"/>
                <a:ea typeface="Meiryo UI"/>
              </a:rPr>
              <a:t>ローカル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a:t>
            </a:r>
            <a:endParaRPr lang="en-US" sz="4400" b="1" u="none" spc="99" strike="noStrike">
              <a:solidFill>
                <a:schemeClr val="dk1"/>
              </a:solidFill>
              <a:effectLst/>
              <a:uFillTx/>
              <a:latin typeface="Meiryo UI"/>
            </a:endParaRPr>
          </a:p>
        </p:txBody>
      </p:sp>
      <p:pic>
        <p:nvPicPr>
          <p:cNvPr id="160" name="図プレースホルダー 52"/>
          <p:cNvPicPr/>
          <p:nvPr/>
        </p:nvPicPr>
        <p:blipFill>
          <a:blip r:embed="rId1"/>
          <a:srcRect l="3088" t="0" r="3088" b="0"/>
          <a:stretch/>
        </p:blipFill>
        <p:spPr>
          <a:xfrm>
            <a:off x="594360" y="2676600"/>
            <a:ext cx="6175080" cy="3596760"/>
          </a:xfrm>
          <a:prstGeom prst="rect">
            <a:avLst/>
          </a:prstGeom>
          <a:noFill/>
          <a:ln w="0">
            <a:noFill/>
          </a:ln>
        </p:spPr>
      </p:pic>
      <p:sp>
        <p:nvSpPr>
          <p:cNvPr id="161" name="PlaceHolder 2"/>
          <p:cNvSpPr>
            <a:spLocks noGrp="1"/>
          </p:cNvSpPr>
          <p:nvPr>
            <p:ph hasCustomPrompt="1"/>
          </p:nvPr>
        </p:nvSpPr>
        <p:spPr>
          <a:xfrm>
            <a:off x="7065720" y="2676600"/>
            <a:ext cx="3306240" cy="3596760"/>
          </a:xfrm>
          <a:prstGeom prst="rect">
            <a:avLst/>
          </a:prstGeom>
          <a:noFill/>
          <a:ln w="0">
            <a:noFill/>
          </a:ln>
        </p:spPr>
        <p:txBody>
          <a:bodyPr lIns="0" tIns="45720" rIns="0" bIns="0" anchor="t">
            <a:normAutofit fontScale="92500"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ローカル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ローカル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内でのみ有効な</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アドレスです。</a:t>
            </a:r>
            <a:br>
              <a:rPr sz="2000"/>
            </a:br>
            <a:r>
              <a:rPr lang="ja-JP" sz="2000" b="0" u="none" strike="noStrike">
                <a:solidFill>
                  <a:schemeClr val="dk1"/>
                </a:solidFill>
                <a:effectLst/>
                <a:uFillTx/>
                <a:latin typeface="Meiryo UI"/>
                <a:ea typeface="Meiryo UI"/>
              </a:rPr>
              <a:t>開発分野の方はローカルスコープのようなイメージです。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内で一意であれば問題ないので他の</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アドレスと被っても問題ありません。</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イメージとしては各家の部屋名です。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アドレスと</a:t>
            </a:r>
            <a:br>
              <a:rPr sz="4400"/>
            </a:br>
            <a:r>
              <a:rPr lang="ja-JP" sz="4400" b="1" u="none" spc="99" strike="noStrike">
                <a:solidFill>
                  <a:schemeClr val="dk1"/>
                </a:solidFill>
                <a:effectLst/>
                <a:uFillTx/>
                <a:latin typeface="Meiryo UI"/>
                <a:ea typeface="Meiryo UI"/>
              </a:rPr>
              <a:t>ローカル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a:t>
            </a:r>
            <a:endParaRPr lang="en-US" sz="4400" b="1" u="none" spc="99" strike="noStrike">
              <a:solidFill>
                <a:schemeClr val="dk1"/>
              </a:solidFill>
              <a:effectLst/>
              <a:uFillTx/>
              <a:latin typeface="Meiryo UI"/>
            </a:endParaRPr>
          </a:p>
        </p:txBody>
      </p:sp>
      <p:pic>
        <p:nvPicPr>
          <p:cNvPr id="163" name="図プレースホルダー 52"/>
          <p:cNvPicPr/>
          <p:nvPr/>
        </p:nvPicPr>
        <p:blipFill>
          <a:blip r:embed="rId1"/>
          <a:srcRect l="3088" t="0" r="3088" b="0"/>
          <a:stretch/>
        </p:blipFill>
        <p:spPr>
          <a:xfrm>
            <a:off x="594360" y="2676600"/>
            <a:ext cx="6175080" cy="3596760"/>
          </a:xfrm>
          <a:prstGeom prst="rect">
            <a:avLst/>
          </a:prstGeom>
          <a:noFill/>
          <a:ln w="0">
            <a:noFill/>
          </a:ln>
        </p:spPr>
      </p:pic>
      <p:sp>
        <p:nvSpPr>
          <p:cNvPr id="164" name="PlaceHolder 2"/>
          <p:cNvSpPr>
            <a:spLocks noGrp="1"/>
          </p:cNvSpPr>
          <p:nvPr>
            <p:ph hasCustomPrompt="1"/>
          </p:nvPr>
        </p:nvSpPr>
        <p:spPr>
          <a:xfrm>
            <a:off x="7065720" y="2676600"/>
            <a:ext cx="3306240" cy="359676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アドレスはインターネット全体で一意の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こちらは、インターネット全体で一意の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アドレスなので被ってしまうと問題が発生します。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こちらは住所自体だと思ってください。</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DHCP</a:t>
            </a:r>
            <a:r>
              <a:rPr lang="ja-JP" sz="4400" b="1" u="none" spc="99" strike="noStrike">
                <a:solidFill>
                  <a:schemeClr val="dk1"/>
                </a:solidFill>
                <a:effectLst/>
                <a:uFillTx/>
                <a:latin typeface="Meiryo UI"/>
                <a:ea typeface="Meiryo UI"/>
              </a:rPr>
              <a:t>と</a:t>
            </a:r>
            <a:r>
              <a:rPr lang="en-US" sz="4400" b="1" u="none" spc="99" strike="noStrike">
                <a:solidFill>
                  <a:schemeClr val="dk1"/>
                </a:solidFill>
                <a:effectLst/>
                <a:uFillTx/>
                <a:latin typeface="Meiryo UI"/>
                <a:ea typeface="Meiryo UI"/>
              </a:rPr>
              <a:t>DNS</a:t>
            </a:r>
            <a:endParaRPr lang="en-US" sz="4400" b="1" u="none" spc="99" strike="noStrike">
              <a:solidFill>
                <a:schemeClr val="dk1"/>
              </a:solidFill>
              <a:effectLst/>
              <a:uFillTx/>
              <a:latin typeface="Meiryo UI"/>
            </a:endParaRPr>
          </a:p>
        </p:txBody>
      </p:sp>
      <p:sp>
        <p:nvSpPr>
          <p:cNvPr id="166" name="PlaceHolder 2"/>
          <p:cNvSpPr>
            <a:spLocks noGrp="1"/>
          </p:cNvSpPr>
          <p:nvPr>
            <p:ph hasCustomPrompt="1"/>
          </p:nvPr>
        </p:nvSpPr>
        <p:spPr>
          <a:xfrm>
            <a:off x="603720" y="583920"/>
            <a:ext cx="2824560" cy="4771080"/>
          </a:xfrm>
          <a:prstGeom prst="rect">
            <a:avLst/>
          </a:prstGeom>
          <a:noFill/>
          <a:ln w="0">
            <a:noFill/>
          </a:ln>
        </p:spPr>
        <p:txBody>
          <a:bodyPr lIns="0" tIns="274320" rIns="91440" bIns="45720" anchor="t">
            <a:normAutofit fontScale="92500" lnSpcReduction="9999"/>
          </a:bodyPr>
          <a:p>
            <a:pPr indent="0" algn="l" defTabSz="914400">
              <a:lnSpc>
                <a:spcPct val="90000"/>
              </a:lnSpc>
              <a:spcBef>
                <a:spcPts val="1800"/>
              </a:spcBef>
              <a:buNone/>
              <a:tabLst>
                <a:tab pos="0" algn="l"/>
              </a:tabLst>
            </a:pPr>
            <a:r>
              <a:rPr lang="en-US" sz="2400" b="1" u="none" strike="noStrike">
                <a:solidFill>
                  <a:schemeClr val="dk1"/>
                </a:solidFill>
                <a:effectLst/>
                <a:uFillTx/>
                <a:latin typeface="Meiryo UI"/>
                <a:ea typeface="Meiryo UI"/>
              </a:rPr>
              <a:t>DHCP</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DHCP(</a:t>
            </a:r>
            <a:r>
              <a:rPr lang="en-US" sz="2000" b="0" u="none" strike="noStrike">
                <a:solidFill>
                  <a:srgbClr val="0A0A0A"/>
                </a:solidFill>
                <a:effectLst/>
                <a:uFillTx/>
                <a:latin typeface="Arial"/>
                <a:ea typeface="Meiryo UI"/>
              </a:rPr>
              <a:t>Dynamic Host Configuration Protocol</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は自動で</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を割り振ってくれる仕組みです。</a:t>
            </a:r>
            <a:br>
              <a:rPr sz="2000"/>
            </a:br>
            <a:br>
              <a:rPr sz="2000"/>
            </a:b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アドレスを持っていないとネットに繋ぐことはできませんが、皆さんがネットに繋ぐときに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アドレスを設定する事はほとんどないと思います。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それでもネットに接続できているのは</a:t>
            </a:r>
            <a:r>
              <a:rPr lang="en-US" sz="2000" b="0" u="none" strike="noStrike">
                <a:solidFill>
                  <a:schemeClr val="dk1"/>
                </a:solidFill>
                <a:effectLst/>
                <a:uFillTx/>
                <a:latin typeface="Meiryo UI"/>
                <a:ea typeface="Meiryo UI"/>
              </a:rPr>
              <a:t>DHCP</a:t>
            </a:r>
            <a:r>
              <a:rPr lang="ja-JP" sz="2000" b="0" u="none" strike="noStrike">
                <a:solidFill>
                  <a:schemeClr val="dk1"/>
                </a:solidFill>
                <a:effectLst/>
                <a:uFillTx/>
                <a:latin typeface="Meiryo UI"/>
                <a:ea typeface="Meiryo UI"/>
              </a:rPr>
              <a:t>が</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を割り振ってくれるからです。</a:t>
            </a:r>
            <a:endParaRPr lang="en-US" sz="2000" b="0" u="none" strike="noStrike">
              <a:solidFill>
                <a:schemeClr val="dk1"/>
              </a:solidFill>
              <a:effectLst/>
              <a:uFillTx/>
              <a:latin typeface="Meiryo UI"/>
            </a:endParaRPr>
          </a:p>
        </p:txBody>
      </p:sp>
      <p:pic>
        <p:nvPicPr>
          <p:cNvPr id="167" name="図プレースホルダー 52"/>
          <p:cNvPicPr/>
          <p:nvPr/>
        </p:nvPicPr>
        <p:blipFill>
          <a:blip r:embed="rId1"/>
          <a:stretch/>
        </p:blipFill>
        <p:spPr>
          <a:xfrm>
            <a:off x="4729320" y="815400"/>
            <a:ext cx="5808960" cy="37666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DHCP</a:t>
            </a:r>
            <a:r>
              <a:rPr lang="ja-JP" sz="4400" b="1" u="none" spc="99" strike="noStrike">
                <a:solidFill>
                  <a:schemeClr val="dk1"/>
                </a:solidFill>
                <a:effectLst/>
                <a:uFillTx/>
                <a:latin typeface="Meiryo UI"/>
                <a:ea typeface="Meiryo UI"/>
              </a:rPr>
              <a:t>と</a:t>
            </a:r>
            <a:r>
              <a:rPr lang="en-US" sz="4400" b="1" u="none" spc="99" strike="noStrike">
                <a:solidFill>
                  <a:schemeClr val="dk1"/>
                </a:solidFill>
                <a:effectLst/>
                <a:uFillTx/>
                <a:latin typeface="Meiryo UI"/>
                <a:ea typeface="Meiryo UI"/>
              </a:rPr>
              <a:t>DNS</a:t>
            </a:r>
            <a:endParaRPr lang="en-US" sz="4400" b="1" u="none" spc="99" strike="noStrike">
              <a:solidFill>
                <a:schemeClr val="dk1"/>
              </a:solidFill>
              <a:effectLst/>
              <a:uFillTx/>
              <a:latin typeface="Meiryo UI"/>
            </a:endParaRPr>
          </a:p>
        </p:txBody>
      </p:sp>
      <p:sp>
        <p:nvSpPr>
          <p:cNvPr id="169" name="PlaceHolder 2"/>
          <p:cNvSpPr>
            <a:spLocks noGrp="1"/>
          </p:cNvSpPr>
          <p:nvPr>
            <p:ph hasCustomPrompt="1"/>
          </p:nvPr>
        </p:nvSpPr>
        <p:spPr>
          <a:xfrm>
            <a:off x="603720" y="583920"/>
            <a:ext cx="2824560" cy="4771080"/>
          </a:xfrm>
          <a:prstGeom prst="rect">
            <a:avLst/>
          </a:prstGeom>
          <a:noFill/>
          <a:ln w="0">
            <a:noFill/>
          </a:ln>
        </p:spPr>
        <p:txBody>
          <a:bodyPr lIns="0" tIns="274320" rIns="91440" bIns="45720" anchor="t">
            <a:normAutofit fontScale="85000" lnSpcReduction="9999"/>
          </a:bodyPr>
          <a:p>
            <a:pPr indent="0" algn="l" defTabSz="914400">
              <a:lnSpc>
                <a:spcPct val="90000"/>
              </a:lnSpc>
              <a:spcBef>
                <a:spcPts val="1800"/>
              </a:spcBef>
              <a:buNone/>
              <a:tabLst>
                <a:tab pos="0" algn="l"/>
              </a:tabLst>
            </a:pPr>
            <a:r>
              <a:rPr lang="en-US" sz="2400" b="1" u="none" strike="noStrike">
                <a:solidFill>
                  <a:schemeClr val="dk1"/>
                </a:solidFill>
                <a:effectLst/>
                <a:uFillTx/>
                <a:latin typeface="Meiryo UI"/>
                <a:ea typeface="Meiryo UI"/>
              </a:rPr>
              <a:t>DNS</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DNS(</a:t>
            </a:r>
            <a:r>
              <a:rPr lang="en-US" sz="2000" b="0" u="none" strike="noStrike">
                <a:solidFill>
                  <a:srgbClr val="0A0A0A"/>
                </a:solidFill>
                <a:effectLst/>
                <a:uFillTx/>
                <a:latin typeface="Arial"/>
                <a:ea typeface="Meiryo UI"/>
              </a:rPr>
              <a:t>Domain Name System</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は</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に名前を付ける仕組みです。</a:t>
            </a:r>
            <a:br>
              <a:rPr sz="2000"/>
            </a:br>
            <a:br>
              <a:rPr sz="2000"/>
            </a:br>
            <a:r>
              <a:rPr lang="ja-JP" sz="2000" b="0" u="none" strike="noStrike">
                <a:solidFill>
                  <a:schemeClr val="dk1"/>
                </a:solidFill>
                <a:effectLst/>
                <a:uFillTx/>
                <a:latin typeface="Meiryo UI"/>
                <a:ea typeface="Meiryo UI"/>
              </a:rPr>
              <a:t>簡単に言えば電話帳ですが、最近は電話番号でのやりとりはしなくなってきているので若い方はイメージがつきづらいかもしれません。</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LINE</a:t>
            </a:r>
            <a:r>
              <a:rPr lang="ja-JP" sz="2000" b="0" u="none" strike="noStrike">
                <a:solidFill>
                  <a:schemeClr val="dk1"/>
                </a:solidFill>
                <a:effectLst/>
                <a:uFillTx/>
                <a:latin typeface="Meiryo UI"/>
                <a:ea typeface="Meiryo UI"/>
              </a:rPr>
              <a:t>の表示がアカウント名ではなく</a:t>
            </a:r>
            <a:r>
              <a:rPr lang="en-US" sz="2000" b="0" u="none" strike="noStrike">
                <a:solidFill>
                  <a:schemeClr val="dk1"/>
                </a:solidFill>
                <a:effectLst/>
                <a:uFillTx/>
                <a:latin typeface="Meiryo UI"/>
                <a:ea typeface="Meiryo UI"/>
              </a:rPr>
              <a:t>ID</a:t>
            </a:r>
            <a:r>
              <a:rPr lang="ja-JP" sz="2000" b="0" u="none" strike="noStrike">
                <a:solidFill>
                  <a:schemeClr val="dk1"/>
                </a:solidFill>
                <a:effectLst/>
                <a:uFillTx/>
                <a:latin typeface="Meiryo UI"/>
                <a:ea typeface="Meiryo UI"/>
              </a:rPr>
              <a:t>だったとすると連絡を取りたい人のトークルームが分かりにくいと思います。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があれば非常にわかりやすくなります。</a:t>
            </a:r>
            <a:endParaRPr lang="en-US" sz="2000" b="0" u="none" strike="noStrike">
              <a:solidFill>
                <a:schemeClr val="dk1"/>
              </a:solidFill>
              <a:effectLst/>
              <a:uFillTx/>
              <a:latin typeface="Meiryo UI"/>
            </a:endParaRPr>
          </a:p>
        </p:txBody>
      </p:sp>
      <p:pic>
        <p:nvPicPr>
          <p:cNvPr id="170" name="図プレースホルダー 52"/>
          <p:cNvPicPr/>
          <p:nvPr/>
        </p:nvPicPr>
        <p:blipFill>
          <a:blip r:embed="rId1"/>
          <a:stretch/>
        </p:blipFill>
        <p:spPr>
          <a:xfrm>
            <a:off x="4724640" y="1489320"/>
            <a:ext cx="5808960" cy="300924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OSI</a:t>
            </a:r>
            <a:r>
              <a:rPr lang="ja-JP" sz="4400" b="1" u="none" spc="99" strike="noStrike">
                <a:solidFill>
                  <a:schemeClr val="dk1"/>
                </a:solidFill>
                <a:effectLst/>
                <a:uFillTx/>
                <a:latin typeface="Meiryo UI"/>
                <a:ea typeface="Meiryo UI"/>
              </a:rPr>
              <a:t>参照モデルと</a:t>
            </a:r>
            <a:r>
              <a:rPr lang="en-US" sz="4400" b="1" u="none" spc="99" strike="noStrike">
                <a:solidFill>
                  <a:schemeClr val="dk1"/>
                </a:solidFill>
                <a:effectLst/>
                <a:uFillTx/>
                <a:latin typeface="Meiryo UI"/>
                <a:ea typeface="Meiryo UI"/>
              </a:rPr>
              <a:t>TCP/IP</a:t>
            </a:r>
            <a:r>
              <a:rPr lang="ja-JP" sz="4400" b="1" u="none" spc="99" strike="noStrike">
                <a:solidFill>
                  <a:schemeClr val="dk1"/>
                </a:solidFill>
                <a:effectLst/>
                <a:uFillTx/>
                <a:latin typeface="Meiryo UI"/>
                <a:ea typeface="Meiryo UI"/>
              </a:rPr>
              <a:t>モデル</a:t>
            </a:r>
            <a:endParaRPr lang="en-US" sz="4400" b="1" u="none" spc="99" strike="noStrike">
              <a:solidFill>
                <a:schemeClr val="dk1"/>
              </a:solidFill>
              <a:effectLst/>
              <a:uFillTx/>
              <a:latin typeface="Meiryo UI"/>
            </a:endParaRPr>
          </a:p>
        </p:txBody>
      </p:sp>
      <p:pic>
        <p:nvPicPr>
          <p:cNvPr id="172" name="図プレースホルダー 52"/>
          <p:cNvPicPr/>
          <p:nvPr/>
        </p:nvPicPr>
        <p:blipFill>
          <a:blip r:embed="rId1"/>
          <a:srcRect l="617" t="0" r="617" b="0"/>
          <a:stretch/>
        </p:blipFill>
        <p:spPr>
          <a:xfrm>
            <a:off x="594360" y="2481840"/>
            <a:ext cx="6378480" cy="3791160"/>
          </a:xfrm>
          <a:prstGeom prst="rect">
            <a:avLst/>
          </a:prstGeom>
          <a:noFill/>
          <a:ln w="0">
            <a:noFill/>
          </a:ln>
        </p:spPr>
      </p:pic>
      <p:sp>
        <p:nvSpPr>
          <p:cNvPr id="173" name="PlaceHolder 2"/>
          <p:cNvSpPr>
            <a:spLocks noGrp="1"/>
          </p:cNvSpPr>
          <p:nvPr>
            <p:ph hasCustomPrompt="1"/>
          </p:nvPr>
        </p:nvSpPr>
        <p:spPr>
          <a:xfrm>
            <a:off x="7065720" y="2481840"/>
            <a:ext cx="3306240" cy="3791160"/>
          </a:xfrm>
          <a:prstGeom prst="rect">
            <a:avLst/>
          </a:prstGeom>
          <a:noFill/>
          <a:ln w="0">
            <a:noFill/>
          </a:ln>
        </p:spPr>
        <p:txBody>
          <a:bodyPr lIns="0" tIns="45720" rIns="0" bIns="0" anchor="t">
            <a:normAutofit fontScale="92500" lnSpcReduction="9999"/>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OSI</a:t>
            </a:r>
            <a:r>
              <a:rPr lang="ja-JP" sz="2000" b="0" u="none" strike="noStrike">
                <a:solidFill>
                  <a:schemeClr val="dk1"/>
                </a:solidFill>
                <a:effectLst/>
                <a:uFillTx/>
                <a:latin typeface="Meiryo UI"/>
                <a:ea typeface="Meiryo UI"/>
              </a:rPr>
              <a:t>参照モデルと</a:t>
            </a:r>
            <a:r>
              <a:rPr lang="en-US" sz="2000" b="0" u="none" strike="noStrike">
                <a:solidFill>
                  <a:schemeClr val="dk1"/>
                </a:solidFill>
                <a:effectLst/>
                <a:uFillTx/>
                <a:latin typeface="Meiryo UI"/>
                <a:ea typeface="Meiryo UI"/>
              </a:rPr>
              <a:t>TCP/IP</a:t>
            </a:r>
            <a:r>
              <a:rPr lang="ja-JP" sz="2000" b="0" u="none" strike="noStrike">
                <a:solidFill>
                  <a:schemeClr val="dk1"/>
                </a:solidFill>
                <a:effectLst/>
                <a:uFillTx/>
                <a:latin typeface="Meiryo UI"/>
                <a:ea typeface="Meiryo UI"/>
              </a:rPr>
              <a:t>モデル</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800" b="0" u="none" strike="noStrike">
                <a:solidFill>
                  <a:schemeClr val="dk1"/>
                </a:solidFill>
                <a:effectLst/>
                <a:uFillTx/>
                <a:latin typeface="Meiryo UI"/>
                <a:ea typeface="Meiryo UI"/>
              </a:rPr>
              <a:t>左図を見たことがある方は多いと思いますがネットワークを知る基本的なものなのでご案内します。</a:t>
            </a:r>
            <a:endParaRPr lang="en-US" sz="18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800" b="0" u="none" strike="noStrike">
                <a:solidFill>
                  <a:schemeClr val="dk1"/>
                </a:solidFill>
                <a:effectLst/>
                <a:uFillTx/>
                <a:latin typeface="Meiryo UI"/>
                <a:ea typeface="Meiryo UI"/>
              </a:rPr>
              <a:t>ネットワーク黎明期にネットワークの規格を合わせて様々な機器が相互通信できるようにする為に考えられました。</a:t>
            </a:r>
            <a:br>
              <a:rPr sz="1800"/>
            </a:br>
            <a:br>
              <a:rPr sz="1800"/>
            </a:br>
            <a:r>
              <a:rPr lang="ja-JP" sz="1800" b="0" u="none" strike="noStrike">
                <a:solidFill>
                  <a:schemeClr val="dk1"/>
                </a:solidFill>
                <a:effectLst/>
                <a:uFillTx/>
                <a:latin typeface="Meiryo UI"/>
                <a:ea typeface="Meiryo UI"/>
              </a:rPr>
              <a:t>実際の規格は</a:t>
            </a:r>
            <a:r>
              <a:rPr lang="en-US" sz="1800" b="0" u="none" strike="noStrike">
                <a:solidFill>
                  <a:schemeClr val="dk1"/>
                </a:solidFill>
                <a:effectLst/>
                <a:uFillTx/>
                <a:latin typeface="Meiryo UI"/>
                <a:ea typeface="Meiryo UI"/>
              </a:rPr>
              <a:t>TCP/IP</a:t>
            </a:r>
            <a:r>
              <a:rPr lang="ja-JP" sz="1800" b="0" u="none" strike="noStrike">
                <a:solidFill>
                  <a:schemeClr val="dk1"/>
                </a:solidFill>
                <a:effectLst/>
                <a:uFillTx/>
                <a:latin typeface="Meiryo UI"/>
                <a:ea typeface="Meiryo UI"/>
              </a:rPr>
              <a:t>モデル側で設計されているそうですが、ネットワークの基本的な考えとしていまだに使われているそうです。</a:t>
            </a:r>
            <a:endParaRPr lang="en-US" sz="18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hasCustomPrompt="1"/>
          </p:nvPr>
        </p:nvSpPr>
        <p:spPr>
          <a:xfrm>
            <a:off x="5094360" y="1933200"/>
            <a:ext cx="6701040" cy="1769400"/>
          </a:xfrm>
          <a:prstGeom prst="rect">
            <a:avLst/>
          </a:prstGeom>
          <a:noFill/>
          <a:ln w="0">
            <a:noFill/>
          </a:ln>
        </p:spPr>
        <p:txBody>
          <a:bodyPr lIns="0" tIns="0" rIns="0" bIns="0" anchor="b">
            <a:noAutofit/>
          </a:bodyPr>
          <a:p>
            <a:pPr indent="0" algn="ctr" defTabSz="914400">
              <a:lnSpc>
                <a:spcPct val="80000"/>
              </a:lnSpc>
              <a:buNone/>
              <a:tabLst>
                <a:tab pos="0" algn="l"/>
              </a:tabLst>
            </a:pPr>
            <a:br>
              <a:rPr sz="6000"/>
            </a:br>
            <a:r>
              <a:rPr lang="ja-JP" sz="6000" b="1" u="none" spc="99" strike="noStrike">
                <a:solidFill>
                  <a:schemeClr val="dk1"/>
                </a:solidFill>
                <a:effectLst/>
                <a:uFillTx/>
                <a:latin typeface="Meiryo UI"/>
                <a:ea typeface="Meiryo UI"/>
              </a:rPr>
              <a:t>データの流れ</a:t>
            </a:r>
            <a:endParaRPr lang="en-US" sz="6000" b="1" u="none" spc="99" strike="noStrike">
              <a:solidFill>
                <a:schemeClr val="dk1"/>
              </a:solidFill>
              <a:effectLst/>
              <a:uFillTx/>
              <a:latin typeface="Meiryo UI"/>
            </a:endParaRPr>
          </a:p>
        </p:txBody>
      </p:sp>
      <p:sp>
        <p:nvSpPr>
          <p:cNvPr id="175"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2400" b="1" u="none" spc="99" strike="noStrike">
                <a:solidFill>
                  <a:schemeClr val="dk1"/>
                </a:solidFill>
                <a:effectLst/>
                <a:uFillTx/>
                <a:latin typeface="Meiryo UI"/>
                <a:ea typeface="Meiryo UI"/>
              </a:rPr>
              <a:t>データは送信側の上位層</a:t>
            </a:r>
            <a:r>
              <a:rPr lang="en-US" sz="2400" b="1" u="none" spc="99" strike="noStrike">
                <a:solidFill>
                  <a:schemeClr val="dk1"/>
                </a:solidFill>
                <a:effectLst/>
                <a:uFillTx/>
                <a:latin typeface="Meiryo UI"/>
                <a:ea typeface="Meiryo UI"/>
              </a:rPr>
              <a:t>(7</a:t>
            </a:r>
            <a:r>
              <a:rPr lang="ja-JP" sz="2400" b="1" u="none" spc="99" strike="noStrike">
                <a:solidFill>
                  <a:schemeClr val="dk1"/>
                </a:solidFill>
                <a:effectLst/>
                <a:uFillTx/>
                <a:latin typeface="Meiryo UI"/>
                <a:ea typeface="Meiryo UI"/>
              </a:rPr>
              <a:t>層</a:t>
            </a:r>
            <a:r>
              <a:rPr lang="en-US" sz="2400" b="1" u="none" spc="99" strike="noStrike">
                <a:solidFill>
                  <a:schemeClr val="dk1"/>
                </a:solidFill>
                <a:effectLst/>
                <a:uFillTx/>
                <a:latin typeface="Meiryo UI"/>
                <a:ea typeface="Meiryo UI"/>
              </a:rPr>
              <a:t>)</a:t>
            </a:r>
            <a:r>
              <a:rPr lang="ja-JP" sz="2400" b="1" u="none" spc="99" strike="noStrike">
                <a:solidFill>
                  <a:schemeClr val="dk1"/>
                </a:solidFill>
                <a:effectLst/>
                <a:uFillTx/>
                <a:latin typeface="Meiryo UI"/>
                <a:ea typeface="Meiryo UI"/>
              </a:rPr>
              <a:t>から始まり下位層</a:t>
            </a:r>
            <a:r>
              <a:rPr lang="en-US" sz="2400" b="1" u="none" spc="99" strike="noStrike">
                <a:solidFill>
                  <a:schemeClr val="dk1"/>
                </a:solidFill>
                <a:effectLst/>
                <a:uFillTx/>
                <a:latin typeface="Meiryo UI"/>
                <a:ea typeface="Meiryo UI"/>
              </a:rPr>
              <a:t>(1</a:t>
            </a:r>
            <a:r>
              <a:rPr lang="ja-JP" sz="2400" b="1" u="none" spc="99" strike="noStrike">
                <a:solidFill>
                  <a:schemeClr val="dk1"/>
                </a:solidFill>
                <a:effectLst/>
                <a:uFillTx/>
                <a:latin typeface="Meiryo UI"/>
                <a:ea typeface="Meiryo UI"/>
              </a:rPr>
              <a:t>層</a:t>
            </a:r>
            <a:r>
              <a:rPr lang="en-US" sz="2400" b="1" u="none" spc="99" strike="noStrike">
                <a:solidFill>
                  <a:schemeClr val="dk1"/>
                </a:solidFill>
                <a:effectLst/>
                <a:uFillTx/>
                <a:latin typeface="Meiryo UI"/>
                <a:ea typeface="Meiryo UI"/>
              </a:rPr>
              <a:t>)</a:t>
            </a:r>
            <a:r>
              <a:rPr lang="ja-JP" sz="2400" b="1" u="none" spc="99" strike="noStrike">
                <a:solidFill>
                  <a:schemeClr val="dk1"/>
                </a:solidFill>
                <a:effectLst/>
                <a:uFillTx/>
                <a:latin typeface="Meiryo UI"/>
                <a:ea typeface="Meiryo UI"/>
              </a:rPr>
              <a:t>まで処理されます。</a:t>
            </a:r>
            <a:br>
              <a:rPr sz="2400"/>
            </a:br>
            <a:r>
              <a:rPr lang="ja-JP" sz="2400" b="1" u="none" spc="99" strike="noStrike">
                <a:solidFill>
                  <a:schemeClr val="dk1"/>
                </a:solidFill>
                <a:effectLst/>
                <a:uFillTx/>
                <a:latin typeface="Meiryo UI"/>
                <a:ea typeface="Meiryo UI"/>
              </a:rPr>
              <a:t>そして相手側へ流れ今度は下位層から登っていき相手が認識できる形で届きます。</a:t>
            </a:r>
            <a:endParaRPr lang="en-US" sz="2400" b="1" u="none" spc="99" strike="noStrike">
              <a:solidFill>
                <a:schemeClr val="dk1"/>
              </a:solidFill>
              <a:effectLst/>
              <a:uFillTx/>
              <a:latin typeface="Meiryo UI"/>
            </a:endParaRPr>
          </a:p>
        </p:txBody>
      </p:sp>
      <p:sp>
        <p:nvSpPr>
          <p:cNvPr id="177" name="PlaceHolder 2"/>
          <p:cNvSpPr>
            <a:spLocks noGrp="1"/>
          </p:cNvSpPr>
          <p:nvPr>
            <p:ph hasCustomPrompt="1"/>
          </p:nvPr>
        </p:nvSpPr>
        <p:spPr>
          <a:xfrm>
            <a:off x="1173240" y="2871360"/>
            <a:ext cx="1473120" cy="402480"/>
          </a:xfrm>
          <a:prstGeom prst="rect">
            <a:avLst/>
          </a:prstGeom>
          <a:noFill/>
          <a:ln w="0">
            <a:noFill/>
          </a:ln>
        </p:spPr>
        <p:txBody>
          <a:bodyPr lIns="0" tIns="45720" rIns="0" bIns="0" anchor="t">
            <a:normAutofit fontScale="92500"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データの送信</a:t>
            </a:r>
            <a:endParaRPr lang="en-US" sz="2000" b="0" u="none" strike="noStrike">
              <a:solidFill>
                <a:schemeClr val="dk1"/>
              </a:solidFill>
              <a:effectLst/>
              <a:uFillTx/>
              <a:latin typeface="Meiryo UI"/>
            </a:endParaRPr>
          </a:p>
        </p:txBody>
      </p:sp>
      <p:pic>
        <p:nvPicPr>
          <p:cNvPr id="178" name="図プレースホルダー 52"/>
          <p:cNvPicPr/>
          <p:nvPr/>
        </p:nvPicPr>
        <p:blipFill>
          <a:blip r:embed="rId1"/>
          <a:srcRect l="0" t="857" r="0" b="857"/>
          <a:stretch/>
        </p:blipFill>
        <p:spPr>
          <a:xfrm>
            <a:off x="5664240" y="2814480"/>
            <a:ext cx="2365560" cy="3474720"/>
          </a:xfrm>
          <a:prstGeom prst="rect">
            <a:avLst/>
          </a:prstGeom>
          <a:noFill/>
          <a:ln w="0">
            <a:noFill/>
          </a:ln>
        </p:spPr>
      </p:pic>
      <p:pic>
        <p:nvPicPr>
          <p:cNvPr id="179" name="図プレースホルダー 52"/>
          <p:cNvPicPr/>
          <p:nvPr/>
        </p:nvPicPr>
        <p:blipFill>
          <a:blip r:embed="rId2"/>
          <a:srcRect l="0" t="857" r="0" b="857"/>
          <a:stretch/>
        </p:blipFill>
        <p:spPr>
          <a:xfrm>
            <a:off x="3035880" y="2814480"/>
            <a:ext cx="2531160" cy="3474720"/>
          </a:xfrm>
          <a:prstGeom prst="rect">
            <a:avLst/>
          </a:prstGeom>
          <a:noFill/>
          <a:ln w="0">
            <a:noFill/>
          </a:ln>
        </p:spPr>
      </p:pic>
      <p:sp>
        <p:nvSpPr>
          <p:cNvPr id="180" name="矢印: 下 10"/>
          <p:cNvSpPr/>
          <p:nvPr/>
        </p:nvSpPr>
        <p:spPr>
          <a:xfrm>
            <a:off x="2643840" y="2871360"/>
            <a:ext cx="294840" cy="3361320"/>
          </a:xfrm>
          <a:prstGeom prst="downArrow">
            <a:avLst>
              <a:gd name="adj1" fmla="val 50000"/>
              <a:gd name="adj2" fmla="val 50000"/>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181" name="コンテンツ プレースホルダー 2"/>
          <p:cNvSpPr/>
          <p:nvPr/>
        </p:nvSpPr>
        <p:spPr>
          <a:xfrm>
            <a:off x="8581680" y="2871360"/>
            <a:ext cx="1473120" cy="402480"/>
          </a:xfrm>
          <a:prstGeom prst="rect">
            <a:avLst/>
          </a:prstGeom>
          <a:noFill/>
          <a:ln w="0">
            <a:noFill/>
          </a:ln>
        </p:spPr>
        <p:style>
          <a:lnRef idx="0"/>
          <a:fillRef idx="0"/>
          <a:effectRef idx="0"/>
          <a:fontRef idx="minor"/>
        </p:style>
        <p:txBody>
          <a:bodyPr lIns="0" tIns="45000" rIns="0" bIns="0" anchor="t">
            <a:normAutofit fontScale="92500" lnSpcReduction="9999"/>
          </a:bodyPr>
          <a:p>
            <a:pPr defTabSz="914400">
              <a:lnSpc>
                <a:spcPct val="90000"/>
              </a:lnSpc>
              <a:spcBef>
                <a:spcPts val="1800"/>
              </a:spcBef>
              <a:tabLst>
                <a:tab pos="0" algn="l"/>
              </a:tabLst>
            </a:pPr>
            <a:r>
              <a:rPr lang="ja-JP" sz="2000" b="0" u="none" strike="noStrike">
                <a:solidFill>
                  <a:schemeClr val="dk1"/>
                </a:solidFill>
                <a:effectLst/>
                <a:uFillTx/>
                <a:latin typeface="Meiryo UI"/>
                <a:ea typeface="Meiryo UI"/>
              </a:rPr>
              <a:t>データの受信</a:t>
            </a:r>
            <a:endParaRPr lang="en-US" sz="2000" b="0" u="none" strike="noStrike">
              <a:solidFill>
                <a:srgbClr val="000000"/>
              </a:solidFill>
              <a:effectLst/>
              <a:uFillTx/>
              <a:latin typeface="Arial"/>
            </a:endParaRPr>
          </a:p>
        </p:txBody>
      </p:sp>
      <p:sp>
        <p:nvSpPr>
          <p:cNvPr id="182" name="矢印: 下 12"/>
          <p:cNvSpPr/>
          <p:nvPr/>
        </p:nvSpPr>
        <p:spPr>
          <a:xfrm rot="10800000">
            <a:off x="8159040" y="2872080"/>
            <a:ext cx="294840" cy="3361320"/>
          </a:xfrm>
          <a:prstGeom prst="downArrow">
            <a:avLst>
              <a:gd name="adj1" fmla="val 50000"/>
              <a:gd name="adj2" fmla="val 50000"/>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183" name="楕円 13"/>
          <p:cNvSpPr/>
          <p:nvPr/>
        </p:nvSpPr>
        <p:spPr>
          <a:xfrm>
            <a:off x="3640320" y="2368800"/>
            <a:ext cx="1479600" cy="338760"/>
          </a:xfrm>
          <a:prstGeom prst="ellipse">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1800" b="0" u="none" strike="noStrike">
                <a:solidFill>
                  <a:schemeClr val="dk1">
                    <a:lumMod val="65000"/>
                    <a:lumOff val="35000"/>
                  </a:schemeClr>
                </a:solidFill>
                <a:effectLst/>
                <a:uFillTx/>
                <a:latin typeface="Meiryo UI"/>
                <a:ea typeface="Meiryo UI"/>
              </a:rPr>
              <a:t>送信側</a:t>
            </a:r>
            <a:endParaRPr lang="en-US" sz="1800" b="0" u="none" strike="noStrike">
              <a:solidFill>
                <a:srgbClr val="000000"/>
              </a:solidFill>
              <a:effectLst/>
              <a:uFillTx/>
              <a:latin typeface="Arial"/>
            </a:endParaRPr>
          </a:p>
        </p:txBody>
      </p:sp>
      <p:sp>
        <p:nvSpPr>
          <p:cNvPr id="184" name="楕円 15"/>
          <p:cNvSpPr/>
          <p:nvPr/>
        </p:nvSpPr>
        <p:spPr>
          <a:xfrm>
            <a:off x="6111000" y="2368800"/>
            <a:ext cx="1479600" cy="338760"/>
          </a:xfrm>
          <a:prstGeom prst="ellipse">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1800" b="0" u="none" strike="noStrike">
                <a:solidFill>
                  <a:schemeClr val="dk1">
                    <a:lumMod val="65000"/>
                    <a:lumOff val="35000"/>
                  </a:schemeClr>
                </a:solidFill>
                <a:effectLst/>
                <a:uFillTx/>
                <a:latin typeface="Meiryo UI"/>
                <a:ea typeface="Meiryo UI"/>
              </a:rPr>
              <a:t>受信側</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2400" b="1" u="none" spc="99" strike="noStrike">
                <a:solidFill>
                  <a:schemeClr val="dk1"/>
                </a:solidFill>
                <a:effectLst/>
                <a:uFillTx/>
                <a:latin typeface="Meiryo UI"/>
                <a:ea typeface="Meiryo UI"/>
              </a:rPr>
              <a:t>中間ノードがあればそれぞれの役割の機器の階層まで登って降りていきます。</a:t>
            </a:r>
            <a:endParaRPr lang="en-US" sz="2400" b="1" u="none" spc="99" strike="noStrike">
              <a:solidFill>
                <a:schemeClr val="dk1"/>
              </a:solidFill>
              <a:effectLst/>
              <a:uFillTx/>
              <a:latin typeface="Meiryo UI"/>
            </a:endParaRPr>
          </a:p>
        </p:txBody>
      </p:sp>
      <p:sp>
        <p:nvSpPr>
          <p:cNvPr id="186" name="PlaceHolder 2"/>
          <p:cNvSpPr>
            <a:spLocks noGrp="1"/>
          </p:cNvSpPr>
          <p:nvPr>
            <p:ph hasCustomPrompt="1"/>
          </p:nvPr>
        </p:nvSpPr>
        <p:spPr>
          <a:xfrm>
            <a:off x="677520" y="2946600"/>
            <a:ext cx="1473120" cy="402480"/>
          </a:xfrm>
          <a:prstGeom prst="rect">
            <a:avLst/>
          </a:prstGeom>
          <a:noFill/>
          <a:ln w="0">
            <a:noFill/>
          </a:ln>
        </p:spPr>
        <p:txBody>
          <a:bodyPr lIns="0" tIns="45720" rIns="0" bIns="0" anchor="t">
            <a:normAutofit fontScale="92500"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データの送信</a:t>
            </a:r>
            <a:endParaRPr lang="en-US" sz="2000" b="0" u="none" strike="noStrike">
              <a:solidFill>
                <a:schemeClr val="dk1"/>
              </a:solidFill>
              <a:effectLst/>
              <a:uFillTx/>
              <a:latin typeface="Meiryo UI"/>
            </a:endParaRPr>
          </a:p>
        </p:txBody>
      </p:sp>
      <p:sp>
        <p:nvSpPr>
          <p:cNvPr id="187" name="矢印: 下 10"/>
          <p:cNvSpPr/>
          <p:nvPr/>
        </p:nvSpPr>
        <p:spPr>
          <a:xfrm>
            <a:off x="2191680" y="2931840"/>
            <a:ext cx="294840" cy="3361320"/>
          </a:xfrm>
          <a:prstGeom prst="downArrow">
            <a:avLst>
              <a:gd name="adj1" fmla="val 50000"/>
              <a:gd name="adj2" fmla="val 50000"/>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188" name="コンテンツ プレースホルダー 2"/>
          <p:cNvSpPr/>
          <p:nvPr/>
        </p:nvSpPr>
        <p:spPr>
          <a:xfrm>
            <a:off x="9758160" y="2931840"/>
            <a:ext cx="1473120" cy="402480"/>
          </a:xfrm>
          <a:prstGeom prst="rect">
            <a:avLst/>
          </a:prstGeom>
          <a:noFill/>
          <a:ln w="0">
            <a:noFill/>
          </a:ln>
        </p:spPr>
        <p:style>
          <a:lnRef idx="0"/>
          <a:fillRef idx="0"/>
          <a:effectRef idx="0"/>
          <a:fontRef idx="minor"/>
        </p:style>
        <p:txBody>
          <a:bodyPr lIns="0" tIns="45000" rIns="0" bIns="0" anchor="t">
            <a:normAutofit fontScale="92500" lnSpcReduction="9999"/>
          </a:bodyPr>
          <a:p>
            <a:pPr defTabSz="914400">
              <a:lnSpc>
                <a:spcPct val="90000"/>
              </a:lnSpc>
              <a:spcBef>
                <a:spcPts val="1800"/>
              </a:spcBef>
              <a:tabLst>
                <a:tab pos="0" algn="l"/>
              </a:tabLst>
            </a:pPr>
            <a:r>
              <a:rPr lang="ja-JP" sz="2000" b="0" u="none" strike="noStrike">
                <a:solidFill>
                  <a:schemeClr val="dk1"/>
                </a:solidFill>
                <a:effectLst/>
                <a:uFillTx/>
                <a:latin typeface="Meiryo UI"/>
                <a:ea typeface="Meiryo UI"/>
              </a:rPr>
              <a:t>データの受信</a:t>
            </a:r>
            <a:endParaRPr lang="en-US" sz="2000" b="0" u="none" strike="noStrike">
              <a:solidFill>
                <a:srgbClr val="000000"/>
              </a:solidFill>
              <a:effectLst/>
              <a:uFillTx/>
              <a:latin typeface="Arial"/>
            </a:endParaRPr>
          </a:p>
        </p:txBody>
      </p:sp>
      <p:sp>
        <p:nvSpPr>
          <p:cNvPr id="189" name="矢印: 下 12"/>
          <p:cNvSpPr/>
          <p:nvPr/>
        </p:nvSpPr>
        <p:spPr>
          <a:xfrm rot="10800000">
            <a:off x="9356400" y="2932560"/>
            <a:ext cx="294840" cy="3361320"/>
          </a:xfrm>
          <a:prstGeom prst="downArrow">
            <a:avLst>
              <a:gd name="adj1" fmla="val 50000"/>
              <a:gd name="adj2" fmla="val 50000"/>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190" name="楕円 13"/>
          <p:cNvSpPr/>
          <p:nvPr/>
        </p:nvSpPr>
        <p:spPr>
          <a:xfrm>
            <a:off x="2540520" y="2377440"/>
            <a:ext cx="1479600" cy="338760"/>
          </a:xfrm>
          <a:prstGeom prst="ellipse">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1800" b="0" u="none" strike="noStrike">
                <a:solidFill>
                  <a:schemeClr val="dk1">
                    <a:lumMod val="65000"/>
                    <a:lumOff val="35000"/>
                  </a:schemeClr>
                </a:solidFill>
                <a:effectLst/>
                <a:uFillTx/>
                <a:latin typeface="Meiryo UI"/>
                <a:ea typeface="Meiryo UI"/>
              </a:rPr>
              <a:t>送信側</a:t>
            </a:r>
            <a:endParaRPr lang="en-US" sz="1800" b="0" u="none" strike="noStrike">
              <a:solidFill>
                <a:srgbClr val="000000"/>
              </a:solidFill>
              <a:effectLst/>
              <a:uFillTx/>
              <a:latin typeface="Arial"/>
            </a:endParaRPr>
          </a:p>
        </p:txBody>
      </p:sp>
      <p:sp>
        <p:nvSpPr>
          <p:cNvPr id="191" name="楕円 15"/>
          <p:cNvSpPr/>
          <p:nvPr/>
        </p:nvSpPr>
        <p:spPr>
          <a:xfrm>
            <a:off x="7748280" y="2377440"/>
            <a:ext cx="1479600" cy="338760"/>
          </a:xfrm>
          <a:prstGeom prst="ellipse">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1800" b="0" u="none" strike="noStrike">
                <a:solidFill>
                  <a:schemeClr val="dk1">
                    <a:lumMod val="65000"/>
                    <a:lumOff val="35000"/>
                  </a:schemeClr>
                </a:solidFill>
                <a:effectLst/>
                <a:uFillTx/>
                <a:latin typeface="Meiryo UI"/>
                <a:ea typeface="Meiryo UI"/>
              </a:rPr>
              <a:t>受信側</a:t>
            </a:r>
            <a:endParaRPr lang="en-US" sz="1800" b="0" u="none" strike="noStrike">
              <a:solidFill>
                <a:srgbClr val="000000"/>
              </a:solidFill>
              <a:effectLst/>
              <a:uFillTx/>
              <a:latin typeface="Arial"/>
            </a:endParaRPr>
          </a:p>
        </p:txBody>
      </p:sp>
      <p:sp>
        <p:nvSpPr>
          <p:cNvPr id="192" name="図プレースホルダー 52"/>
          <p:cNvSpPr/>
          <p:nvPr/>
        </p:nvSpPr>
        <p:spPr>
          <a:xfrm>
            <a:off x="2540520" y="2860200"/>
            <a:ext cx="6817680" cy="3847320"/>
          </a:xfrm>
          <a:custGeom>
            <a:avLst/>
            <a:gdLst>
              <a:gd name="textAreaLeft" fmla="*/ 0 w 6817680"/>
              <a:gd name="textAreaRight" fmla="*/ 6818400 w 6817680"/>
              <a:gd name="textAreaTop" fmla="*/ 0 h 3847320"/>
              <a:gd name="textAreaBottom" fmla="*/ 3848040 h 384732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hasCustomPrompt="1"/>
          </p:nvPr>
        </p:nvSpPr>
        <p:spPr>
          <a:xfrm>
            <a:off x="1131120" y="509040"/>
            <a:ext cx="945396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2400" b="1" u="none" spc="99" strike="noStrike">
                <a:solidFill>
                  <a:schemeClr val="dk1"/>
                </a:solidFill>
                <a:effectLst/>
                <a:uFillTx/>
                <a:latin typeface="Meiryo UI"/>
                <a:ea typeface="Meiryo UI"/>
              </a:rPr>
              <a:t>それぞれの階層毎にそれぞれの役割に応じたヘッダ情報が付与されて都度カプセル化されて送られます。</a:t>
            </a:r>
            <a:br>
              <a:rPr sz="2400"/>
            </a:br>
            <a:r>
              <a:rPr lang="ja-JP" sz="2400" b="1" u="none" spc="99" strike="noStrike">
                <a:solidFill>
                  <a:schemeClr val="dk1"/>
                </a:solidFill>
                <a:effectLst/>
                <a:uFillTx/>
                <a:latin typeface="Meiryo UI"/>
                <a:ea typeface="Meiryo UI"/>
              </a:rPr>
              <a:t>中間ノードが受け取った場合もヘッダ情報を確認して再度ヘッダ情報を付与して送信という流れです。</a:t>
            </a:r>
            <a:endParaRPr lang="en-US" sz="2400" b="1" u="none" spc="99" strike="noStrike">
              <a:solidFill>
                <a:schemeClr val="dk1"/>
              </a:solidFill>
              <a:effectLst/>
              <a:uFillTx/>
              <a:latin typeface="Meiryo UI"/>
            </a:endParaRPr>
          </a:p>
        </p:txBody>
      </p:sp>
      <p:sp>
        <p:nvSpPr>
          <p:cNvPr id="194" name="PlaceHolder 2"/>
          <p:cNvSpPr>
            <a:spLocks noGrp="1"/>
          </p:cNvSpPr>
          <p:nvPr>
            <p:ph hasCustomPrompt="1"/>
          </p:nvPr>
        </p:nvSpPr>
        <p:spPr>
          <a:xfrm>
            <a:off x="6400800" y="2051280"/>
            <a:ext cx="5003280" cy="312840"/>
          </a:xfrm>
          <a:prstGeom prst="rect">
            <a:avLst/>
          </a:prstGeom>
          <a:noFill/>
          <a:ln w="0">
            <a:noFill/>
          </a:ln>
        </p:spPr>
        <p:txBody>
          <a:bodyPr lIns="0" tIns="45720" rIns="0" bIns="0" anchor="t">
            <a:normAutofit fontScale="92500" lnSpcReduction="9999"/>
          </a:bodyPr>
          <a:p>
            <a:pPr indent="0" algn="l" defTabSz="914400">
              <a:lnSpc>
                <a:spcPct val="90000"/>
              </a:lnSpc>
              <a:spcBef>
                <a:spcPts val="1800"/>
              </a:spcBef>
              <a:buNone/>
              <a:tabLst>
                <a:tab pos="0" algn="l"/>
              </a:tabLst>
            </a:pPr>
            <a:r>
              <a:rPr lang="ja-JP" sz="1600" b="0" u="none" strike="noStrike">
                <a:solidFill>
                  <a:schemeClr val="dk1"/>
                </a:solidFill>
                <a:effectLst/>
                <a:uFillTx/>
                <a:latin typeface="Meiryo UI"/>
                <a:ea typeface="Meiryo UI"/>
              </a:rPr>
              <a:t>今はこのイメージだけを持っていただければ大丈夫です。</a:t>
            </a:r>
            <a:endParaRPr lang="en-US" sz="1600" b="0" u="none" strike="noStrike">
              <a:solidFill>
                <a:schemeClr val="dk1"/>
              </a:solidFill>
              <a:effectLst/>
              <a:uFillTx/>
              <a:latin typeface="Meiryo UI"/>
            </a:endParaRPr>
          </a:p>
        </p:txBody>
      </p:sp>
      <p:sp>
        <p:nvSpPr>
          <p:cNvPr id="195" name="図プレースホルダー 52"/>
          <p:cNvSpPr/>
          <p:nvPr/>
        </p:nvSpPr>
        <p:spPr>
          <a:xfrm>
            <a:off x="5858640" y="2652840"/>
            <a:ext cx="5545440" cy="3869640"/>
          </a:xfrm>
          <a:custGeom>
            <a:avLst/>
            <a:gdLst>
              <a:gd name="textAreaLeft" fmla="*/ 0 w 5545440"/>
              <a:gd name="textAreaRight" fmla="*/ 5546160 w 5545440"/>
              <a:gd name="textAreaTop" fmla="*/ 0 h 3869640"/>
              <a:gd name="textAreaBottom" fmla="*/ 3870360 h 386964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6" name="図プレースホルダー 52"/>
          <p:cNvSpPr/>
          <p:nvPr/>
        </p:nvSpPr>
        <p:spPr>
          <a:xfrm>
            <a:off x="335520" y="2557800"/>
            <a:ext cx="5545440" cy="3964680"/>
          </a:xfrm>
          <a:custGeom>
            <a:avLst/>
            <a:gdLst>
              <a:gd name="textAreaLeft" fmla="*/ 0 w 5545440"/>
              <a:gd name="textAreaRight" fmla="*/ 5546160 w 5545440"/>
              <a:gd name="textAreaTop" fmla="*/ 0 h 3964680"/>
              <a:gd name="textAreaBottom" fmla="*/ 3965400 h 396468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hasCustomPrompt="1"/>
          </p:nvPr>
        </p:nvSpPr>
        <p:spPr>
          <a:xfrm>
            <a:off x="5094360" y="1933200"/>
            <a:ext cx="6701040" cy="1769400"/>
          </a:xfrm>
          <a:prstGeom prst="rect">
            <a:avLst/>
          </a:prstGeom>
          <a:noFill/>
          <a:ln w="0">
            <a:noFill/>
          </a:ln>
        </p:spPr>
        <p:txBody>
          <a:bodyPr lIns="0" tIns="0" rIns="0" bIns="0" anchor="b">
            <a:noAutofit/>
          </a:bodyPr>
          <a:p>
            <a:pPr indent="0" algn="r" defTabSz="914400">
              <a:lnSpc>
                <a:spcPct val="80000"/>
              </a:lnSpc>
              <a:buNone/>
              <a:tabLst>
                <a:tab pos="0" algn="l"/>
              </a:tabLst>
            </a:pPr>
            <a:br>
              <a:rPr sz="6000"/>
            </a:br>
            <a:r>
              <a:rPr lang="ja-JP" sz="6000" b="1" u="none" spc="99" strike="noStrike">
                <a:solidFill>
                  <a:schemeClr val="dk1"/>
                </a:solidFill>
                <a:effectLst/>
                <a:uFillTx/>
                <a:latin typeface="Meiryo UI"/>
                <a:ea typeface="Meiryo UI"/>
              </a:rPr>
              <a:t>ヘッダー情報と</a:t>
            </a:r>
            <a:br>
              <a:rPr sz="6000"/>
            </a:br>
            <a:r>
              <a:rPr lang="ja-JP" sz="6000" b="1" u="none" spc="99" strike="noStrike">
                <a:solidFill>
                  <a:schemeClr val="dk1"/>
                </a:solidFill>
                <a:effectLst/>
                <a:uFillTx/>
                <a:latin typeface="Meiryo UI"/>
                <a:ea typeface="Meiryo UI"/>
              </a:rPr>
              <a:t>プロトコル</a:t>
            </a:r>
            <a:endParaRPr lang="en-US" sz="6000" b="1" u="none" spc="99" strike="noStrike">
              <a:solidFill>
                <a:schemeClr val="dk1"/>
              </a:solidFill>
              <a:effectLst/>
              <a:uFillTx/>
              <a:latin typeface="Meiryo UI"/>
            </a:endParaRPr>
          </a:p>
        </p:txBody>
      </p:sp>
      <p:sp>
        <p:nvSpPr>
          <p:cNvPr id="198"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プロトコル</a:t>
            </a:r>
            <a:endParaRPr lang="en-US" sz="4400" b="1" u="none" spc="99" strike="noStrike">
              <a:solidFill>
                <a:schemeClr val="dk1"/>
              </a:solidFill>
              <a:effectLst/>
              <a:uFillTx/>
              <a:latin typeface="Meiryo UI"/>
            </a:endParaRPr>
          </a:p>
        </p:txBody>
      </p:sp>
      <p:sp>
        <p:nvSpPr>
          <p:cNvPr id="200" name="PlaceHolder 2"/>
          <p:cNvSpPr>
            <a:spLocks noGrp="1"/>
          </p:cNvSpPr>
          <p:nvPr>
            <p:ph hasCustomPrompt="1"/>
          </p:nvPr>
        </p:nvSpPr>
        <p:spPr>
          <a:xfrm>
            <a:off x="665640" y="1347120"/>
            <a:ext cx="4411440" cy="2472120"/>
          </a:xfrm>
          <a:prstGeom prst="rect">
            <a:avLst/>
          </a:prstGeom>
          <a:noFill/>
          <a:ln w="0">
            <a:noFill/>
          </a:ln>
        </p:spPr>
        <p:txBody>
          <a:bodyPr lIns="0" tIns="274320" rIns="91440" bIns="45720" anchor="t">
            <a:normAutofit fontScale="92500" lnSpcReduction="9999"/>
          </a:bodyPr>
          <a:p>
            <a:pPr indent="0" algn="l" defTabSz="914400">
              <a:lnSpc>
                <a:spcPct val="90000"/>
              </a:lnSpc>
              <a:spcBef>
                <a:spcPts val="1800"/>
              </a:spcBef>
              <a:buNone/>
              <a:tabLst>
                <a:tab pos="0" algn="l"/>
              </a:tabLst>
            </a:pPr>
            <a:r>
              <a:rPr lang="ja-JP" sz="2400" b="1" u="none" strike="noStrike">
                <a:solidFill>
                  <a:schemeClr val="dk1"/>
                </a:solidFill>
                <a:effectLst/>
                <a:uFillTx/>
                <a:latin typeface="Meiryo UI"/>
                <a:ea typeface="Meiryo UI"/>
              </a:rPr>
              <a:t>プロトコル</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プロトコルはネットワーク上でデータをやり取りするための通信規約（ルール）です。</a:t>
            </a:r>
            <a:br>
              <a:rPr sz="2000"/>
            </a:br>
            <a:r>
              <a:rPr lang="ja-JP" sz="2000" b="0" u="none" strike="noStrike">
                <a:solidFill>
                  <a:schemeClr val="dk1"/>
                </a:solidFill>
                <a:effectLst/>
                <a:uFillTx/>
                <a:latin typeface="Meiryo UI"/>
                <a:ea typeface="Meiryo UI"/>
              </a:rPr>
              <a:t>どのような形式でデータを送るか、エラーが起きたときにどう対処するか、通信の開始・終了をどう扱うか、などを定めています。</a:t>
            </a:r>
            <a:endParaRPr lang="en-US" sz="2000" b="0" u="none" strike="noStrike">
              <a:solidFill>
                <a:schemeClr val="dk1"/>
              </a:solidFill>
              <a:effectLst/>
              <a:uFillTx/>
              <a:latin typeface="Meiryo UI"/>
            </a:endParaRPr>
          </a:p>
        </p:txBody>
      </p:sp>
      <p:pic>
        <p:nvPicPr>
          <p:cNvPr id="201" name="図プレースホルダー 52"/>
          <p:cNvPicPr/>
          <p:nvPr/>
        </p:nvPicPr>
        <p:blipFill>
          <a:blip r:embed="rId1"/>
          <a:stretch/>
        </p:blipFill>
        <p:spPr>
          <a:xfrm>
            <a:off x="5535000" y="1347120"/>
            <a:ext cx="5808960" cy="399852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各階層のプロトコルの代表例</a:t>
            </a:r>
            <a:endParaRPr lang="en-US" sz="4400" b="1" u="none" spc="51" strike="noStrike">
              <a:solidFill>
                <a:schemeClr val="dk1"/>
              </a:solidFill>
              <a:effectLst/>
              <a:uFillTx/>
              <a:latin typeface="Meiryo UI"/>
            </a:endParaRPr>
          </a:p>
        </p:txBody>
      </p:sp>
      <p:pic>
        <p:nvPicPr>
          <p:cNvPr id="203" name="コンテンツ プレースホルダー 6" descr="テーブル&#10;&#10;自動的に生成された説明"/>
          <p:cNvPicPr/>
          <p:nvPr/>
        </p:nvPicPr>
        <p:blipFill>
          <a:blip r:embed="rId1"/>
          <a:stretch/>
        </p:blipFill>
        <p:spPr>
          <a:xfrm>
            <a:off x="594360" y="2140920"/>
            <a:ext cx="11090160" cy="452700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hasCustomPrompt="1"/>
          </p:nvPr>
        </p:nvSpPr>
        <p:spPr>
          <a:xfrm>
            <a:off x="6318720" y="3499560"/>
            <a:ext cx="4625640" cy="2541960"/>
          </a:xfrm>
          <a:prstGeom prst="rect">
            <a:avLst/>
          </a:prstGeom>
          <a:noFill/>
          <a:ln w="0">
            <a:noFill/>
          </a:ln>
        </p:spPr>
        <p:txBody>
          <a:bodyPr lIns="0" tIns="0" rIns="0" bIns="0" anchor="b">
            <a:noAutofit/>
          </a:bodyPr>
          <a:p>
            <a:pPr indent="0" algn="l" defTabSz="914400">
              <a:lnSpc>
                <a:spcPct val="100000"/>
              </a:lnSpc>
              <a:buNone/>
              <a:tabLst>
                <a:tab pos="0" algn="l"/>
              </a:tabLst>
            </a:pPr>
            <a:r>
              <a:rPr lang="ja-JP" sz="4400" b="1" u="none" spc="99" strike="noStrike">
                <a:solidFill>
                  <a:schemeClr val="dk1"/>
                </a:solidFill>
                <a:effectLst/>
                <a:uFillTx/>
                <a:latin typeface="Meiryo UI"/>
                <a:ea typeface="Meiryo UI"/>
              </a:rPr>
              <a:t>ヘッダー情報</a:t>
            </a:r>
            <a:endParaRPr lang="en-US" sz="4400" b="1" u="none" spc="99" strike="noStrike">
              <a:solidFill>
                <a:schemeClr val="dk1"/>
              </a:solidFill>
              <a:effectLst/>
              <a:uFillTx/>
              <a:latin typeface="Meiryo UI"/>
            </a:endParaRPr>
          </a:p>
        </p:txBody>
      </p:sp>
      <p:sp>
        <p:nvSpPr>
          <p:cNvPr id="205" name="PlaceHolder 2"/>
          <p:cNvSpPr>
            <a:spLocks noGrp="1"/>
          </p:cNvSpPr>
          <p:nvPr>
            <p:ph hasCustomPrompt="1"/>
          </p:nvPr>
        </p:nvSpPr>
        <p:spPr>
          <a:xfrm>
            <a:off x="675000" y="2799720"/>
            <a:ext cx="5197680" cy="2304360"/>
          </a:xfrm>
          <a:prstGeom prst="rect">
            <a:avLst/>
          </a:prstGeom>
          <a:noFill/>
          <a:ln w="0">
            <a:noFill/>
          </a:ln>
        </p:spPr>
        <p:txBody>
          <a:bodyPr lIns="0" tIns="274320" rIns="91440" bIns="45720" anchor="t">
            <a:normAutofit lnSpcReduction="9999"/>
          </a:bodyPr>
          <a:p>
            <a:pPr indent="0" algn="l" defTabSz="914400">
              <a:lnSpc>
                <a:spcPct val="90000"/>
              </a:lnSpc>
              <a:spcBef>
                <a:spcPts val="1800"/>
              </a:spcBef>
              <a:buNone/>
              <a:tabLst>
                <a:tab pos="0" algn="l"/>
              </a:tabLst>
            </a:pPr>
            <a:r>
              <a:rPr lang="ja-JP" sz="3200" b="1" u="none" strike="noStrike">
                <a:solidFill>
                  <a:schemeClr val="dk1"/>
                </a:solidFill>
                <a:effectLst/>
                <a:uFillTx/>
                <a:latin typeface="Meiryo UI"/>
                <a:ea typeface="Meiryo UI"/>
              </a:rPr>
              <a:t>ヘッダー情報</a:t>
            </a:r>
            <a:endParaRPr lang="en-US" sz="32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1" u="none" strike="noStrike">
                <a:solidFill>
                  <a:schemeClr val="dk1"/>
                </a:solidFill>
                <a:effectLst/>
                <a:uFillTx/>
                <a:latin typeface="Meiryo UI"/>
                <a:ea typeface="Meiryo UI"/>
              </a:rPr>
              <a:t>ヘッダー情報</a:t>
            </a:r>
            <a:r>
              <a:rPr lang="ja-JP" sz="2000" b="0" u="none" strike="noStrike">
                <a:solidFill>
                  <a:schemeClr val="dk1"/>
                </a:solidFill>
                <a:effectLst/>
                <a:uFillTx/>
                <a:latin typeface="Meiryo UI"/>
                <a:ea typeface="Meiryo UI"/>
              </a:rPr>
              <a:t>とは、送信するデータ（ペイロード）の前に付加される</a:t>
            </a:r>
            <a:r>
              <a:rPr lang="ja-JP" sz="2000" b="1" u="none" strike="noStrike">
                <a:solidFill>
                  <a:schemeClr val="dk1"/>
                </a:solidFill>
                <a:effectLst/>
                <a:uFillTx/>
                <a:latin typeface="Meiryo UI"/>
                <a:ea typeface="Meiryo UI"/>
              </a:rPr>
              <a:t>制御情報</a:t>
            </a:r>
            <a:r>
              <a:rPr lang="ja-JP" sz="2000" b="0" u="none" strike="noStrike">
                <a:solidFill>
                  <a:schemeClr val="dk1"/>
                </a:solidFill>
                <a:effectLst/>
                <a:uFillTx/>
                <a:latin typeface="Meiryo UI"/>
                <a:ea typeface="Meiryo UI"/>
              </a:rPr>
              <a:t>です。</a:t>
            </a:r>
            <a:br>
              <a:rPr sz="2000"/>
            </a:br>
            <a:r>
              <a:rPr lang="ja-JP" sz="2000" b="0" u="none" strike="noStrike">
                <a:solidFill>
                  <a:schemeClr val="dk1"/>
                </a:solidFill>
                <a:effectLst/>
                <a:uFillTx/>
                <a:latin typeface="Meiryo UI"/>
                <a:ea typeface="Meiryo UI"/>
              </a:rPr>
              <a:t>このヘッダーにより、受信側は「誰から来たか」「誰宛か」「どのプロトコルで処理すべきか」などを</a:t>
            </a:r>
            <a:r>
              <a:rPr lang="ja-JP" sz="2000" b="0" u="none" strike="noStrike">
                <a:solidFill>
                  <a:schemeClr val="dk1"/>
                </a:solidFill>
                <a:effectLst/>
                <a:uFillTx/>
                <a:latin typeface="Meiryo UI"/>
                <a:ea typeface="Meiryo UI"/>
              </a:rPr>
              <a:t>判断できます。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hasCustomPrompt="1"/>
          </p:nvPr>
        </p:nvSpPr>
        <p:spPr>
          <a:xfrm>
            <a:off x="594360" y="278280"/>
            <a:ext cx="8909280" cy="1494000"/>
          </a:xfrm>
          <a:prstGeom prst="rect">
            <a:avLst/>
          </a:prstGeom>
          <a:noFill/>
          <a:ln w="0">
            <a:noFill/>
          </a:ln>
        </p:spPr>
        <p:txBody>
          <a:bodyPr lIns="0" tIns="0" rIns="0" bIns="0" anchor="b">
            <a:noAutofit/>
          </a:bodyPr>
          <a:p>
            <a:pPr indent="0" algn="l" defTabSz="914400">
              <a:lnSpc>
                <a:spcPct val="90000"/>
              </a:lnSpc>
              <a:buNone/>
              <a:tabLst>
                <a:tab pos="0" algn="l"/>
              </a:tabLst>
            </a:pPr>
            <a:r>
              <a:rPr lang="ja-JP" sz="4400" b="1" u="none" spc="99" strike="noStrike">
                <a:solidFill>
                  <a:schemeClr val="dk1"/>
                </a:solidFill>
                <a:effectLst/>
                <a:uFillTx/>
                <a:latin typeface="Meiryo UI"/>
                <a:ea typeface="Meiryo UI"/>
              </a:rPr>
              <a:t>ヘッダーとプロトコルの関係</a:t>
            </a:r>
            <a:endParaRPr lang="en-US" sz="4400" b="1" u="none" spc="99" strike="noStrike">
              <a:solidFill>
                <a:schemeClr val="dk1"/>
              </a:solidFill>
              <a:effectLst/>
              <a:uFillTx/>
              <a:latin typeface="Meiryo UI"/>
            </a:endParaRPr>
          </a:p>
        </p:txBody>
      </p:sp>
      <p:sp>
        <p:nvSpPr>
          <p:cNvPr id="207" name="PlaceHolder 2"/>
          <p:cNvSpPr>
            <a:spLocks noGrp="1"/>
          </p:cNvSpPr>
          <p:nvPr>
            <p:ph hasCustomPrompt="1"/>
          </p:nvPr>
        </p:nvSpPr>
        <p:spPr>
          <a:xfrm>
            <a:off x="594360" y="2676600"/>
            <a:ext cx="4490280" cy="751680"/>
          </a:xfrm>
          <a:prstGeom prst="rect">
            <a:avLst/>
          </a:prstGeom>
          <a:noFill/>
          <a:ln w="0">
            <a:noFill/>
          </a:ln>
        </p:spPr>
        <p:txBody>
          <a:bodyPr lIns="0" tIns="45720" rIns="0" bIns="0" anchor="t">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各プロトコルは、それぞれ</a:t>
            </a:r>
            <a:r>
              <a:rPr lang="ja-JP" sz="2000" b="1" u="none" strike="noStrike">
                <a:solidFill>
                  <a:schemeClr val="dk1"/>
                </a:solidFill>
                <a:effectLst/>
                <a:uFillTx/>
                <a:latin typeface="Meiryo UI"/>
                <a:ea typeface="Meiryo UI"/>
              </a:rPr>
              <a:t>独自のヘッダー形式</a:t>
            </a:r>
            <a:r>
              <a:rPr lang="ja-JP" sz="2000" b="0" u="none" strike="noStrike">
                <a:solidFill>
                  <a:schemeClr val="dk1"/>
                </a:solidFill>
                <a:effectLst/>
                <a:uFillTx/>
                <a:latin typeface="Meiryo UI"/>
                <a:ea typeface="Meiryo UI"/>
              </a:rPr>
              <a:t>を持っています。</a:t>
            </a:r>
            <a:endParaRPr lang="en-US" sz="2000" b="0" u="none" strike="noStrike">
              <a:solidFill>
                <a:schemeClr val="dk1"/>
              </a:solidFill>
              <a:effectLst/>
              <a:uFillTx/>
              <a:latin typeface="Meiryo UI"/>
            </a:endParaRPr>
          </a:p>
        </p:txBody>
      </p:sp>
      <p:sp>
        <p:nvSpPr>
          <p:cNvPr id="208" name="PlaceHolder 3"/>
          <p:cNvSpPr>
            <a:spLocks noGrp="1"/>
          </p:cNvSpPr>
          <p:nvPr>
            <p:ph hasCustomPrompt="1"/>
          </p:nvPr>
        </p:nvSpPr>
        <p:spPr>
          <a:xfrm>
            <a:off x="4732920" y="3709800"/>
            <a:ext cx="2572560" cy="2102040"/>
          </a:xfrm>
          <a:prstGeom prst="rect">
            <a:avLst/>
          </a:prstGeom>
          <a:noFill/>
          <a:ln w="0">
            <a:noFill/>
          </a:ln>
        </p:spPr>
        <p:txBody>
          <a:bodyPr lIns="0" tIns="45720" rIns="0" bIns="0" anchor="t">
            <a:normAutofit lnSpcReduction="9999"/>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ヘッダー</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送信元</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宛先</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上位プロトコル番号</a:t>
            </a:r>
            <a:endParaRPr lang="en-US" sz="2000" b="0" u="none" strike="noStrike">
              <a:solidFill>
                <a:schemeClr val="dk1"/>
              </a:solidFill>
              <a:effectLst/>
              <a:uFillTx/>
              <a:latin typeface="Meiryo UI"/>
            </a:endParaRPr>
          </a:p>
        </p:txBody>
      </p:sp>
      <p:sp>
        <p:nvSpPr>
          <p:cNvPr id="209" name="コンテンツ プレースホルダー 3"/>
          <p:cNvSpPr/>
          <p:nvPr/>
        </p:nvSpPr>
        <p:spPr>
          <a:xfrm>
            <a:off x="1106280" y="3709800"/>
            <a:ext cx="2572560" cy="2102040"/>
          </a:xfrm>
          <a:prstGeom prst="rect">
            <a:avLst/>
          </a:prstGeom>
          <a:noFill/>
          <a:ln w="0">
            <a:noFill/>
          </a:ln>
        </p:spPr>
        <p:style>
          <a:lnRef idx="0"/>
          <a:fillRef idx="0"/>
          <a:effectRef idx="0"/>
          <a:fontRef idx="minor"/>
        </p:style>
        <p:txBody>
          <a:bodyPr lIns="0" tIns="45000" rIns="0" bIns="0" anchor="t">
            <a:normAutofit fontScale="92500" lnSpcReduction="9999"/>
          </a:bodyPr>
          <a:p>
            <a:pPr defTabSz="914400">
              <a:lnSpc>
                <a:spcPct val="90000"/>
              </a:lnSpc>
              <a:spcBef>
                <a:spcPts val="1800"/>
              </a:spcBef>
              <a:tabLst>
                <a:tab pos="0" algn="l"/>
              </a:tabLst>
            </a:pPr>
            <a:r>
              <a:rPr lang="en-US" sz="2000" b="0" u="none" strike="noStrike">
                <a:solidFill>
                  <a:schemeClr val="dk1"/>
                </a:solidFill>
                <a:effectLst/>
                <a:uFillTx/>
                <a:latin typeface="Meiryo UI"/>
                <a:ea typeface="Meiryo UI"/>
              </a:rPr>
              <a:t>Ethernet</a:t>
            </a:r>
            <a:r>
              <a:rPr lang="ja-JP" sz="2000" b="0" u="none" strike="noStrike">
                <a:solidFill>
                  <a:schemeClr val="dk1"/>
                </a:solidFill>
                <a:effectLst/>
                <a:uFillTx/>
                <a:latin typeface="Meiryo UI"/>
                <a:ea typeface="Meiryo UI"/>
              </a:rPr>
              <a:t>ヘッダー</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送信元</a:t>
            </a:r>
            <a:r>
              <a:rPr lang="en-US" sz="2000" b="0" u="none" strike="noStrike">
                <a:solidFill>
                  <a:schemeClr val="dk1"/>
                </a:solidFill>
                <a:effectLst/>
                <a:uFillTx/>
                <a:latin typeface="Meiryo UI"/>
                <a:ea typeface="Meiryo UI"/>
              </a:rPr>
              <a:t>MAC</a:t>
            </a:r>
            <a:r>
              <a:rPr lang="ja-JP" sz="2000" b="0" u="none" strike="noStrike">
                <a:solidFill>
                  <a:schemeClr val="dk1"/>
                </a:solidFill>
                <a:effectLst/>
                <a:uFillTx/>
                <a:latin typeface="Meiryo UI"/>
                <a:ea typeface="Meiryo UI"/>
              </a:rPr>
              <a:t>アドレス</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宛先</a:t>
            </a:r>
            <a:r>
              <a:rPr lang="en-US" sz="2000" b="0" u="none" strike="noStrike">
                <a:solidFill>
                  <a:schemeClr val="dk1"/>
                </a:solidFill>
                <a:effectLst/>
                <a:uFillTx/>
                <a:latin typeface="Meiryo UI"/>
                <a:ea typeface="Meiryo UI"/>
              </a:rPr>
              <a:t>MAC</a:t>
            </a:r>
            <a:r>
              <a:rPr lang="ja-JP" sz="2000" b="0" u="none" strike="noStrike">
                <a:solidFill>
                  <a:schemeClr val="dk1"/>
                </a:solidFill>
                <a:effectLst/>
                <a:uFillTx/>
                <a:latin typeface="Meiryo UI"/>
                <a:ea typeface="Meiryo UI"/>
              </a:rPr>
              <a:t>アドレス</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上位プロトコル種別</a:t>
            </a:r>
            <a:endParaRPr lang="en-US" sz="2000" b="0" u="none" strike="noStrike">
              <a:solidFill>
                <a:srgbClr val="000000"/>
              </a:solidFill>
              <a:effectLst/>
              <a:uFillTx/>
              <a:latin typeface="Arial"/>
            </a:endParaRPr>
          </a:p>
        </p:txBody>
      </p:sp>
      <p:sp>
        <p:nvSpPr>
          <p:cNvPr id="210" name="コンテンツ プレースホルダー 3"/>
          <p:cNvSpPr/>
          <p:nvPr/>
        </p:nvSpPr>
        <p:spPr>
          <a:xfrm>
            <a:off x="8217720" y="3709800"/>
            <a:ext cx="2572560" cy="2381400"/>
          </a:xfrm>
          <a:prstGeom prst="rect">
            <a:avLst/>
          </a:prstGeom>
          <a:noFill/>
          <a:ln w="0">
            <a:noFill/>
          </a:ln>
        </p:spPr>
        <p:style>
          <a:lnRef idx="0"/>
          <a:fillRef idx="0"/>
          <a:effectRef idx="0"/>
          <a:fontRef idx="minor"/>
        </p:style>
        <p:txBody>
          <a:bodyPr lIns="0" tIns="45000" rIns="0" bIns="0" anchor="t">
            <a:normAutofit/>
          </a:bodyPr>
          <a:p>
            <a:pPr defTabSz="914400">
              <a:lnSpc>
                <a:spcPct val="90000"/>
              </a:lnSpc>
              <a:spcBef>
                <a:spcPts val="1800"/>
              </a:spcBef>
              <a:tabLst>
                <a:tab pos="0" algn="l"/>
              </a:tabLst>
            </a:pPr>
            <a:r>
              <a:rPr lang="en-US" sz="2000" b="0" u="none" strike="noStrike">
                <a:solidFill>
                  <a:schemeClr val="dk1"/>
                </a:solidFill>
                <a:effectLst/>
                <a:uFillTx/>
                <a:latin typeface="Meiryo UI"/>
                <a:ea typeface="Meiryo UI"/>
              </a:rPr>
              <a:t>TCP</a:t>
            </a:r>
            <a:r>
              <a:rPr lang="ja-JP" sz="2000" b="0" u="none" strike="noStrike">
                <a:solidFill>
                  <a:schemeClr val="dk1"/>
                </a:solidFill>
                <a:effectLst/>
                <a:uFillTx/>
                <a:latin typeface="Meiryo UI"/>
                <a:ea typeface="Meiryo UI"/>
              </a:rPr>
              <a:t>ヘッダー</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送信元ポート番号</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宛先ポート番号</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シーケンス番号</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制御フラグ</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hasCustomPrompt="1"/>
          </p:nvPr>
        </p:nvSpPr>
        <p:spPr>
          <a:xfrm>
            <a:off x="1131120" y="334800"/>
            <a:ext cx="9453960" cy="1230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2400" b="1" u="none" spc="99" strike="noStrike">
                <a:solidFill>
                  <a:schemeClr val="dk1"/>
                </a:solidFill>
                <a:effectLst/>
                <a:uFillTx/>
                <a:latin typeface="Meiryo UI"/>
                <a:ea typeface="Meiryo UI"/>
              </a:rPr>
              <a:t>というのが下図で行われています。</a:t>
            </a:r>
            <a:br>
              <a:rPr sz="2400"/>
            </a:br>
            <a:r>
              <a:rPr lang="ja-JP" sz="2400" b="1" u="none" spc="99" strike="noStrike">
                <a:solidFill>
                  <a:schemeClr val="dk1"/>
                </a:solidFill>
                <a:effectLst/>
                <a:uFillTx/>
                <a:latin typeface="Meiryo UI"/>
                <a:ea typeface="Meiryo UI"/>
              </a:rPr>
              <a:t>実際に障害が起きたときは、どこで問題が起きているのか</a:t>
            </a:r>
            <a:br>
              <a:rPr sz="2400"/>
            </a:br>
            <a:r>
              <a:rPr lang="ja-JP" sz="2400" b="1" u="none" spc="99" strike="noStrike">
                <a:solidFill>
                  <a:schemeClr val="dk1"/>
                </a:solidFill>
                <a:effectLst/>
                <a:uFillTx/>
                <a:latin typeface="Meiryo UI"/>
                <a:ea typeface="Meiryo UI"/>
              </a:rPr>
              <a:t>特定する必要があります。</a:t>
            </a:r>
            <a:endParaRPr lang="en-US" sz="2400" b="1" u="none" spc="99" strike="noStrike">
              <a:solidFill>
                <a:schemeClr val="dk1"/>
              </a:solidFill>
              <a:effectLst/>
              <a:uFillTx/>
              <a:latin typeface="Meiryo UI"/>
            </a:endParaRPr>
          </a:p>
        </p:txBody>
      </p:sp>
      <p:sp>
        <p:nvSpPr>
          <p:cNvPr id="212" name="図プレースホルダー 52"/>
          <p:cNvSpPr/>
          <p:nvPr/>
        </p:nvSpPr>
        <p:spPr>
          <a:xfrm>
            <a:off x="5858640" y="2652840"/>
            <a:ext cx="5545440" cy="3869640"/>
          </a:xfrm>
          <a:custGeom>
            <a:avLst/>
            <a:gdLst>
              <a:gd name="textAreaLeft" fmla="*/ 0 w 5545440"/>
              <a:gd name="textAreaRight" fmla="*/ 5546160 w 5545440"/>
              <a:gd name="textAreaTop" fmla="*/ 0 h 3869640"/>
              <a:gd name="textAreaBottom" fmla="*/ 3870360 h 386964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1"/>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13" name="図プレースホルダー 52"/>
          <p:cNvSpPr/>
          <p:nvPr/>
        </p:nvSpPr>
        <p:spPr>
          <a:xfrm>
            <a:off x="335520" y="2557800"/>
            <a:ext cx="5545440" cy="3964680"/>
          </a:xfrm>
          <a:custGeom>
            <a:avLst/>
            <a:gdLst>
              <a:gd name="textAreaLeft" fmla="*/ 0 w 5545440"/>
              <a:gd name="textAreaRight" fmla="*/ 5546160 w 5545440"/>
              <a:gd name="textAreaTop" fmla="*/ 0 h 3964680"/>
              <a:gd name="textAreaBottom" fmla="*/ 3965400 h 396468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title" hasCustomPrompt="1"/>
          </p:nvPr>
        </p:nvSpPr>
        <p:spPr>
          <a:xfrm>
            <a:off x="4860000" y="411480"/>
            <a:ext cx="6935400" cy="3291120"/>
          </a:xfrm>
          <a:prstGeom prst="rect">
            <a:avLst/>
          </a:prstGeom>
          <a:noFill/>
          <a:ln w="0">
            <a:noFill/>
          </a:ln>
        </p:spPr>
        <p:txBody>
          <a:bodyPr lIns="0" tIns="0" rIns="0" bIns="0" anchor="b">
            <a:noAutofit/>
          </a:bodyPr>
          <a:p>
            <a:pPr indent="0" algn="ctr" defTabSz="914400">
              <a:lnSpc>
                <a:spcPct val="80000"/>
              </a:lnSpc>
              <a:buNone/>
              <a:tabLst>
                <a:tab pos="0" algn="l"/>
              </a:tabLst>
            </a:pPr>
            <a:br>
              <a:rPr sz="6000"/>
            </a:br>
            <a:r>
              <a:rPr lang="en-US" sz="6000" b="1" u="none" spc="99" strike="noStrike">
                <a:solidFill>
                  <a:schemeClr val="dk1"/>
                </a:solidFill>
                <a:effectLst/>
                <a:uFillTx/>
                <a:latin typeface="Meiryo UI"/>
                <a:ea typeface="Meiryo UI"/>
              </a:rPr>
              <a:t>OSI</a:t>
            </a:r>
            <a:r>
              <a:rPr lang="ja-JP" sz="6000" b="1" u="none" spc="99" strike="noStrike">
                <a:solidFill>
                  <a:schemeClr val="dk1"/>
                </a:solidFill>
                <a:effectLst/>
                <a:uFillTx/>
                <a:latin typeface="Meiryo UI"/>
                <a:ea typeface="Meiryo UI"/>
              </a:rPr>
              <a:t>参照モデルの</a:t>
            </a:r>
            <a:br>
              <a:rPr sz="6000"/>
            </a:br>
            <a:r>
              <a:rPr lang="ja-JP" sz="6000" b="1" u="none" spc="99" strike="noStrike">
                <a:solidFill>
                  <a:schemeClr val="dk1"/>
                </a:solidFill>
                <a:effectLst/>
                <a:uFillTx/>
                <a:latin typeface="Meiryo UI"/>
                <a:ea typeface="Meiryo UI"/>
              </a:rPr>
              <a:t>各レイヤーについて</a:t>
            </a:r>
            <a:endParaRPr lang="en-US" sz="6000" b="1" u="none" spc="99" strike="noStrike">
              <a:solidFill>
                <a:schemeClr val="dk1"/>
              </a:solidFill>
              <a:effectLst/>
              <a:uFillTx/>
              <a:latin typeface="Meiryo UI"/>
            </a:endParaRPr>
          </a:p>
        </p:txBody>
      </p:sp>
      <p:sp>
        <p:nvSpPr>
          <p:cNvPr id="215"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図プレースホルダー 52"/>
          <p:cNvPicPr/>
          <p:nvPr/>
        </p:nvPicPr>
        <p:blipFill>
          <a:blip r:embed="rId1"/>
          <a:stretch/>
        </p:blipFill>
        <p:spPr>
          <a:xfrm>
            <a:off x="5794920" y="1159200"/>
            <a:ext cx="5454720" cy="5595120"/>
          </a:xfrm>
          <a:prstGeom prst="rect">
            <a:avLst/>
          </a:prstGeom>
          <a:noFill/>
          <a:ln w="0">
            <a:noFill/>
          </a:ln>
        </p:spPr>
      </p:pic>
      <p:sp>
        <p:nvSpPr>
          <p:cNvPr id="217" name="PlaceHolder 1"/>
          <p:cNvSpPr>
            <a:spLocks noGrp="1"/>
          </p:cNvSpPr>
          <p:nvPr>
            <p:ph type="title" hasCustomPrompt="1"/>
          </p:nvPr>
        </p:nvSpPr>
        <p:spPr>
          <a:xfrm>
            <a:off x="643320" y="0"/>
            <a:ext cx="964296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ここからは</a:t>
            </a:r>
            <a:r>
              <a:rPr lang="en-US" sz="4400" b="1" u="none" spc="99" strike="noStrike">
                <a:solidFill>
                  <a:schemeClr val="dk1"/>
                </a:solidFill>
                <a:effectLst/>
                <a:uFillTx/>
                <a:latin typeface="Meiryo UI"/>
                <a:ea typeface="Meiryo UI"/>
              </a:rPr>
              <a:t>OSI</a:t>
            </a:r>
            <a:r>
              <a:rPr lang="ja-JP" sz="4400" b="1" u="none" spc="99" strike="noStrike">
                <a:solidFill>
                  <a:schemeClr val="dk1"/>
                </a:solidFill>
                <a:effectLst/>
                <a:uFillTx/>
                <a:latin typeface="Meiryo UI"/>
                <a:ea typeface="Meiryo UI"/>
              </a:rPr>
              <a:t>参照モデルの各階層についてみていきましょう</a:t>
            </a:r>
            <a:endParaRPr lang="en-US" sz="44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hasCustomPrompt="1"/>
          </p:nvPr>
        </p:nvSpPr>
        <p:spPr>
          <a:xfrm>
            <a:off x="594360" y="189720"/>
            <a:ext cx="732564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7</a:t>
            </a:r>
            <a:r>
              <a:rPr lang="ja-JP" sz="4400" b="1" u="none" spc="51" strike="noStrike">
                <a:solidFill>
                  <a:schemeClr val="dk1"/>
                </a:solidFill>
                <a:effectLst/>
                <a:uFillTx/>
                <a:latin typeface="Meiryo UI"/>
                <a:ea typeface="Meiryo UI"/>
              </a:rPr>
              <a:t>層：アプリケーション層</a:t>
            </a:r>
            <a:endParaRPr lang="en-US" sz="4400" b="1" u="none" spc="51" strike="noStrike">
              <a:solidFill>
                <a:schemeClr val="dk1"/>
              </a:solidFill>
              <a:effectLst/>
              <a:uFillTx/>
              <a:latin typeface="Meiryo UI"/>
            </a:endParaRPr>
          </a:p>
        </p:txBody>
      </p:sp>
      <p:sp>
        <p:nvSpPr>
          <p:cNvPr id="219" name="PlaceHolder 2"/>
          <p:cNvSpPr>
            <a:spLocks noGrp="1"/>
          </p:cNvSpPr>
          <p:nvPr>
            <p:ph hasCustomPrompt="1"/>
          </p:nvPr>
        </p:nvSpPr>
        <p:spPr>
          <a:xfrm>
            <a:off x="343800" y="4674240"/>
            <a:ext cx="6496200" cy="1502280"/>
          </a:xfrm>
          <a:prstGeom prst="rect">
            <a:avLst/>
          </a:prstGeom>
          <a:noFill/>
          <a:ln w="0">
            <a:noFill/>
          </a:ln>
        </p:spPr>
        <p:txBody>
          <a:bodyPr lIns="0" tIns="228600" rIns="0" bIns="0" anchor="t">
            <a:norm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ユーザーやアプリケーションに直接サービスを提供</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ネットワークアプリケーションの動作定義</a:t>
            </a:r>
            <a:endParaRPr lang="en-US" sz="2400" b="1" u="none" strike="noStrike">
              <a:solidFill>
                <a:schemeClr val="lt2">
                  <a:lumMod val="75000"/>
                </a:schemeClr>
              </a:solidFill>
              <a:effectLst/>
              <a:uFillTx/>
              <a:latin typeface="Meiryo UI"/>
            </a:endParaRPr>
          </a:p>
        </p:txBody>
      </p:sp>
      <p:sp>
        <p:nvSpPr>
          <p:cNvPr id="220" name="四角形: 角を丸くする 6"/>
          <p:cNvSpPr/>
          <p:nvPr/>
        </p:nvSpPr>
        <p:spPr>
          <a:xfrm>
            <a:off x="343800" y="417312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21" name="コンテンツ プレースホルダー 2"/>
          <p:cNvSpPr/>
          <p:nvPr/>
        </p:nvSpPr>
        <p:spPr>
          <a:xfrm>
            <a:off x="7382160" y="4674240"/>
            <a:ext cx="3337920" cy="1502280"/>
          </a:xfrm>
          <a:prstGeom prst="rect">
            <a:avLst/>
          </a:prstGeom>
          <a:noFill/>
          <a:ln w="0">
            <a:noFill/>
          </a:ln>
        </p:spPr>
        <p:style>
          <a:lnRef idx="0"/>
          <a:fillRef idx="0"/>
          <a:effectRef idx="0"/>
          <a:fontRef idx="minor"/>
        </p:style>
        <p:txBody>
          <a:bodyPr lIns="0" tIns="228600" rIns="0" bIns="0" anchor="t">
            <a:normAutofit fontScale="92500" lnSpcReduction="9999"/>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HTTP / HTTPS</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FTP</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DNS</a:t>
            </a:r>
            <a:endParaRPr lang="en-US" sz="2400" b="0" u="none" strike="noStrike">
              <a:solidFill>
                <a:srgbClr val="000000"/>
              </a:solidFill>
              <a:effectLst/>
              <a:uFillTx/>
              <a:latin typeface="Arial"/>
            </a:endParaRPr>
          </a:p>
        </p:txBody>
      </p:sp>
      <p:sp>
        <p:nvSpPr>
          <p:cNvPr id="222" name="四角形: 角を丸くする 8"/>
          <p:cNvSpPr/>
          <p:nvPr/>
        </p:nvSpPr>
        <p:spPr>
          <a:xfrm>
            <a:off x="7382160" y="417312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23" name="テキスト ボックス 4"/>
          <p:cNvSpPr/>
          <p:nvPr/>
        </p:nvSpPr>
        <p:spPr>
          <a:xfrm>
            <a:off x="594360" y="2562120"/>
            <a:ext cx="4445640" cy="821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ユーザーがアプリケーションを操作する規格</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hasCustomPrompt="1"/>
          </p:nvPr>
        </p:nvSpPr>
        <p:spPr>
          <a:xfrm>
            <a:off x="594360" y="189720"/>
            <a:ext cx="768564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6</a:t>
            </a:r>
            <a:r>
              <a:rPr lang="ja-JP" sz="4400" b="1" u="none" spc="51" strike="noStrike">
                <a:solidFill>
                  <a:schemeClr val="dk1"/>
                </a:solidFill>
                <a:effectLst/>
                <a:uFillTx/>
                <a:latin typeface="Meiryo UI"/>
                <a:ea typeface="Meiryo UI"/>
              </a:rPr>
              <a:t>層：プレゼンテーション層</a:t>
            </a:r>
            <a:endParaRPr lang="en-US" sz="4400" b="1" u="none" spc="51" strike="noStrike">
              <a:solidFill>
                <a:schemeClr val="dk1"/>
              </a:solidFill>
              <a:effectLst/>
              <a:uFillTx/>
              <a:latin typeface="Meiryo UI"/>
            </a:endParaRPr>
          </a:p>
        </p:txBody>
      </p:sp>
      <p:sp>
        <p:nvSpPr>
          <p:cNvPr id="225" name="PlaceHolder 2"/>
          <p:cNvSpPr>
            <a:spLocks noGrp="1"/>
          </p:cNvSpPr>
          <p:nvPr>
            <p:ph hasCustomPrompt="1"/>
          </p:nvPr>
        </p:nvSpPr>
        <p:spPr>
          <a:xfrm>
            <a:off x="594360" y="4703400"/>
            <a:ext cx="3513600" cy="1502280"/>
          </a:xfrm>
          <a:prstGeom prst="rect">
            <a:avLst/>
          </a:prstGeom>
          <a:noFill/>
          <a:ln w="0">
            <a:noFill/>
          </a:ln>
        </p:spPr>
        <p:txBody>
          <a:bodyPr lIns="0" tIns="228600" rIns="0" bIns="0" anchor="t">
            <a:normAutofit fontScale="92500" lnSpcReduction="9999"/>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データ形式の変換</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文字コード変換</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暗号化・復号</a:t>
            </a:r>
            <a:endParaRPr lang="en-US" sz="2400" b="1" u="none" strike="noStrike">
              <a:solidFill>
                <a:schemeClr val="lt2">
                  <a:lumMod val="75000"/>
                </a:schemeClr>
              </a:solidFill>
              <a:effectLst/>
              <a:uFillTx/>
              <a:latin typeface="Meiryo UI"/>
            </a:endParaRPr>
          </a:p>
        </p:txBody>
      </p:sp>
      <p:sp>
        <p:nvSpPr>
          <p:cNvPr id="226" name="四角形: 角を丸くする 6"/>
          <p:cNvSpPr/>
          <p:nvPr/>
        </p:nvSpPr>
        <p:spPr>
          <a:xfrm>
            <a:off x="5943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27" name="コンテンツ プレースホルダー 2"/>
          <p:cNvSpPr/>
          <p:nvPr/>
        </p:nvSpPr>
        <p:spPr>
          <a:xfrm>
            <a:off x="7382160" y="4703400"/>
            <a:ext cx="3237840" cy="1502280"/>
          </a:xfrm>
          <a:prstGeom prst="rect">
            <a:avLst/>
          </a:prstGeom>
          <a:noFill/>
          <a:ln w="0">
            <a:noFill/>
          </a:ln>
        </p:spPr>
        <p:style>
          <a:lnRef idx="0"/>
          <a:fillRef idx="0"/>
          <a:effectRef idx="0"/>
          <a:fontRef idx="minor"/>
        </p:style>
        <p:txBody>
          <a:bodyPr lIns="0" tIns="228600" rIns="0" bIns="0" anchor="t">
            <a:normAutofit/>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TLS/SSL</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ASCII / UTF-8</a:t>
            </a:r>
            <a:endParaRPr lang="en-US" sz="2400" b="0" u="none" strike="noStrike">
              <a:solidFill>
                <a:srgbClr val="000000"/>
              </a:solidFill>
              <a:effectLst/>
              <a:uFillTx/>
              <a:latin typeface="Arial"/>
            </a:endParaRPr>
          </a:p>
        </p:txBody>
      </p:sp>
      <p:sp>
        <p:nvSpPr>
          <p:cNvPr id="228" name="四角形: 角を丸くする 8"/>
          <p:cNvSpPr/>
          <p:nvPr/>
        </p:nvSpPr>
        <p:spPr>
          <a:xfrm>
            <a:off x="73821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29" name="テキスト ボックス 3"/>
          <p:cNvSpPr/>
          <p:nvPr/>
        </p:nvSpPr>
        <p:spPr>
          <a:xfrm>
            <a:off x="594360" y="2577240"/>
            <a:ext cx="5525640" cy="8218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データの形式を統一し、変換・圧縮・暗号化を行う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5</a:t>
            </a:r>
            <a:r>
              <a:rPr lang="ja-JP" sz="4400" b="1" u="none" spc="51" strike="noStrike">
                <a:solidFill>
                  <a:schemeClr val="dk1"/>
                </a:solidFill>
                <a:effectLst/>
                <a:uFillTx/>
                <a:latin typeface="Meiryo UI"/>
                <a:ea typeface="Meiryo UI"/>
              </a:rPr>
              <a:t>層：セッション層</a:t>
            </a:r>
            <a:endParaRPr lang="en-US" sz="4400" b="1" u="none" spc="51" strike="noStrike">
              <a:solidFill>
                <a:schemeClr val="dk1"/>
              </a:solidFill>
              <a:effectLst/>
              <a:uFillTx/>
              <a:latin typeface="Meiryo UI"/>
            </a:endParaRPr>
          </a:p>
        </p:txBody>
      </p:sp>
      <p:sp>
        <p:nvSpPr>
          <p:cNvPr id="231" name="PlaceHolder 2"/>
          <p:cNvSpPr>
            <a:spLocks noGrp="1"/>
          </p:cNvSpPr>
          <p:nvPr>
            <p:ph hasCustomPrompt="1"/>
          </p:nvPr>
        </p:nvSpPr>
        <p:spPr>
          <a:xfrm>
            <a:off x="594360" y="4703400"/>
            <a:ext cx="3905640" cy="1502280"/>
          </a:xfrm>
          <a:prstGeom prst="rect">
            <a:avLst/>
          </a:prstGeom>
          <a:noFill/>
          <a:ln w="0">
            <a:noFill/>
          </a:ln>
        </p:spPr>
        <p:txBody>
          <a:bodyPr lIns="0" tIns="228600" rIns="0" bIns="0" anchor="t">
            <a:norm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セッションの確立と切断</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通信の同期</a:t>
            </a:r>
            <a:endParaRPr lang="en-US" sz="2400" b="1" u="none" strike="noStrike">
              <a:solidFill>
                <a:schemeClr val="lt2">
                  <a:lumMod val="75000"/>
                </a:schemeClr>
              </a:solidFill>
              <a:effectLst/>
              <a:uFillTx/>
              <a:latin typeface="Meiryo UI"/>
            </a:endParaRPr>
          </a:p>
        </p:txBody>
      </p:sp>
      <p:sp>
        <p:nvSpPr>
          <p:cNvPr id="232" name="四角形: 角を丸くする 6"/>
          <p:cNvSpPr/>
          <p:nvPr/>
        </p:nvSpPr>
        <p:spPr>
          <a:xfrm>
            <a:off x="5943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33" name="コンテンツ プレースホルダー 2"/>
          <p:cNvSpPr/>
          <p:nvPr/>
        </p:nvSpPr>
        <p:spPr>
          <a:xfrm>
            <a:off x="7382160" y="4703400"/>
            <a:ext cx="3237840" cy="1502280"/>
          </a:xfrm>
          <a:prstGeom prst="rect">
            <a:avLst/>
          </a:prstGeom>
          <a:noFill/>
          <a:ln w="0">
            <a:noFill/>
          </a:ln>
        </p:spPr>
        <p:style>
          <a:lnRef idx="0"/>
          <a:fillRef idx="0"/>
          <a:effectRef idx="0"/>
          <a:fontRef idx="minor"/>
        </p:style>
        <p:txBody>
          <a:bodyPr lIns="0" tIns="228600" rIns="0" bIns="0" anchor="t">
            <a:normAutofit/>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NetBIOS</a:t>
            </a:r>
            <a:r>
              <a:rPr lang="ja-JP" sz="2400" b="1" u="none" strike="noStrike">
                <a:solidFill>
                  <a:schemeClr val="lt2">
                    <a:lumMod val="75000"/>
                  </a:schemeClr>
                </a:solidFill>
                <a:effectLst/>
                <a:uFillTx/>
                <a:latin typeface="Meiryo UI"/>
                <a:ea typeface="Meiryo UI"/>
              </a:rPr>
              <a:t>セッション</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RPC</a:t>
            </a:r>
            <a:endParaRPr lang="en-US" sz="2400" b="0" u="none" strike="noStrike">
              <a:solidFill>
                <a:srgbClr val="000000"/>
              </a:solidFill>
              <a:effectLst/>
              <a:uFillTx/>
              <a:latin typeface="Arial"/>
            </a:endParaRPr>
          </a:p>
        </p:txBody>
      </p:sp>
      <p:sp>
        <p:nvSpPr>
          <p:cNvPr id="234" name="四角形: 角を丸くする 8"/>
          <p:cNvSpPr/>
          <p:nvPr/>
        </p:nvSpPr>
        <p:spPr>
          <a:xfrm>
            <a:off x="73821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35" name="テキスト ボックス 3"/>
          <p:cNvSpPr/>
          <p:nvPr/>
        </p:nvSpPr>
        <p:spPr>
          <a:xfrm>
            <a:off x="594360" y="2577240"/>
            <a:ext cx="5893560" cy="460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通信の開始・維持・終了を管理</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4</a:t>
            </a:r>
            <a:r>
              <a:rPr lang="ja-JP" sz="4400" b="1" u="none" spc="51" strike="noStrike">
                <a:solidFill>
                  <a:schemeClr val="dk1"/>
                </a:solidFill>
                <a:effectLst/>
                <a:uFillTx/>
                <a:latin typeface="Meiryo UI"/>
                <a:ea typeface="Meiryo UI"/>
              </a:rPr>
              <a:t>層：トランスポート層</a:t>
            </a:r>
            <a:endParaRPr lang="en-US" sz="4400" b="1" u="none" spc="51" strike="noStrike">
              <a:solidFill>
                <a:schemeClr val="dk1"/>
              </a:solidFill>
              <a:effectLst/>
              <a:uFillTx/>
              <a:latin typeface="Meiryo UI"/>
            </a:endParaRPr>
          </a:p>
        </p:txBody>
      </p:sp>
      <p:sp>
        <p:nvSpPr>
          <p:cNvPr id="237" name="PlaceHolder 2"/>
          <p:cNvSpPr>
            <a:spLocks noGrp="1"/>
          </p:cNvSpPr>
          <p:nvPr>
            <p:ph hasCustomPrompt="1"/>
          </p:nvPr>
        </p:nvSpPr>
        <p:spPr>
          <a:xfrm>
            <a:off x="594360" y="4703400"/>
            <a:ext cx="4805640" cy="1746720"/>
          </a:xfrm>
          <a:prstGeom prst="rect">
            <a:avLst/>
          </a:prstGeom>
          <a:noFill/>
          <a:ln w="0">
            <a:noFill/>
          </a:ln>
        </p:spPr>
        <p:txBody>
          <a:bodyPr lIns="0" tIns="228600" rIns="0" bIns="0" anchor="t">
            <a:normAutofit fontScale="92500" lnSpcReduction="9999"/>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ポート番号によるアプリケーション識別通信の同期</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データの分割・再構成</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zh-TW" sz="2400" b="1" u="none" strike="noStrike">
                <a:solidFill>
                  <a:schemeClr val="lt2">
                    <a:lumMod val="75000"/>
                  </a:schemeClr>
                </a:solidFill>
                <a:effectLst/>
                <a:uFillTx/>
                <a:latin typeface="Meiryo UI"/>
                <a:ea typeface="Meiryo UI"/>
              </a:rPr>
              <a:t>信頼性制御（再送、順序制御）</a:t>
            </a:r>
            <a:endParaRPr lang="en-US" sz="2400" b="1" u="none" strike="noStrike">
              <a:solidFill>
                <a:schemeClr val="lt2">
                  <a:lumMod val="75000"/>
                </a:schemeClr>
              </a:solidFill>
              <a:effectLst/>
              <a:uFillTx/>
              <a:latin typeface="Meiryo UI"/>
            </a:endParaRPr>
          </a:p>
        </p:txBody>
      </p:sp>
      <p:sp>
        <p:nvSpPr>
          <p:cNvPr id="238" name="四角形: 角を丸くする 6"/>
          <p:cNvSpPr/>
          <p:nvPr/>
        </p:nvSpPr>
        <p:spPr>
          <a:xfrm>
            <a:off x="5943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39" name="コンテンツ プレースホルダー 2"/>
          <p:cNvSpPr/>
          <p:nvPr/>
        </p:nvSpPr>
        <p:spPr>
          <a:xfrm>
            <a:off x="7382160" y="4703400"/>
            <a:ext cx="3237840" cy="1502280"/>
          </a:xfrm>
          <a:prstGeom prst="rect">
            <a:avLst/>
          </a:prstGeom>
          <a:noFill/>
          <a:ln w="0">
            <a:noFill/>
          </a:ln>
        </p:spPr>
        <p:style>
          <a:lnRef idx="0"/>
          <a:fillRef idx="0"/>
          <a:effectRef idx="0"/>
          <a:fontRef idx="minor"/>
        </p:style>
        <p:txBody>
          <a:bodyPr lIns="0" tIns="228600" rIns="0" bIns="0" anchor="t">
            <a:normAutofit/>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TCP</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UDP</a:t>
            </a:r>
            <a:endParaRPr lang="en-US" sz="2400" b="0" u="none" strike="noStrike">
              <a:solidFill>
                <a:srgbClr val="000000"/>
              </a:solidFill>
              <a:effectLst/>
              <a:uFillTx/>
              <a:latin typeface="Arial"/>
            </a:endParaRPr>
          </a:p>
        </p:txBody>
      </p:sp>
      <p:sp>
        <p:nvSpPr>
          <p:cNvPr id="240" name="四角形: 角を丸くする 8"/>
          <p:cNvSpPr/>
          <p:nvPr/>
        </p:nvSpPr>
        <p:spPr>
          <a:xfrm>
            <a:off x="73821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41" name="テキスト ボックス 3"/>
          <p:cNvSpPr/>
          <p:nvPr/>
        </p:nvSpPr>
        <p:spPr>
          <a:xfrm>
            <a:off x="594360" y="2577240"/>
            <a:ext cx="5893560" cy="460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エンドツーエンドの通信制御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3</a:t>
            </a:r>
            <a:r>
              <a:rPr lang="ja-JP" sz="4400" b="1" u="none" spc="51" strike="noStrike">
                <a:solidFill>
                  <a:schemeClr val="dk1"/>
                </a:solidFill>
                <a:effectLst/>
                <a:uFillTx/>
                <a:latin typeface="Meiryo UI"/>
                <a:ea typeface="Meiryo UI"/>
              </a:rPr>
              <a:t>層：ネットワーク層</a:t>
            </a:r>
            <a:endParaRPr lang="en-US" sz="4400" b="1" u="none" spc="51" strike="noStrike">
              <a:solidFill>
                <a:schemeClr val="dk1"/>
              </a:solidFill>
              <a:effectLst/>
              <a:uFillTx/>
              <a:latin typeface="Meiryo UI"/>
            </a:endParaRPr>
          </a:p>
        </p:txBody>
      </p:sp>
      <p:sp>
        <p:nvSpPr>
          <p:cNvPr id="243" name="PlaceHolder 2"/>
          <p:cNvSpPr>
            <a:spLocks noGrp="1"/>
          </p:cNvSpPr>
          <p:nvPr>
            <p:ph hasCustomPrompt="1"/>
          </p:nvPr>
        </p:nvSpPr>
        <p:spPr>
          <a:xfrm>
            <a:off x="594360" y="4703400"/>
            <a:ext cx="6569640" cy="1746720"/>
          </a:xfrm>
          <a:prstGeom prst="rect">
            <a:avLst/>
          </a:prstGeom>
          <a:noFill/>
          <a:ln w="0">
            <a:noFill/>
          </a:ln>
        </p:spPr>
        <p:txBody>
          <a:bodyPr lIns="0" tIns="228600" rIns="0" bIns="0" anchor="t">
            <a:normAutofit/>
          </a:bodyPr>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アドレスによる宛先指定</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パケット転送</a:t>
            </a:r>
            <a:endParaRPr lang="en-US" sz="2400" b="1" u="none" strike="noStrike">
              <a:solidFill>
                <a:schemeClr val="lt2">
                  <a:lumMod val="75000"/>
                </a:schemeClr>
              </a:solidFill>
              <a:effectLst/>
              <a:uFillTx/>
              <a:latin typeface="Meiryo UI"/>
            </a:endParaRPr>
          </a:p>
        </p:txBody>
      </p:sp>
      <p:sp>
        <p:nvSpPr>
          <p:cNvPr id="244" name="四角形: 角を丸くする 6"/>
          <p:cNvSpPr/>
          <p:nvPr/>
        </p:nvSpPr>
        <p:spPr>
          <a:xfrm>
            <a:off x="5943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45" name="コンテンツ プレースホルダー 2"/>
          <p:cNvSpPr/>
          <p:nvPr/>
        </p:nvSpPr>
        <p:spPr>
          <a:xfrm>
            <a:off x="7382160" y="4703400"/>
            <a:ext cx="3237840" cy="1502280"/>
          </a:xfrm>
          <a:prstGeom prst="rect">
            <a:avLst/>
          </a:prstGeom>
          <a:noFill/>
          <a:ln w="0">
            <a:noFill/>
          </a:ln>
        </p:spPr>
        <p:style>
          <a:lnRef idx="0"/>
          <a:fillRef idx="0"/>
          <a:effectRef idx="0"/>
          <a:fontRef idx="minor"/>
        </p:style>
        <p:txBody>
          <a:bodyPr lIns="0" tIns="228600" rIns="0" bIns="0" anchor="t">
            <a:normAutofit/>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a:t>
            </a:r>
            <a:r>
              <a:rPr lang="en-US" sz="2400" b="1" u="none" strike="noStrike">
                <a:solidFill>
                  <a:schemeClr val="lt2">
                    <a:lumMod val="75000"/>
                  </a:schemeClr>
                </a:solidFill>
                <a:effectLst/>
                <a:uFillTx/>
                <a:latin typeface="Meiryo UI"/>
                <a:ea typeface="Meiryo UI"/>
              </a:rPr>
              <a:t>IPv4 / IPv6</a:t>
            </a:r>
            <a:r>
              <a:rPr lang="ja-JP" sz="2400" b="1" u="none" strike="noStrike">
                <a:solidFill>
                  <a:schemeClr val="lt2">
                    <a:lumMod val="75000"/>
                  </a:schemeClr>
                </a:solidFill>
                <a:effectLst/>
                <a:uFillTx/>
                <a:latin typeface="Meiryo UI"/>
                <a:ea typeface="Meiryo UI"/>
              </a:rPr>
              <a:t>）</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ICMP</a:t>
            </a:r>
            <a:endParaRPr lang="en-US" sz="2400" b="0" u="none" strike="noStrike">
              <a:solidFill>
                <a:srgbClr val="000000"/>
              </a:solidFill>
              <a:effectLst/>
              <a:uFillTx/>
              <a:latin typeface="Arial"/>
            </a:endParaRPr>
          </a:p>
        </p:txBody>
      </p:sp>
      <p:sp>
        <p:nvSpPr>
          <p:cNvPr id="246" name="四角形: 角を丸くする 8"/>
          <p:cNvSpPr/>
          <p:nvPr/>
        </p:nvSpPr>
        <p:spPr>
          <a:xfrm>
            <a:off x="73821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47" name="テキスト ボックス 3"/>
          <p:cNvSpPr/>
          <p:nvPr/>
        </p:nvSpPr>
        <p:spPr>
          <a:xfrm>
            <a:off x="594360" y="2577240"/>
            <a:ext cx="5893560" cy="830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異なるネットワーク間での経路制御</a:t>
            </a:r>
            <a:endParaRPr lang="en-US" sz="2400" b="0" u="none" strike="noStrike">
              <a:solidFill>
                <a:srgbClr val="000000"/>
              </a:solidFill>
              <a:effectLst/>
              <a:uFillTx/>
              <a:latin typeface="Arial"/>
            </a:endParaRPr>
          </a:p>
          <a:p>
            <a:pPr defTabSz="914400">
              <a:lnSpc>
                <a:spcPct val="100000"/>
              </a:lnSpc>
            </a:pPr>
            <a:r>
              <a:rPr lang="ja-JP" sz="2400" b="0" u="none" strike="noStrike">
                <a:solidFill>
                  <a:schemeClr val="dk1"/>
                </a:solidFill>
                <a:effectLst/>
                <a:uFillTx/>
                <a:latin typeface="Meiryo UI"/>
                <a:ea typeface="Meiryo UI"/>
              </a:rPr>
              <a:t>（ルーティング）</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2</a:t>
            </a:r>
            <a:r>
              <a:rPr lang="ja-JP" sz="4400" b="1" u="none" spc="51" strike="noStrike">
                <a:solidFill>
                  <a:schemeClr val="dk1"/>
                </a:solidFill>
                <a:effectLst/>
                <a:uFillTx/>
                <a:latin typeface="Meiryo UI"/>
                <a:ea typeface="Meiryo UI"/>
              </a:rPr>
              <a:t>層：データリンク層</a:t>
            </a:r>
            <a:endParaRPr lang="en-US" sz="4400" b="1" u="none" spc="51" strike="noStrike">
              <a:solidFill>
                <a:schemeClr val="dk1"/>
              </a:solidFill>
              <a:effectLst/>
              <a:uFillTx/>
              <a:latin typeface="Meiryo UI"/>
            </a:endParaRPr>
          </a:p>
        </p:txBody>
      </p:sp>
      <p:sp>
        <p:nvSpPr>
          <p:cNvPr id="249" name="PlaceHolder 2"/>
          <p:cNvSpPr>
            <a:spLocks noGrp="1"/>
          </p:cNvSpPr>
          <p:nvPr>
            <p:ph hasCustomPrompt="1"/>
          </p:nvPr>
        </p:nvSpPr>
        <p:spPr>
          <a:xfrm>
            <a:off x="594360" y="4703400"/>
            <a:ext cx="6569640" cy="1746720"/>
          </a:xfrm>
          <a:prstGeom prst="rect">
            <a:avLst/>
          </a:prstGeom>
          <a:noFill/>
          <a:ln w="0">
            <a:noFill/>
          </a:ln>
        </p:spPr>
        <p:txBody>
          <a:bodyPr lIns="0" tIns="228600" rIns="0" bIns="0" anchor="t">
            <a:normAutofit/>
          </a:bodyPr>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MAC</a:t>
            </a:r>
            <a:r>
              <a:rPr lang="ja-JP" sz="2400" b="1" u="none" strike="noStrike">
                <a:solidFill>
                  <a:schemeClr val="lt2">
                    <a:lumMod val="75000"/>
                  </a:schemeClr>
                </a:solidFill>
                <a:effectLst/>
                <a:uFillTx/>
                <a:latin typeface="Meiryo UI"/>
                <a:ea typeface="Meiryo UI"/>
              </a:rPr>
              <a:t>アドレスによる識別</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フレーム化</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エラー検出</a:t>
            </a:r>
            <a:endParaRPr lang="en-US" sz="2400" b="1" u="none" strike="noStrike">
              <a:solidFill>
                <a:schemeClr val="lt2">
                  <a:lumMod val="75000"/>
                </a:schemeClr>
              </a:solidFill>
              <a:effectLst/>
              <a:uFillTx/>
              <a:latin typeface="Meiryo UI"/>
            </a:endParaRPr>
          </a:p>
        </p:txBody>
      </p:sp>
      <p:sp>
        <p:nvSpPr>
          <p:cNvPr id="250" name="四角形: 角を丸くする 6"/>
          <p:cNvSpPr/>
          <p:nvPr/>
        </p:nvSpPr>
        <p:spPr>
          <a:xfrm>
            <a:off x="5943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51" name="コンテンツ プレースホルダー 2"/>
          <p:cNvSpPr/>
          <p:nvPr/>
        </p:nvSpPr>
        <p:spPr>
          <a:xfrm>
            <a:off x="7382160" y="4703400"/>
            <a:ext cx="3237840" cy="1502280"/>
          </a:xfrm>
          <a:prstGeom prst="rect">
            <a:avLst/>
          </a:prstGeom>
          <a:noFill/>
          <a:ln w="0">
            <a:noFill/>
          </a:ln>
        </p:spPr>
        <p:style>
          <a:lnRef idx="0"/>
          <a:fillRef idx="0"/>
          <a:effectRef idx="0"/>
          <a:fontRef idx="minor"/>
        </p:style>
        <p:txBody>
          <a:bodyPr lIns="0" tIns="228600" rIns="0" bIns="0" anchor="t">
            <a:normAutofit/>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Ethernet</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ARP</a:t>
            </a:r>
            <a:endParaRPr lang="en-US" sz="2400" b="0" u="none" strike="noStrike">
              <a:solidFill>
                <a:srgbClr val="000000"/>
              </a:solidFill>
              <a:effectLst/>
              <a:uFillTx/>
              <a:latin typeface="Arial"/>
            </a:endParaRPr>
          </a:p>
        </p:txBody>
      </p:sp>
      <p:sp>
        <p:nvSpPr>
          <p:cNvPr id="252" name="四角形: 角を丸くする 8"/>
          <p:cNvSpPr/>
          <p:nvPr/>
        </p:nvSpPr>
        <p:spPr>
          <a:xfrm>
            <a:off x="7382160" y="4202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53" name="テキスト ボックス 3"/>
          <p:cNvSpPr/>
          <p:nvPr/>
        </p:nvSpPr>
        <p:spPr>
          <a:xfrm>
            <a:off x="594360" y="2577240"/>
            <a:ext cx="5165640" cy="8211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同一ネットワーク内での信頼性あるデータ転送</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1</a:t>
            </a:r>
            <a:r>
              <a:rPr lang="zh-TW" sz="4400" b="1" u="none" spc="51" strike="noStrike">
                <a:solidFill>
                  <a:schemeClr val="dk1"/>
                </a:solidFill>
                <a:effectLst/>
                <a:uFillTx/>
                <a:latin typeface="Consolas"/>
                <a:ea typeface="Meiryo UI"/>
              </a:rPr>
              <a:t>層：物理層</a:t>
            </a:r>
            <a:endParaRPr lang="en-US" sz="4400" b="1" u="none" spc="51" strike="noStrike">
              <a:solidFill>
                <a:schemeClr val="dk1"/>
              </a:solidFill>
              <a:effectLst/>
              <a:uFillTx/>
              <a:latin typeface="Meiryo UI"/>
            </a:endParaRPr>
          </a:p>
        </p:txBody>
      </p:sp>
      <p:sp>
        <p:nvSpPr>
          <p:cNvPr id="255" name="PlaceHolder 2"/>
          <p:cNvSpPr>
            <a:spLocks noGrp="1"/>
          </p:cNvSpPr>
          <p:nvPr>
            <p:ph hasCustomPrompt="1"/>
          </p:nvPr>
        </p:nvSpPr>
        <p:spPr>
          <a:xfrm>
            <a:off x="594360" y="4559400"/>
            <a:ext cx="6469560" cy="1502280"/>
          </a:xfrm>
          <a:prstGeom prst="rect">
            <a:avLst/>
          </a:prstGeom>
          <a:noFill/>
          <a:ln w="0">
            <a:noFill/>
          </a:ln>
        </p:spPr>
        <p:txBody>
          <a:bodyPr lIns="0" tIns="228600" rIns="0" bIns="0" anchor="t">
            <a:normAutofit/>
          </a:bodyPr>
          <a:p>
            <a:pPr marL="283320" indent="-283320" algn="l" defTabSz="914400">
              <a:lnSpc>
                <a:spcPct val="80000"/>
              </a:lnSpc>
              <a:spcBef>
                <a:spcPts val="2200"/>
              </a:spcBef>
              <a:buClr>
                <a:srgbClr val="5D7D40"/>
              </a:buClr>
              <a:buFont typeface="Arial"/>
              <a:buChar char="•"/>
            </a:pPr>
            <a:r>
              <a:rPr lang="zh-TW" sz="2400" b="1" u="none" strike="noStrike">
                <a:solidFill>
                  <a:schemeClr val="lt2">
                    <a:lumMod val="75000"/>
                  </a:schemeClr>
                </a:solidFill>
                <a:effectLst/>
                <a:uFillTx/>
                <a:latin typeface="Meiryo UI"/>
                <a:ea typeface="Meiryo UI"/>
              </a:rPr>
              <a:t>電圧、光、電波</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コネクタ形状、ケーブル長、通信速度</a:t>
            </a:r>
            <a:endParaRPr lang="en-US" sz="2400" b="1" u="none" strike="noStrike">
              <a:solidFill>
                <a:schemeClr val="lt2">
                  <a:lumMod val="75000"/>
                </a:schemeClr>
              </a:solidFill>
              <a:effectLst/>
              <a:uFillTx/>
              <a:latin typeface="Meiryo UI"/>
            </a:endParaRPr>
          </a:p>
        </p:txBody>
      </p:sp>
      <p:sp>
        <p:nvSpPr>
          <p:cNvPr id="256" name="四角形: 角を丸くする 6"/>
          <p:cNvSpPr/>
          <p:nvPr/>
        </p:nvSpPr>
        <p:spPr>
          <a:xfrm>
            <a:off x="594360" y="4058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rgbClr val="000000"/>
                </a:solidFill>
                <a:effectLst/>
                <a:uFillTx/>
                <a:latin typeface="Meiryo UI"/>
                <a:ea typeface="Meiryo UI"/>
              </a:rPr>
              <a:t>役割</a:t>
            </a:r>
            <a:endParaRPr lang="en-US" sz="3200" b="0" u="none" strike="noStrike">
              <a:solidFill>
                <a:srgbClr val="000000"/>
              </a:solidFill>
              <a:effectLst/>
              <a:uFillTx/>
              <a:latin typeface="Arial"/>
            </a:endParaRPr>
          </a:p>
        </p:txBody>
      </p:sp>
      <p:sp>
        <p:nvSpPr>
          <p:cNvPr id="257" name="コンテンツ プレースホルダー 2"/>
          <p:cNvSpPr/>
          <p:nvPr/>
        </p:nvSpPr>
        <p:spPr>
          <a:xfrm>
            <a:off x="7265160" y="4559400"/>
            <a:ext cx="6670080" cy="1502280"/>
          </a:xfrm>
          <a:prstGeom prst="rect">
            <a:avLst/>
          </a:prstGeom>
          <a:noFill/>
          <a:ln w="0">
            <a:noFill/>
          </a:ln>
        </p:spPr>
        <p:style>
          <a:lnRef idx="0"/>
          <a:fillRef idx="0"/>
          <a:effectRef idx="0"/>
          <a:fontRef idx="minor"/>
        </p:style>
        <p:txBody>
          <a:bodyPr lIns="0" tIns="228600" rIns="0" bIns="0" anchor="t">
            <a:normAutofit fontScale="92500" lnSpcReduction="9999"/>
          </a:bodyPr>
          <a:p>
            <a:pPr marL="283320" indent="-283320"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LAN</a:t>
            </a:r>
            <a:r>
              <a:rPr lang="ja-JP" sz="2400" b="1" u="none" strike="noStrike">
                <a:solidFill>
                  <a:schemeClr val="lt2">
                    <a:lumMod val="75000"/>
                  </a:schemeClr>
                </a:solidFill>
                <a:effectLst/>
                <a:uFillTx/>
                <a:latin typeface="Meiryo UI"/>
                <a:ea typeface="Meiryo UI"/>
              </a:rPr>
              <a:t>ケーブル（</a:t>
            </a:r>
            <a:r>
              <a:rPr lang="en-US" sz="2400" b="1" u="none" strike="noStrike">
                <a:solidFill>
                  <a:schemeClr val="lt2">
                    <a:lumMod val="75000"/>
                  </a:schemeClr>
                </a:solidFill>
                <a:effectLst/>
                <a:uFillTx/>
                <a:latin typeface="Meiryo UI"/>
                <a:ea typeface="Meiryo UI"/>
              </a:rPr>
              <a:t>UTP</a:t>
            </a:r>
            <a:r>
              <a:rPr lang="ja-JP" sz="2400" b="1" u="none" strike="noStrike">
                <a:solidFill>
                  <a:schemeClr val="lt2">
                    <a:lumMod val="75000"/>
                  </a:schemeClr>
                </a:solidFill>
                <a:effectLst/>
                <a:uFillTx/>
                <a:latin typeface="Meiryo UI"/>
                <a:ea typeface="Meiryo UI"/>
              </a:rPr>
              <a:t>）</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光ファイバー</a:t>
            </a:r>
            <a:endParaRPr lang="en-US" sz="2400" b="0" u="none" strike="noStrike">
              <a:solidFill>
                <a:srgbClr val="000000"/>
              </a:solidFill>
              <a:effectLst/>
              <a:uFillTx/>
              <a:latin typeface="Arial"/>
            </a:endParaRPr>
          </a:p>
          <a:p>
            <a:pPr marL="283320" indent="-283320"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無線（</a:t>
            </a:r>
            <a:r>
              <a:rPr lang="en-US" sz="2400" b="1" u="none" strike="noStrike">
                <a:solidFill>
                  <a:schemeClr val="lt2">
                    <a:lumMod val="75000"/>
                  </a:schemeClr>
                </a:solidFill>
                <a:effectLst/>
                <a:uFillTx/>
                <a:latin typeface="Meiryo UI"/>
                <a:ea typeface="Meiryo UI"/>
              </a:rPr>
              <a:t>Wi-Fi</a:t>
            </a:r>
            <a:r>
              <a:rPr lang="ja-JP" sz="2400" b="1" u="none" strike="noStrike">
                <a:solidFill>
                  <a:schemeClr val="lt2">
                    <a:lumMod val="75000"/>
                  </a:schemeClr>
                </a:solidFill>
                <a:effectLst/>
                <a:uFillTx/>
                <a:latin typeface="Meiryo UI"/>
                <a:ea typeface="Meiryo UI"/>
              </a:rPr>
              <a:t>の物理部分）</a:t>
            </a:r>
            <a:endParaRPr lang="en-US" sz="2400" b="0" u="none" strike="noStrike">
              <a:solidFill>
                <a:srgbClr val="000000"/>
              </a:solidFill>
              <a:effectLst/>
              <a:uFillTx/>
              <a:latin typeface="Arial"/>
            </a:endParaRPr>
          </a:p>
        </p:txBody>
      </p:sp>
      <p:sp>
        <p:nvSpPr>
          <p:cNvPr id="258" name="四角形: 角を丸くする 8"/>
          <p:cNvSpPr/>
          <p:nvPr/>
        </p:nvSpPr>
        <p:spPr>
          <a:xfrm>
            <a:off x="7265160" y="4058280"/>
            <a:ext cx="1734840" cy="500400"/>
          </a:xfrm>
          <a:prstGeom prst="roundRect">
            <a:avLst>
              <a:gd name="adj" fmla="val 16667"/>
            </a:avLst>
          </a:prstGeom>
          <a:solidFill>
            <a:schemeClr val="tx2">
              <a:lumMod val="40000"/>
              <a:lumOff val="60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3200" b="0" u="none" strike="noStrike">
                <a:solidFill>
                  <a:schemeClr val="dk1"/>
                </a:solidFill>
                <a:effectLst/>
                <a:uFillTx/>
                <a:latin typeface="Meiryo UI"/>
                <a:ea typeface="Meiryo UI"/>
              </a:rPr>
              <a:t>具体例</a:t>
            </a:r>
            <a:endParaRPr lang="en-US" sz="3200" b="0" u="none" strike="noStrike">
              <a:solidFill>
                <a:srgbClr val="000000"/>
              </a:solidFill>
              <a:effectLst/>
              <a:uFillTx/>
              <a:latin typeface="Arial"/>
            </a:endParaRPr>
          </a:p>
        </p:txBody>
      </p:sp>
      <p:sp>
        <p:nvSpPr>
          <p:cNvPr id="259" name="テキスト ボックス 3"/>
          <p:cNvSpPr/>
          <p:nvPr/>
        </p:nvSpPr>
        <p:spPr>
          <a:xfrm>
            <a:off x="594360" y="2577240"/>
            <a:ext cx="5893560" cy="460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400" b="0" u="none" strike="noStrike">
                <a:solidFill>
                  <a:schemeClr val="dk1"/>
                </a:solidFill>
                <a:effectLst/>
                <a:uFillTx/>
                <a:latin typeface="Meiryo UI"/>
                <a:ea typeface="Meiryo UI"/>
              </a:rPr>
              <a:t>ビット列を物理信号として送受信</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図プレースホルダー 52"/>
          <p:cNvPicPr/>
          <p:nvPr/>
        </p:nvPicPr>
        <p:blipFill>
          <a:blip r:embed="rId1"/>
          <a:stretch/>
        </p:blipFill>
        <p:spPr>
          <a:xfrm>
            <a:off x="7563240" y="2760120"/>
            <a:ext cx="2398320" cy="2314080"/>
          </a:xfrm>
          <a:prstGeom prst="rect">
            <a:avLst/>
          </a:prstGeom>
          <a:noFill/>
          <a:ln w="0">
            <a:noFill/>
          </a:ln>
        </p:spPr>
      </p:pic>
      <p:sp>
        <p:nvSpPr>
          <p:cNvPr id="261"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各レイヤーの代表機器</a:t>
            </a:r>
            <a:endParaRPr lang="en-US" sz="4400" b="1" u="none" spc="99" strike="noStrike">
              <a:solidFill>
                <a:schemeClr val="dk1"/>
              </a:solidFill>
              <a:effectLst/>
              <a:uFillTx/>
              <a:latin typeface="Meiryo UI"/>
            </a:endParaRPr>
          </a:p>
        </p:txBody>
      </p:sp>
      <p:sp>
        <p:nvSpPr>
          <p:cNvPr id="262" name="PlaceHolder 2"/>
          <p:cNvSpPr>
            <a:spLocks noGrp="1"/>
          </p:cNvSpPr>
          <p:nvPr>
            <p:ph hasCustomPrompt="1"/>
          </p:nvPr>
        </p:nvSpPr>
        <p:spPr>
          <a:xfrm>
            <a:off x="603720" y="1706040"/>
            <a:ext cx="3356280" cy="1893960"/>
          </a:xfrm>
          <a:prstGeom prst="rect">
            <a:avLst/>
          </a:prstGeom>
          <a:noFill/>
          <a:ln w="0">
            <a:noFill/>
          </a:ln>
        </p:spPr>
        <p:txBody>
          <a:bodyPr lIns="0" tIns="274320" rIns="91440" bIns="45720" anchor="t">
            <a:noAutofit/>
          </a:bodyPr>
          <a:p>
            <a:pPr marL="343080" indent="-34308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ONU</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ケーブル</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光ファイバーケーブル</a:t>
            </a:r>
            <a:endParaRPr lang="en-US" sz="2000" b="0" u="none" strike="noStrike">
              <a:solidFill>
                <a:schemeClr val="dk1"/>
              </a:solidFill>
              <a:effectLst/>
              <a:uFillTx/>
              <a:latin typeface="Meiryo UI"/>
            </a:endParaRPr>
          </a:p>
        </p:txBody>
      </p:sp>
      <p:pic>
        <p:nvPicPr>
          <p:cNvPr id="263" name="図プレースホルダー 52"/>
          <p:cNvPicPr/>
          <p:nvPr/>
        </p:nvPicPr>
        <p:blipFill>
          <a:blip r:embed="rId2"/>
          <a:stretch/>
        </p:blipFill>
        <p:spPr>
          <a:xfrm>
            <a:off x="5186160" y="1706040"/>
            <a:ext cx="2266560" cy="2876400"/>
          </a:xfrm>
          <a:prstGeom prst="rect">
            <a:avLst/>
          </a:prstGeom>
          <a:noFill/>
          <a:ln w="0">
            <a:noFill/>
          </a:ln>
        </p:spPr>
      </p:pic>
      <p:sp>
        <p:nvSpPr>
          <p:cNvPr id="264" name="タイトル 1"/>
          <p:cNvSpPr/>
          <p:nvPr/>
        </p:nvSpPr>
        <p:spPr>
          <a:xfrm>
            <a:off x="594360" y="189720"/>
            <a:ext cx="5217120" cy="987120"/>
          </a:xfrm>
          <a:prstGeom prst="rect">
            <a:avLst/>
          </a:prstGeom>
          <a:noFill/>
          <a:ln w="0">
            <a:noFill/>
          </a:ln>
        </p:spPr>
        <p:style>
          <a:lnRef idx="0"/>
          <a:fillRef idx="0"/>
          <a:effectRef idx="0"/>
          <a:fontRef idx="minor"/>
        </p:style>
        <p:txBody>
          <a:bodyPr lIns="0" tIns="0" rIns="0" bIns="0" anchor="b">
            <a:noAutofit/>
          </a:bodyPr>
          <a:p>
            <a:pPr defTabSz="914400">
              <a:lnSpc>
                <a:spcPct val="80000"/>
              </a:lnSpc>
            </a:pPr>
            <a:r>
              <a:rPr lang="zh-TW" sz="4400" b="1" u="none" spc="99" strike="noStrike">
                <a:solidFill>
                  <a:schemeClr val="dk1"/>
                </a:solidFill>
                <a:effectLst/>
                <a:uFillTx/>
                <a:latin typeface="Consolas"/>
                <a:ea typeface="Meiryo UI"/>
              </a:rPr>
              <a:t>第</a:t>
            </a:r>
            <a:r>
              <a:rPr lang="en-US" sz="4400" b="1" u="none" spc="99" strike="noStrike">
                <a:solidFill>
                  <a:schemeClr val="dk1"/>
                </a:solidFill>
                <a:effectLst/>
                <a:uFillTx/>
                <a:latin typeface="Consolas"/>
                <a:ea typeface="Meiryo UI"/>
              </a:rPr>
              <a:t>1</a:t>
            </a:r>
            <a:r>
              <a:rPr lang="zh-TW" sz="4400" b="1" u="none" spc="99" strike="noStrike">
                <a:solidFill>
                  <a:schemeClr val="dk1"/>
                </a:solidFill>
                <a:effectLst/>
                <a:uFillTx/>
                <a:latin typeface="Consolas"/>
                <a:ea typeface="Meiryo UI"/>
              </a:rPr>
              <a:t>層：物理層</a:t>
            </a:r>
            <a:r>
              <a:rPr lang="en-US" sz="4400" b="1" u="none" spc="99" strike="noStrike">
                <a:solidFill>
                  <a:schemeClr val="dk1"/>
                </a:solidFill>
                <a:effectLst/>
                <a:uFillTx/>
                <a:latin typeface="Consolas"/>
                <a:ea typeface="Meiryo UI"/>
              </a:rPr>
              <a:t>(L1)</a:t>
            </a:r>
            <a:endParaRPr lang="en-US" sz="4400" b="0" u="none" strike="noStrike">
              <a:solidFill>
                <a:srgbClr val="000000"/>
              </a:solidFill>
              <a:effectLst/>
              <a:uFillTx/>
              <a:latin typeface="Arial"/>
            </a:endParaRPr>
          </a:p>
        </p:txBody>
      </p:sp>
      <p:pic>
        <p:nvPicPr>
          <p:cNvPr id="265" name="図プレースホルダー 52"/>
          <p:cNvPicPr/>
          <p:nvPr/>
        </p:nvPicPr>
        <p:blipFill>
          <a:blip r:embed="rId3"/>
          <a:stretch/>
        </p:blipFill>
        <p:spPr>
          <a:xfrm>
            <a:off x="8875800" y="1212480"/>
            <a:ext cx="3069720" cy="1727280"/>
          </a:xfrm>
          <a:prstGeom prst="rect">
            <a:avLst/>
          </a:prstGeom>
          <a:noFill/>
          <a:ln w="0">
            <a:noFill/>
          </a:ln>
        </p:spPr>
      </p:pic>
      <p:sp>
        <p:nvSpPr>
          <p:cNvPr id="266" name="四角形: 角を丸くする 3"/>
          <p:cNvSpPr/>
          <p:nvPr/>
        </p:nvSpPr>
        <p:spPr>
          <a:xfrm>
            <a:off x="479160" y="3917520"/>
            <a:ext cx="3827880" cy="1379880"/>
          </a:xfrm>
          <a:prstGeom prst="roundRect">
            <a:avLst>
              <a:gd name="adj" fmla="val 16667"/>
            </a:avLst>
          </a:prstGeom>
          <a:solidFill>
            <a:srgbClr val="A9D4DB"/>
          </a:solidFill>
          <a:ln>
            <a:solidFill>
              <a:srgbClr val="4A5C5F"/>
            </a:solidFill>
          </a:ln>
          <a:effectLst>
            <a:innerShdw blurRad="63500" dir="2700000" dist="50800">
              <a:srgbClr val="000000">
                <a:alpha val="50000"/>
              </a:srgbClr>
            </a:inn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scene3d>
              <a:camera prst="orthographicFront"/>
              <a:lightRig dir="t" rig="soft">
                <a:rot lat="0" lon="0" rev="15600000"/>
              </a:lightRig>
            </a:scene3d>
            <a:sp3d extrusionH="57150" prstMaterial="softEdge">
              <a:bevelT w="25400" h="38100"/>
            </a:sp3d>
          </a:bodyPr>
          <a:p>
            <a:pPr algn="ctr" defTabSz="914400">
              <a:lnSpc>
                <a:spcPct val="100000"/>
              </a:lnSpc>
            </a:pPr>
            <a:r>
              <a:rPr lang="ja-JP" sz="3200" b="1" u="none" strike="noStrike">
                <a:solidFill>
                  <a:schemeClr val="accent4"/>
                </a:solidFill>
                <a:effectLst/>
                <a:uFillTx/>
                <a:latin typeface="Meiryo UI"/>
                <a:ea typeface="Meiryo UI"/>
              </a:rPr>
              <a:t>扱う信号に</a:t>
            </a:r>
            <a:endParaRPr lang="en-US" sz="3200" b="0" u="none" strike="noStrike">
              <a:solidFill>
                <a:srgbClr val="000000"/>
              </a:solidFill>
              <a:effectLst/>
              <a:uFillTx/>
              <a:latin typeface="Arial"/>
            </a:endParaRPr>
          </a:p>
          <a:p>
            <a:pPr algn="ctr" defTabSz="914400">
              <a:lnSpc>
                <a:spcPct val="100000"/>
              </a:lnSpc>
            </a:pPr>
            <a:r>
              <a:rPr lang="ja-JP" sz="3200" b="1" u="none" strike="noStrike">
                <a:solidFill>
                  <a:schemeClr val="accent4"/>
                </a:solidFill>
                <a:effectLst/>
                <a:uFillTx/>
                <a:latin typeface="Meiryo UI"/>
                <a:ea typeface="Meiryo UI"/>
              </a:rPr>
              <a:t>合わせて選ぶ</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各レイヤーの代表機器</a:t>
            </a:r>
            <a:endParaRPr lang="en-US" sz="4400" b="1" u="none" spc="99" strike="noStrike">
              <a:solidFill>
                <a:schemeClr val="dk1"/>
              </a:solidFill>
              <a:effectLst/>
              <a:uFillTx/>
              <a:latin typeface="Meiryo UI"/>
            </a:endParaRPr>
          </a:p>
        </p:txBody>
      </p:sp>
      <p:sp>
        <p:nvSpPr>
          <p:cNvPr id="268" name="PlaceHolder 2"/>
          <p:cNvSpPr>
            <a:spLocks noGrp="1"/>
          </p:cNvSpPr>
          <p:nvPr>
            <p:ph hasCustomPrompt="1"/>
          </p:nvPr>
        </p:nvSpPr>
        <p:spPr>
          <a:xfrm>
            <a:off x="603720" y="1706040"/>
            <a:ext cx="4030200" cy="1526400"/>
          </a:xfrm>
          <a:prstGeom prst="rect">
            <a:avLst/>
          </a:prstGeom>
          <a:noFill/>
          <a:ln w="0">
            <a:noFill/>
          </a:ln>
        </p:spPr>
        <p:txBody>
          <a:bodyPr lIns="0" tIns="274320" rIns="91440" bIns="45720" anchor="t">
            <a:noAutofit/>
          </a:bodyPr>
          <a:p>
            <a:pPr marL="343080" indent="-34308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L2</a:t>
            </a:r>
            <a:r>
              <a:rPr lang="ja-JP" sz="2000" b="0" u="none" strike="noStrike">
                <a:solidFill>
                  <a:schemeClr val="dk1"/>
                </a:solidFill>
                <a:effectLst/>
                <a:uFillTx/>
                <a:latin typeface="Meiryo UI"/>
                <a:ea typeface="Meiryo UI"/>
              </a:rPr>
              <a:t>スイッチ</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ブリッジ</a:t>
            </a:r>
            <a:endParaRPr lang="en-US" sz="2000" b="0" u="none" strike="noStrike">
              <a:solidFill>
                <a:schemeClr val="dk1"/>
              </a:solidFill>
              <a:effectLst/>
              <a:uFillTx/>
              <a:latin typeface="Meiryo UI"/>
            </a:endParaRPr>
          </a:p>
        </p:txBody>
      </p:sp>
      <p:pic>
        <p:nvPicPr>
          <p:cNvPr id="269" name="図プレースホルダー 52"/>
          <p:cNvPicPr/>
          <p:nvPr/>
        </p:nvPicPr>
        <p:blipFill>
          <a:blip r:embed="rId1"/>
          <a:stretch/>
        </p:blipFill>
        <p:spPr>
          <a:xfrm>
            <a:off x="6726960" y="1706040"/>
            <a:ext cx="3155400" cy="2876400"/>
          </a:xfrm>
          <a:prstGeom prst="rect">
            <a:avLst/>
          </a:prstGeom>
          <a:noFill/>
          <a:ln w="0">
            <a:noFill/>
          </a:ln>
        </p:spPr>
      </p:pic>
      <p:sp>
        <p:nvSpPr>
          <p:cNvPr id="270" name="タイトル 1"/>
          <p:cNvSpPr/>
          <p:nvPr/>
        </p:nvSpPr>
        <p:spPr>
          <a:xfrm>
            <a:off x="594360" y="189720"/>
            <a:ext cx="6594840" cy="987120"/>
          </a:xfrm>
          <a:prstGeom prst="rect">
            <a:avLst/>
          </a:prstGeom>
          <a:noFill/>
          <a:ln w="0">
            <a:noFill/>
          </a:ln>
        </p:spPr>
        <p:style>
          <a:lnRef idx="0"/>
          <a:fillRef idx="0"/>
          <a:effectRef idx="0"/>
          <a:fontRef idx="minor"/>
        </p:style>
        <p:txBody>
          <a:bodyPr lIns="0" tIns="0" rIns="0" bIns="0" anchor="b">
            <a:noAutofit/>
          </a:bodyPr>
          <a:p>
            <a:pPr defTabSz="914400">
              <a:lnSpc>
                <a:spcPct val="80000"/>
              </a:lnSpc>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2</a:t>
            </a:r>
            <a:r>
              <a:rPr lang="ja-JP" sz="4400" b="1" u="none" spc="99" strike="noStrike">
                <a:solidFill>
                  <a:schemeClr val="dk1"/>
                </a:solidFill>
                <a:effectLst/>
                <a:uFillTx/>
                <a:latin typeface="Meiryo UI"/>
                <a:ea typeface="Meiryo UI"/>
              </a:rPr>
              <a:t>層：データリンク層</a:t>
            </a:r>
            <a:r>
              <a:rPr lang="en-US" sz="4400" b="1" u="none" spc="99" strike="noStrike">
                <a:solidFill>
                  <a:schemeClr val="dk1"/>
                </a:solidFill>
                <a:effectLst/>
                <a:uFillTx/>
                <a:latin typeface="Consolas"/>
                <a:ea typeface="Meiryo UI"/>
              </a:rPr>
              <a:t>(L2)</a:t>
            </a:r>
            <a:endParaRPr lang="en-US" sz="4400" b="0" u="none" strike="noStrike">
              <a:solidFill>
                <a:srgbClr val="000000"/>
              </a:solidFill>
              <a:effectLst/>
              <a:uFillTx/>
              <a:latin typeface="Arial"/>
            </a:endParaRPr>
          </a:p>
        </p:txBody>
      </p:sp>
      <p:sp>
        <p:nvSpPr>
          <p:cNvPr id="271" name="四角形: 角を丸くする 2"/>
          <p:cNvSpPr/>
          <p:nvPr/>
        </p:nvSpPr>
        <p:spPr>
          <a:xfrm>
            <a:off x="936360" y="3429000"/>
            <a:ext cx="4643640" cy="1379880"/>
          </a:xfrm>
          <a:prstGeom prst="roundRect">
            <a:avLst>
              <a:gd name="adj" fmla="val 16667"/>
            </a:avLst>
          </a:prstGeom>
          <a:solidFill>
            <a:srgbClr val="A9D4DB"/>
          </a:solidFill>
          <a:ln>
            <a:solidFill>
              <a:srgbClr val="4A5C5F"/>
            </a:solidFill>
          </a:ln>
          <a:effectLst>
            <a:innerShdw blurRad="63500" dir="2700000" dist="50800">
              <a:srgbClr val="000000">
                <a:alpha val="50000"/>
              </a:srgbClr>
            </a:inn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scene3d>
              <a:camera prst="orthographicFront"/>
              <a:lightRig dir="t" rig="soft">
                <a:rot lat="0" lon="0" rev="15600000"/>
              </a:lightRig>
            </a:scene3d>
            <a:sp3d extrusionH="57150" prstMaterial="softEdge">
              <a:bevelT w="25400" h="38100"/>
            </a:sp3d>
          </a:bodyPr>
          <a:p>
            <a:pPr algn="ctr" defTabSz="914400">
              <a:lnSpc>
                <a:spcPct val="100000"/>
              </a:lnSpc>
            </a:pPr>
            <a:r>
              <a:rPr lang="en-US" sz="3200" b="1" u="none" strike="noStrike">
                <a:solidFill>
                  <a:schemeClr val="accent4"/>
                </a:solidFill>
                <a:effectLst/>
                <a:uFillTx/>
                <a:latin typeface="Meiryo UI"/>
                <a:ea typeface="Meiryo UI"/>
              </a:rPr>
              <a:t>L2</a:t>
            </a:r>
            <a:r>
              <a:rPr lang="ja-JP" sz="3200" b="1" u="none" strike="noStrike">
                <a:solidFill>
                  <a:schemeClr val="accent4"/>
                </a:solidFill>
                <a:effectLst/>
                <a:uFillTx/>
                <a:latin typeface="Meiryo UI"/>
                <a:ea typeface="Meiryo UI"/>
              </a:rPr>
              <a:t>スイッチ</a:t>
            </a:r>
            <a:r>
              <a:rPr lang="en-US" sz="3200" b="1" u="none" strike="noStrike">
                <a:solidFill>
                  <a:schemeClr val="accent4"/>
                </a:solidFill>
                <a:effectLst/>
                <a:uFillTx/>
                <a:latin typeface="Meiryo UI"/>
                <a:ea typeface="Meiryo UI"/>
              </a:rPr>
              <a:t>&gt;</a:t>
            </a:r>
            <a:r>
              <a:rPr lang="ja-JP" sz="3200" b="1" u="none" strike="noStrike">
                <a:solidFill>
                  <a:schemeClr val="accent4"/>
                </a:solidFill>
                <a:effectLst/>
                <a:uFillTx/>
                <a:latin typeface="Meiryo UI"/>
                <a:ea typeface="Meiryo UI"/>
              </a:rPr>
              <a:t>ブリッジ</a:t>
            </a:r>
            <a:endParaRPr lang="en-US" sz="3200" b="0" u="none" strike="noStrike">
              <a:solidFill>
                <a:srgbClr val="000000"/>
              </a:solidFill>
              <a:effectLst/>
              <a:uFillTx/>
              <a:latin typeface="Arial"/>
            </a:endParaRPr>
          </a:p>
          <a:p>
            <a:pPr algn="ctr" defTabSz="914400">
              <a:lnSpc>
                <a:spcPct val="100000"/>
              </a:lnSpc>
            </a:pPr>
            <a:r>
              <a:rPr lang="ja-JP" sz="3200" b="1" u="none" strike="noStrike">
                <a:solidFill>
                  <a:schemeClr val="accent4"/>
                </a:solidFill>
                <a:effectLst/>
                <a:uFillTx/>
                <a:latin typeface="Meiryo UI"/>
                <a:ea typeface="Meiryo UI"/>
              </a:rPr>
              <a:t>という認識で</a:t>
            </a:r>
            <a:r>
              <a:rPr lang="en-US" sz="3200" b="1" u="none" strike="noStrike">
                <a:solidFill>
                  <a:schemeClr val="accent4"/>
                </a:solidFill>
                <a:effectLst/>
                <a:uFillTx/>
                <a:latin typeface="Meiryo UI"/>
                <a:ea typeface="Meiryo UI"/>
              </a:rPr>
              <a:t>OK</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各レイヤーの代表機器</a:t>
            </a:r>
            <a:endParaRPr lang="en-US" sz="4400" b="1" u="none" spc="99" strike="noStrike">
              <a:solidFill>
                <a:schemeClr val="dk1"/>
              </a:solidFill>
              <a:effectLst/>
              <a:uFillTx/>
              <a:latin typeface="Meiryo UI"/>
            </a:endParaRPr>
          </a:p>
        </p:txBody>
      </p:sp>
      <p:sp>
        <p:nvSpPr>
          <p:cNvPr id="273" name="PlaceHolder 2"/>
          <p:cNvSpPr>
            <a:spLocks noGrp="1"/>
          </p:cNvSpPr>
          <p:nvPr>
            <p:ph hasCustomPrompt="1"/>
          </p:nvPr>
        </p:nvSpPr>
        <p:spPr>
          <a:xfrm>
            <a:off x="603720" y="1706040"/>
            <a:ext cx="2824560" cy="2876400"/>
          </a:xfrm>
          <a:prstGeom prst="rect">
            <a:avLst/>
          </a:prstGeom>
          <a:noFill/>
          <a:ln w="0">
            <a:noFill/>
          </a:ln>
        </p:spPr>
        <p:txBody>
          <a:bodyPr lIns="0" tIns="274320" rIns="91440" bIns="45720" anchor="t">
            <a:noAutofit/>
          </a:bodyPr>
          <a:p>
            <a:pPr marL="343080" indent="-343080" algn="l" defTabSz="914400">
              <a:lnSpc>
                <a:spcPct val="90000"/>
              </a:lnSpc>
              <a:spcBef>
                <a:spcPts val="1800"/>
              </a:spcBef>
              <a:buClr>
                <a:srgbClr val="000000"/>
              </a:buClr>
              <a:buFont typeface="Arial"/>
              <a:buChar char="•"/>
              <a:tabLst>
                <a:tab pos="0" algn="l"/>
              </a:tabLst>
            </a:pPr>
            <a:r>
              <a:rPr lang="en-US" sz="2000" b="0" u="none" strike="noStrike">
                <a:solidFill>
                  <a:schemeClr val="dk1"/>
                </a:solidFill>
                <a:effectLst/>
                <a:uFillTx/>
                <a:latin typeface="Meiryo UI"/>
                <a:ea typeface="Meiryo UI"/>
              </a:rPr>
              <a:t>L3</a:t>
            </a:r>
            <a:r>
              <a:rPr lang="ja-JP" sz="2000" b="0" u="none" strike="noStrike">
                <a:solidFill>
                  <a:schemeClr val="dk1"/>
                </a:solidFill>
                <a:effectLst/>
                <a:uFillTx/>
                <a:latin typeface="Meiryo UI"/>
                <a:ea typeface="Meiryo UI"/>
              </a:rPr>
              <a:t>スイッチ</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ルーター</a:t>
            </a:r>
            <a:endParaRPr lang="en-US" sz="2000" b="0" u="none" strike="noStrike">
              <a:solidFill>
                <a:schemeClr val="dk1"/>
              </a:solidFill>
              <a:effectLst/>
              <a:uFillTx/>
              <a:latin typeface="Meiryo UI"/>
            </a:endParaRPr>
          </a:p>
        </p:txBody>
      </p:sp>
      <p:pic>
        <p:nvPicPr>
          <p:cNvPr id="274" name="図プレースホルダー 52"/>
          <p:cNvPicPr/>
          <p:nvPr/>
        </p:nvPicPr>
        <p:blipFill>
          <a:blip r:embed="rId1"/>
          <a:stretch/>
        </p:blipFill>
        <p:spPr>
          <a:xfrm>
            <a:off x="5137920" y="2108520"/>
            <a:ext cx="2616120" cy="3319920"/>
          </a:xfrm>
          <a:prstGeom prst="rect">
            <a:avLst/>
          </a:prstGeom>
          <a:noFill/>
          <a:ln w="0">
            <a:noFill/>
          </a:ln>
        </p:spPr>
      </p:pic>
      <p:sp>
        <p:nvSpPr>
          <p:cNvPr id="275" name="タイトル 1"/>
          <p:cNvSpPr/>
          <p:nvPr/>
        </p:nvSpPr>
        <p:spPr>
          <a:xfrm>
            <a:off x="594360" y="189720"/>
            <a:ext cx="6968160" cy="987120"/>
          </a:xfrm>
          <a:prstGeom prst="rect">
            <a:avLst/>
          </a:prstGeom>
          <a:noFill/>
          <a:ln w="0">
            <a:noFill/>
          </a:ln>
        </p:spPr>
        <p:style>
          <a:lnRef idx="0"/>
          <a:fillRef idx="0"/>
          <a:effectRef idx="0"/>
          <a:fontRef idx="minor"/>
        </p:style>
        <p:txBody>
          <a:bodyPr lIns="0" tIns="0" rIns="0" bIns="0" anchor="b">
            <a:noAutofit/>
          </a:bodyPr>
          <a:p>
            <a:pPr defTabSz="914400">
              <a:lnSpc>
                <a:spcPct val="80000"/>
              </a:lnSpc>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3</a:t>
            </a:r>
            <a:r>
              <a:rPr lang="ja-JP" sz="4400" b="1" u="none" spc="99" strike="noStrike">
                <a:solidFill>
                  <a:schemeClr val="dk1"/>
                </a:solidFill>
                <a:effectLst/>
                <a:uFillTx/>
                <a:latin typeface="Meiryo UI"/>
                <a:ea typeface="Meiryo UI"/>
              </a:rPr>
              <a:t>層：ネットワーク層</a:t>
            </a:r>
            <a:r>
              <a:rPr lang="en-US" sz="4400" b="1" u="none" spc="99" strike="noStrike">
                <a:solidFill>
                  <a:schemeClr val="dk1"/>
                </a:solidFill>
                <a:effectLst/>
                <a:uFillTx/>
                <a:latin typeface="Meiryo UI"/>
                <a:ea typeface="Meiryo UI"/>
              </a:rPr>
              <a:t>(L3)</a:t>
            </a:r>
            <a:endParaRPr lang="en-US" sz="4400" b="0" u="none" strike="noStrike">
              <a:solidFill>
                <a:srgbClr val="000000"/>
              </a:solidFill>
              <a:effectLst/>
              <a:uFillTx/>
              <a:latin typeface="Arial"/>
            </a:endParaRPr>
          </a:p>
        </p:txBody>
      </p:sp>
      <p:pic>
        <p:nvPicPr>
          <p:cNvPr id="276" name="図プレースホルダー 52"/>
          <p:cNvPicPr/>
          <p:nvPr/>
        </p:nvPicPr>
        <p:blipFill>
          <a:blip r:embed="rId2"/>
          <a:stretch/>
        </p:blipFill>
        <p:spPr>
          <a:xfrm>
            <a:off x="8362080" y="1177560"/>
            <a:ext cx="2824560" cy="2824560"/>
          </a:xfrm>
          <a:prstGeom prst="rect">
            <a:avLst/>
          </a:prstGeom>
          <a:noFill/>
          <a:ln w="0">
            <a:noFill/>
          </a:ln>
        </p:spPr>
      </p:pic>
      <p:sp>
        <p:nvSpPr>
          <p:cNvPr id="277" name="四角形: 角を丸くする 2"/>
          <p:cNvSpPr/>
          <p:nvPr/>
        </p:nvSpPr>
        <p:spPr>
          <a:xfrm>
            <a:off x="936360" y="3429000"/>
            <a:ext cx="3827880" cy="1379880"/>
          </a:xfrm>
          <a:prstGeom prst="roundRect">
            <a:avLst>
              <a:gd name="adj" fmla="val 16667"/>
            </a:avLst>
          </a:prstGeom>
          <a:solidFill>
            <a:srgbClr val="A9D4DB"/>
          </a:solidFill>
          <a:ln>
            <a:solidFill>
              <a:srgbClr val="4A5C5F"/>
            </a:solidFill>
          </a:ln>
          <a:effectLst>
            <a:innerShdw blurRad="63500" dir="2700000" dist="50800">
              <a:srgbClr val="000000">
                <a:alpha val="50000"/>
              </a:srgbClr>
            </a:inn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scene3d>
              <a:camera prst="orthographicFront"/>
              <a:lightRig dir="t" rig="soft">
                <a:rot lat="0" lon="0" rev="15600000"/>
              </a:lightRig>
            </a:scene3d>
            <a:sp3d extrusionH="57150" prstMaterial="softEdge">
              <a:bevelT w="25400" h="38100"/>
            </a:sp3d>
          </a:bodyPr>
          <a:p>
            <a:pPr algn="ctr" defTabSz="914400">
              <a:lnSpc>
                <a:spcPct val="100000"/>
              </a:lnSpc>
            </a:pPr>
            <a:r>
              <a:rPr lang="en-US" sz="3200" b="1" u="none" strike="noStrike">
                <a:solidFill>
                  <a:schemeClr val="accent4"/>
                </a:solidFill>
                <a:effectLst/>
                <a:uFillTx/>
                <a:latin typeface="Meiryo UI"/>
                <a:ea typeface="Meiryo UI"/>
              </a:rPr>
              <a:t>WAN=</a:t>
            </a:r>
            <a:r>
              <a:rPr lang="ja-JP" sz="3200" b="1" u="none" strike="noStrike">
                <a:solidFill>
                  <a:schemeClr val="accent4"/>
                </a:solidFill>
                <a:effectLst/>
                <a:uFillTx/>
                <a:latin typeface="Meiryo UI"/>
                <a:ea typeface="Meiryo UI"/>
              </a:rPr>
              <a:t>ルーター</a:t>
            </a:r>
            <a:endParaRPr lang="en-US" sz="3200" b="0" u="none" strike="noStrike">
              <a:solidFill>
                <a:srgbClr val="000000"/>
              </a:solidFill>
              <a:effectLst/>
              <a:uFillTx/>
              <a:latin typeface="Arial"/>
            </a:endParaRPr>
          </a:p>
          <a:p>
            <a:pPr algn="ctr" defTabSz="914400">
              <a:lnSpc>
                <a:spcPct val="100000"/>
              </a:lnSpc>
            </a:pPr>
            <a:r>
              <a:rPr lang="en-US" sz="3200" b="1" u="none" strike="noStrike">
                <a:solidFill>
                  <a:schemeClr val="accent4"/>
                </a:solidFill>
                <a:effectLst/>
                <a:uFillTx/>
                <a:latin typeface="Meiryo UI"/>
                <a:ea typeface="Meiryo UI"/>
              </a:rPr>
              <a:t>LAN=L3</a:t>
            </a:r>
            <a:r>
              <a:rPr lang="ja-JP" sz="3200" b="1" u="none" strike="noStrike">
                <a:solidFill>
                  <a:schemeClr val="accent4"/>
                </a:solidFill>
                <a:effectLst/>
                <a:uFillTx/>
                <a:latin typeface="Meiryo UI"/>
                <a:ea typeface="Meiryo UI"/>
              </a:rPr>
              <a:t>スイッチ</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障害対応の基本は下位から確認</a:t>
            </a:r>
            <a:endParaRPr lang="en-US" sz="4400" b="1" u="none" spc="99" strike="noStrike">
              <a:solidFill>
                <a:schemeClr val="dk1"/>
              </a:solidFill>
              <a:effectLst/>
              <a:uFillTx/>
              <a:latin typeface="Meiryo UI"/>
            </a:endParaRPr>
          </a:p>
        </p:txBody>
      </p:sp>
      <p:pic>
        <p:nvPicPr>
          <p:cNvPr id="279" name="図プレースホルダー 52"/>
          <p:cNvPicPr/>
          <p:nvPr/>
        </p:nvPicPr>
        <p:blipFill>
          <a:blip r:embed="rId1"/>
          <a:srcRect l="617" t="0" r="617" b="0"/>
          <a:stretch/>
        </p:blipFill>
        <p:spPr>
          <a:xfrm>
            <a:off x="594360" y="2481840"/>
            <a:ext cx="6378480" cy="3791160"/>
          </a:xfrm>
          <a:prstGeom prst="rect">
            <a:avLst/>
          </a:prstGeom>
          <a:noFill/>
          <a:ln w="0">
            <a:noFill/>
          </a:ln>
        </p:spPr>
      </p:pic>
      <p:sp>
        <p:nvSpPr>
          <p:cNvPr id="280" name="PlaceHolder 2"/>
          <p:cNvSpPr>
            <a:spLocks noGrp="1"/>
          </p:cNvSpPr>
          <p:nvPr>
            <p:ph hasCustomPrompt="1"/>
          </p:nvPr>
        </p:nvSpPr>
        <p:spPr>
          <a:xfrm>
            <a:off x="8030160" y="3081240"/>
            <a:ext cx="3306240" cy="319176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ja-JP" sz="1800" b="0" u="none" strike="noStrike">
                <a:solidFill>
                  <a:schemeClr val="dk1"/>
                </a:solidFill>
                <a:effectLst/>
                <a:uFillTx/>
                <a:latin typeface="Meiryo UI"/>
                <a:ea typeface="Meiryo UI"/>
              </a:rPr>
              <a:t>上位レイヤーは下位のレイヤーが成り立って初めて機能するのでネットワークの障害発生時には下位レイヤーから確認するのが基本と言われています。</a:t>
            </a:r>
            <a:endParaRPr lang="en-US" sz="18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1800" b="0" u="none" strike="noStrike">
                <a:solidFill>
                  <a:schemeClr val="dk1"/>
                </a:solidFill>
                <a:effectLst/>
                <a:uFillTx/>
                <a:latin typeface="Meiryo UI"/>
                <a:ea typeface="Meiryo UI"/>
              </a:rPr>
              <a:t>LAN</a:t>
            </a:r>
            <a:r>
              <a:rPr lang="ja-JP" sz="1800" b="0" u="none" strike="noStrike">
                <a:solidFill>
                  <a:schemeClr val="dk1"/>
                </a:solidFill>
                <a:effectLst/>
                <a:uFillTx/>
                <a:latin typeface="Meiryo UI"/>
                <a:ea typeface="Meiryo UI"/>
              </a:rPr>
              <a:t>ケーブルが抜けているのに他を試しても何をしても無駄なのはイメージがつくと思います。</a:t>
            </a:r>
            <a:endParaRPr lang="en-US" sz="1800" b="0" u="none" strike="noStrike">
              <a:solidFill>
                <a:schemeClr val="dk1"/>
              </a:solidFill>
              <a:effectLst/>
              <a:uFillTx/>
              <a:latin typeface="Meiryo UI"/>
            </a:endParaRPr>
          </a:p>
        </p:txBody>
      </p:sp>
      <p:sp>
        <p:nvSpPr>
          <p:cNvPr id="281" name="矢印: 下 6"/>
          <p:cNvSpPr/>
          <p:nvPr/>
        </p:nvSpPr>
        <p:spPr>
          <a:xfrm rot="10800000">
            <a:off x="6973920" y="2994480"/>
            <a:ext cx="266040" cy="3279600"/>
          </a:xfrm>
          <a:prstGeom prst="downArrow">
            <a:avLst>
              <a:gd name="adj1" fmla="val 50000"/>
              <a:gd name="adj2" fmla="val 50000"/>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282" name="コンテンツ プレースホルダー 2"/>
          <p:cNvSpPr/>
          <p:nvPr/>
        </p:nvSpPr>
        <p:spPr>
          <a:xfrm>
            <a:off x="7368480" y="3429000"/>
            <a:ext cx="266040" cy="3191760"/>
          </a:xfrm>
          <a:prstGeom prst="rect">
            <a:avLst/>
          </a:prstGeom>
          <a:noFill/>
          <a:ln w="0">
            <a:noFill/>
          </a:ln>
        </p:spPr>
        <p:style>
          <a:lnRef idx="0"/>
          <a:fillRef idx="0"/>
          <a:effectRef idx="0"/>
          <a:fontRef idx="minor"/>
        </p:style>
        <p:txBody>
          <a:bodyPr lIns="0" tIns="90000" rIns="0" bIns="0" anchor="t" vert="eaVert">
            <a:normAutofit/>
          </a:bodyPr>
          <a:p>
            <a:pPr defTabSz="914400">
              <a:lnSpc>
                <a:spcPct val="90000"/>
              </a:lnSpc>
              <a:spcBef>
                <a:spcPts val="1800"/>
              </a:spcBef>
              <a:tabLst>
                <a:tab pos="0" algn="l"/>
              </a:tabLst>
            </a:pPr>
            <a:r>
              <a:rPr lang="ja-JP" sz="1800" b="0" u="none" strike="noStrike">
                <a:solidFill>
                  <a:schemeClr val="dk1"/>
                </a:solidFill>
                <a:effectLst/>
                <a:uFillTx/>
                <a:latin typeface="Meiryo UI"/>
                <a:ea typeface="Meiryo UI"/>
              </a:rPr>
              <a:t>下から確認する</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2</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
        <p:nvSpPr>
          <p:cNvPr id="284"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2</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286"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ネットワークの基礎用語</a:t>
            </a:r>
            <a:r>
              <a:rPr lang="en-US" sz="2400" b="1" u="none" strike="noStrike">
                <a:solidFill>
                  <a:schemeClr val="lt2">
                    <a:lumMod val="75000"/>
                  </a:schemeClr>
                </a:solidFill>
                <a:effectLst/>
                <a:uFillTx/>
                <a:latin typeface="Meiryo UI"/>
                <a:ea typeface="Meiryo UI"/>
              </a:rPr>
              <a:t>2</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ネットワークの流れ</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到達性の確認方法</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br>
              <a:rPr sz="6000"/>
            </a:br>
            <a:r>
              <a:rPr lang="ja-JP" sz="6000" b="1" u="none" spc="99" strike="noStrike">
                <a:solidFill>
                  <a:schemeClr val="dk1"/>
                </a:solidFill>
                <a:effectLst/>
                <a:uFillTx/>
                <a:latin typeface="Meiryo UI"/>
                <a:ea typeface="Meiryo UI"/>
              </a:rPr>
              <a:t>ネットワークの</a:t>
            </a:r>
            <a:br>
              <a:rPr sz="6000"/>
            </a:br>
            <a:r>
              <a:rPr lang="ja-JP" sz="6000" b="1" u="none" spc="99" strike="noStrike">
                <a:solidFill>
                  <a:schemeClr val="dk1"/>
                </a:solidFill>
                <a:effectLst/>
                <a:uFillTx/>
                <a:latin typeface="Meiryo UI"/>
                <a:ea typeface="Meiryo UI"/>
              </a:rPr>
              <a:t>基礎用語</a:t>
            </a:r>
            <a:r>
              <a:rPr lang="en-US" sz="6000" b="1" u="none" spc="99" strike="noStrike">
                <a:solidFill>
                  <a:schemeClr val="dk1"/>
                </a:solidFill>
                <a:effectLst/>
                <a:uFillTx/>
                <a:latin typeface="Meiryo UI"/>
                <a:ea typeface="Meiryo UI"/>
              </a:rPr>
              <a:t>2</a:t>
            </a:r>
            <a:endParaRPr lang="en-US" sz="6000" b="1" u="none" spc="99" strike="noStrike">
              <a:solidFill>
                <a:schemeClr val="dk1"/>
              </a:solidFill>
              <a:effectLst/>
              <a:uFillTx/>
              <a:latin typeface="Meiryo UI"/>
            </a:endParaRPr>
          </a:p>
        </p:txBody>
      </p:sp>
      <p:sp>
        <p:nvSpPr>
          <p:cNvPr id="288"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四角形: 角を丸くする 9"/>
          <p:cNvSpPr/>
          <p:nvPr/>
        </p:nvSpPr>
        <p:spPr>
          <a:xfrm>
            <a:off x="5627880" y="3087360"/>
            <a:ext cx="4744080" cy="3492000"/>
          </a:xfrm>
          <a:prstGeom prst="roundRect">
            <a:avLst>
              <a:gd name="adj" fmla="val 16667"/>
            </a:avLst>
          </a:prstGeom>
          <a:solidFill>
            <a:schemeClr val="tx2">
              <a:lumMod val="60000"/>
              <a:lumOff val="40000"/>
            </a:schemeClr>
          </a:solidFill>
          <a:ln>
            <a:solidFill>
              <a:srgbClr val="FFFFFF"/>
            </a:solidFill>
          </a:ln>
          <a:effectLst>
            <a:innerShdw blurRad="63500" dir="2700000" dist="50800">
              <a:srgbClr val="000000">
                <a:alpha val="50000"/>
              </a:srgbClr>
            </a:innerShdw>
          </a:effectLst>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290" name="PlaceHolder 1"/>
          <p:cNvSpPr>
            <a:spLocks noGrp="1"/>
          </p:cNvSpPr>
          <p:nvPr>
            <p:ph type="title" hasCustomPrompt="1"/>
          </p:nvPr>
        </p:nvSpPr>
        <p:spPr>
          <a:xfrm>
            <a:off x="594360" y="278280"/>
            <a:ext cx="8909280" cy="1494000"/>
          </a:xfrm>
          <a:prstGeom prst="rect">
            <a:avLst/>
          </a:prstGeom>
          <a:noFill/>
          <a:ln w="0">
            <a:noFill/>
          </a:ln>
        </p:spPr>
        <p:txBody>
          <a:bodyPr lIns="0" tIns="0" rIns="0" bIns="0" anchor="b">
            <a:noAutofit/>
          </a:bodyPr>
          <a:p>
            <a:pPr indent="0" algn="l" defTabSz="914400">
              <a:lnSpc>
                <a:spcPct val="90000"/>
              </a:lnSpc>
              <a:buNone/>
              <a:tabLst>
                <a:tab pos="0" algn="l"/>
              </a:tabLst>
            </a:pPr>
            <a:r>
              <a:rPr lang="ja-JP" sz="4400" b="1" u="none" spc="99" strike="noStrike">
                <a:solidFill>
                  <a:schemeClr val="dk1"/>
                </a:solidFill>
                <a:effectLst/>
                <a:uFillTx/>
                <a:latin typeface="Meiryo UI"/>
                <a:ea typeface="Meiryo UI"/>
              </a:rPr>
              <a:t>基礎用語</a:t>
            </a:r>
            <a:r>
              <a:rPr lang="en-US" sz="4400" b="1" u="none" spc="99" strike="noStrike">
                <a:solidFill>
                  <a:schemeClr val="dk1"/>
                </a:solidFill>
                <a:effectLst/>
                <a:uFillTx/>
                <a:latin typeface="Meiryo UI"/>
                <a:ea typeface="Meiryo UI"/>
              </a:rPr>
              <a:t>2</a:t>
            </a:r>
            <a:endParaRPr lang="en-US" sz="4400" b="1" u="none" spc="99" strike="noStrike">
              <a:solidFill>
                <a:schemeClr val="dk1"/>
              </a:solidFill>
              <a:effectLst/>
              <a:uFillTx/>
              <a:latin typeface="Meiryo UI"/>
            </a:endParaRPr>
          </a:p>
        </p:txBody>
      </p:sp>
      <p:sp>
        <p:nvSpPr>
          <p:cNvPr id="291" name="PlaceHolder 2"/>
          <p:cNvSpPr>
            <a:spLocks noGrp="1"/>
          </p:cNvSpPr>
          <p:nvPr>
            <p:ph hasCustomPrompt="1"/>
          </p:nvPr>
        </p:nvSpPr>
        <p:spPr>
          <a:xfrm>
            <a:off x="594360" y="2676600"/>
            <a:ext cx="4490280" cy="3596760"/>
          </a:xfrm>
          <a:prstGeom prst="rect">
            <a:avLst/>
          </a:prstGeom>
          <a:noFill/>
          <a:ln w="0">
            <a:noFill/>
          </a:ln>
        </p:spPr>
        <p:txBody>
          <a:bodyPr lIns="0" tIns="45720" rIns="0" bIns="0" anchor="t">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次に進むために他の用語も覚えましょう</a:t>
            </a:r>
            <a:endParaRPr lang="en-US" sz="2000" b="0" u="none" strike="noStrike">
              <a:solidFill>
                <a:schemeClr val="dk1"/>
              </a:solidFill>
              <a:effectLst/>
              <a:uFillTx/>
              <a:latin typeface="Meiryo UI"/>
            </a:endParaRPr>
          </a:p>
        </p:txBody>
      </p:sp>
      <p:sp>
        <p:nvSpPr>
          <p:cNvPr id="292" name="PlaceHolder 3"/>
          <p:cNvSpPr>
            <a:spLocks noGrp="1"/>
          </p:cNvSpPr>
          <p:nvPr>
            <p:ph hasCustomPrompt="1"/>
          </p:nvPr>
        </p:nvSpPr>
        <p:spPr>
          <a:xfrm>
            <a:off x="5882040" y="2676600"/>
            <a:ext cx="4490280" cy="359676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今回扱う用語</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224B51"/>
              </a:buClr>
              <a:buFont typeface="Arial"/>
              <a:buChar char="•"/>
              <a:tabLst>
                <a:tab pos="0" algn="l"/>
              </a:tabLst>
            </a:pPr>
            <a:r>
              <a:rPr lang="en-US" sz="2000" b="0" u="none" strike="noStrike">
                <a:solidFill>
                  <a:schemeClr val="accent3">
                    <a:lumMod val="50000"/>
                  </a:schemeClr>
                </a:solidFill>
                <a:effectLst/>
                <a:uFillTx/>
                <a:latin typeface="Meiryo UI"/>
                <a:ea typeface="Meiryo UI"/>
              </a:rPr>
              <a:t>IP(v4,v6)</a:t>
            </a:r>
            <a:r>
              <a:rPr lang="ja-JP" sz="2000" b="0" u="none" strike="noStrike">
                <a:solidFill>
                  <a:schemeClr val="accent3">
                    <a:lumMod val="50000"/>
                  </a:schemeClr>
                </a:solidFill>
                <a:effectLst/>
                <a:uFillTx/>
                <a:latin typeface="Meiryo UI"/>
                <a:ea typeface="Meiryo UI"/>
              </a:rPr>
              <a:t>アドレス</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224B51"/>
              </a:buClr>
              <a:buFont typeface="Arial"/>
              <a:buChar char="•"/>
              <a:tabLst>
                <a:tab pos="0" algn="l"/>
              </a:tabLst>
            </a:pPr>
            <a:r>
              <a:rPr lang="en-US" sz="2000" b="0" u="none" strike="noStrike">
                <a:solidFill>
                  <a:schemeClr val="accent3">
                    <a:lumMod val="50000"/>
                  </a:schemeClr>
                </a:solidFill>
                <a:effectLst/>
                <a:uFillTx/>
                <a:latin typeface="Meiryo UI"/>
                <a:ea typeface="Meiryo UI"/>
              </a:rPr>
              <a:t>ipconfig</a:t>
            </a:r>
            <a:r>
              <a:rPr lang="ja-JP" sz="2000" b="0" u="none" strike="noStrike">
                <a:solidFill>
                  <a:schemeClr val="accent3">
                    <a:lumMod val="50000"/>
                  </a:schemeClr>
                </a:solidFill>
                <a:effectLst/>
                <a:uFillTx/>
                <a:latin typeface="Meiryo UI"/>
                <a:ea typeface="Meiryo UI"/>
              </a:rPr>
              <a:t>とサブネット</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224B51"/>
              </a:buClr>
              <a:buFont typeface="Arial"/>
              <a:buChar char="•"/>
              <a:tabLst>
                <a:tab pos="0" algn="l"/>
              </a:tabLst>
            </a:pPr>
            <a:r>
              <a:rPr lang="ja-JP" sz="2000" b="0" u="none" strike="noStrike">
                <a:solidFill>
                  <a:schemeClr val="accent3">
                    <a:lumMod val="50000"/>
                  </a:schemeClr>
                </a:solidFill>
                <a:effectLst/>
                <a:uFillTx/>
                <a:latin typeface="Meiryo UI"/>
                <a:ea typeface="Meiryo UI"/>
              </a:rPr>
              <a:t>ダイナミックとスタティック</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224B51"/>
              </a:buClr>
              <a:buFont typeface="Arial"/>
              <a:buChar char="•"/>
              <a:tabLst>
                <a:tab pos="0" algn="l"/>
              </a:tabLst>
            </a:pPr>
            <a:r>
              <a:rPr lang="en-US" sz="2000" b="0" u="none" strike="noStrike">
                <a:solidFill>
                  <a:schemeClr val="accent3">
                    <a:lumMod val="50000"/>
                  </a:schemeClr>
                </a:solidFill>
                <a:effectLst/>
                <a:uFillTx/>
                <a:latin typeface="Meiryo UI"/>
                <a:ea typeface="Meiryo UI"/>
              </a:rPr>
              <a:t>ping</a:t>
            </a:r>
            <a:r>
              <a:rPr lang="ja-JP" sz="2000" b="0" u="none" strike="noStrike">
                <a:solidFill>
                  <a:schemeClr val="accent3">
                    <a:lumMod val="50000"/>
                  </a:schemeClr>
                </a:solidFill>
                <a:effectLst/>
                <a:uFillTx/>
                <a:latin typeface="Meiryo UI"/>
                <a:ea typeface="Meiryo UI"/>
              </a:rPr>
              <a:t>と</a:t>
            </a:r>
            <a:r>
              <a:rPr lang="en-US" sz="2000" b="0" u="none" strike="noStrike">
                <a:solidFill>
                  <a:schemeClr val="accent3">
                    <a:lumMod val="50000"/>
                  </a:schemeClr>
                </a:solidFill>
                <a:effectLst/>
                <a:uFillTx/>
                <a:latin typeface="Meiryo UI"/>
                <a:ea typeface="Meiryo UI"/>
              </a:rPr>
              <a:t>ICMP</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224B51"/>
              </a:buClr>
              <a:buFont typeface="Arial"/>
              <a:buChar char="•"/>
              <a:tabLst>
                <a:tab pos="0" algn="l"/>
              </a:tabLst>
            </a:pPr>
            <a:r>
              <a:rPr lang="ja-JP" sz="2000" b="0" u="none" strike="noStrike">
                <a:solidFill>
                  <a:schemeClr val="accent3">
                    <a:lumMod val="50000"/>
                  </a:schemeClr>
                </a:solidFill>
                <a:effectLst/>
                <a:uFillTx/>
                <a:latin typeface="Meiryo UI"/>
                <a:ea typeface="Meiryo UI"/>
              </a:rPr>
              <a:t>ルーティングとゲートウェイ</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Autofit/>
          </a:bodyPr>
          <a:p>
            <a:pPr indent="0" algn="l" defTabSz="914400">
              <a:lnSpc>
                <a:spcPct val="80000"/>
              </a:lnSpc>
              <a:buNone/>
              <a:tabLst>
                <a:tab pos="0" algn="l"/>
              </a:tabLst>
            </a:pPr>
            <a:endParaRPr lang="en-US" sz="4400" b="1" u="none" spc="99" strike="noStrike">
              <a:solidFill>
                <a:schemeClr val="dk1"/>
              </a:solidFill>
              <a:effectLst/>
              <a:uFillTx/>
              <a:latin typeface="Meiryo UI"/>
            </a:endParaRPr>
          </a:p>
        </p:txBody>
      </p:sp>
      <p:pic>
        <p:nvPicPr>
          <p:cNvPr id="294" name="コンテンツ プレースホルダー 5"/>
          <p:cNvPicPr/>
          <p:nvPr/>
        </p:nvPicPr>
        <p:blipFill>
          <a:blip r:embed="rId1"/>
          <a:stretch/>
        </p:blipFill>
        <p:spPr>
          <a:xfrm>
            <a:off x="0" y="0"/>
            <a:ext cx="12191400" cy="2083320"/>
          </a:xfrm>
          <a:prstGeom prst="rect">
            <a:avLst/>
          </a:prstGeom>
          <a:noFill/>
          <a:ln w="0">
            <a:noFill/>
          </a:ln>
        </p:spPr>
      </p:pic>
      <p:sp>
        <p:nvSpPr>
          <p:cNvPr id="295" name="四角形: 角を丸くする 8"/>
          <p:cNvSpPr/>
          <p:nvPr/>
        </p:nvSpPr>
        <p:spPr>
          <a:xfrm>
            <a:off x="594360" y="2225160"/>
            <a:ext cx="4744080" cy="4354200"/>
          </a:xfrm>
          <a:prstGeom prst="roundRect">
            <a:avLst>
              <a:gd name="adj" fmla="val 16667"/>
            </a:avLst>
          </a:prstGeom>
          <a:solidFill>
            <a:srgbClr val="4495A2"/>
          </a:solidFill>
          <a:ln>
            <a:solidFill>
              <a:srgbClr val="FFFFFF"/>
            </a:solidFill>
          </a:ln>
          <a:scene3d>
            <a:camera prst="orthographicFront"/>
            <a:lightRig dir="t" rig="threePt"/>
          </a:scene3d>
          <a:sp3d>
            <a:bevelT prst="angle"/>
          </a:sp3d>
        </p:spPr>
        <p:style>
          <a:lnRef idx="2">
            <a:schemeClr val="accent1">
              <a:shade val="15000"/>
            </a:schemeClr>
          </a:lnRef>
          <a:fillRef idx="1">
            <a:schemeClr val="accent1"/>
          </a:fillRef>
          <a:effectRef idx="0">
            <a:schemeClr val="accent1"/>
          </a:effectRef>
          <a:fontRef idx="minor"/>
        </p:style>
        <p:txBody>
          <a:bodyPr lIns="90000" tIns="45000" rIns="90000" bIns="45000" anchor="t">
            <a:noAutofit/>
          </a:bodyPr>
          <a:p>
            <a:pPr algn="ctr" defTabSz="914400">
              <a:lnSpc>
                <a:spcPct val="100000"/>
              </a:lnSpc>
            </a:pPr>
            <a:r>
              <a:rPr lang="en-US" sz="2800" b="0" u="none" strike="noStrike">
                <a:solidFill>
                  <a:schemeClr val="lt1"/>
                </a:solidFill>
                <a:effectLst/>
                <a:uFillTx/>
                <a:latin typeface="Meiryo UI"/>
                <a:ea typeface="Meiryo UI"/>
              </a:rPr>
              <a:t>IPv4</a:t>
            </a:r>
            <a:r>
              <a:rPr lang="ja-JP" sz="2800" b="0" u="none" strike="noStrike">
                <a:solidFill>
                  <a:schemeClr val="lt1"/>
                </a:solidFill>
                <a:effectLst/>
                <a:uFillTx/>
                <a:latin typeface="Meiryo UI"/>
                <a:ea typeface="Meiryo UI"/>
              </a:rPr>
              <a:t>アドレス</a:t>
            </a:r>
            <a:endParaRPr lang="en-US" sz="2800" b="0" u="none" strike="noStrike">
              <a:solidFill>
                <a:srgbClr val="FFFFFF"/>
              </a:solidFill>
              <a:effectLst/>
              <a:uFillTx/>
              <a:latin typeface="Arial"/>
            </a:endParaRPr>
          </a:p>
        </p:txBody>
      </p:sp>
      <p:sp>
        <p:nvSpPr>
          <p:cNvPr id="296" name="四角形: 角を丸くする 10"/>
          <p:cNvSpPr/>
          <p:nvPr/>
        </p:nvSpPr>
        <p:spPr>
          <a:xfrm>
            <a:off x="6852960" y="2209680"/>
            <a:ext cx="4744080" cy="4354200"/>
          </a:xfrm>
          <a:prstGeom prst="roundRect">
            <a:avLst>
              <a:gd name="adj" fmla="val 16667"/>
            </a:avLst>
          </a:prstGeom>
          <a:solidFill>
            <a:srgbClr val="4495A2"/>
          </a:solidFill>
          <a:ln>
            <a:solidFill>
              <a:srgbClr val="FFFFFF"/>
            </a:solidFill>
          </a:ln>
          <a:scene3d>
            <a:camera prst="orthographicFront"/>
            <a:lightRig dir="t" rig="threePt"/>
          </a:scene3d>
          <a:sp3d>
            <a:bevelT prst="angle"/>
          </a:sp3d>
        </p:spPr>
        <p:style>
          <a:lnRef idx="2">
            <a:schemeClr val="accent1">
              <a:shade val="15000"/>
            </a:schemeClr>
          </a:lnRef>
          <a:fillRef idx="1">
            <a:schemeClr val="accent1"/>
          </a:fillRef>
          <a:effectRef idx="0">
            <a:schemeClr val="accent1"/>
          </a:effectRef>
          <a:fontRef idx="minor"/>
        </p:style>
        <p:txBody>
          <a:bodyPr lIns="90000" tIns="45000" rIns="90000" bIns="45000" anchor="t">
            <a:noAutofit/>
          </a:bodyPr>
          <a:p>
            <a:pPr algn="ctr" defTabSz="914400">
              <a:lnSpc>
                <a:spcPct val="100000"/>
              </a:lnSpc>
            </a:pPr>
            <a:r>
              <a:rPr lang="en-US" sz="2800" b="0" u="none" strike="noStrike">
                <a:solidFill>
                  <a:schemeClr val="lt1"/>
                </a:solidFill>
                <a:effectLst/>
                <a:uFillTx/>
                <a:latin typeface="Meiryo UI"/>
                <a:ea typeface="Meiryo UI"/>
              </a:rPr>
              <a:t>IPv6</a:t>
            </a:r>
            <a:r>
              <a:rPr lang="ja-JP" sz="2800" b="0" u="none" strike="noStrike">
                <a:solidFill>
                  <a:schemeClr val="lt1"/>
                </a:solidFill>
                <a:effectLst/>
                <a:uFillTx/>
                <a:latin typeface="Meiryo UI"/>
                <a:ea typeface="Meiryo UI"/>
              </a:rPr>
              <a:t>アドレス</a:t>
            </a:r>
            <a:endParaRPr lang="en-US" sz="2800" b="0" u="none" strike="noStrike">
              <a:solidFill>
                <a:srgbClr val="FFFFFF"/>
              </a:solidFill>
              <a:effectLst/>
              <a:uFillTx/>
              <a:latin typeface="Arial"/>
            </a:endParaRPr>
          </a:p>
        </p:txBody>
      </p:sp>
      <p:sp>
        <p:nvSpPr>
          <p:cNvPr id="297" name="PlaceHolder 2"/>
          <p:cNvSpPr>
            <a:spLocks noGrp="1"/>
          </p:cNvSpPr>
          <p:nvPr>
            <p:ph hasCustomPrompt="1"/>
          </p:nvPr>
        </p:nvSpPr>
        <p:spPr>
          <a:xfrm>
            <a:off x="909720" y="2982600"/>
            <a:ext cx="4490280" cy="3596760"/>
          </a:xfrm>
          <a:prstGeom prst="rect">
            <a:avLst/>
          </a:prstGeom>
          <a:noFill/>
          <a:ln w="0">
            <a:noFill/>
          </a:ln>
        </p:spPr>
        <p:txBody>
          <a:bodyPr lIns="0" tIns="45720" rIns="0" bIns="0" anchor="t">
            <a:normAutofit/>
          </a:bodyPr>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レガシー</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en-US" sz="2000" b="0" u="none" strike="noStrike">
                <a:solidFill>
                  <a:schemeClr val="lt1"/>
                </a:solidFill>
                <a:effectLst/>
                <a:uFillTx/>
                <a:latin typeface="Meiryo UI"/>
                <a:ea typeface="Meiryo UI"/>
              </a:rPr>
              <a:t>2</a:t>
            </a:r>
            <a:r>
              <a:rPr lang="ja-JP" sz="2000" b="0" u="none" strike="noStrike">
                <a:solidFill>
                  <a:schemeClr val="lt1"/>
                </a:solidFill>
                <a:effectLst/>
                <a:uFillTx/>
                <a:latin typeface="Meiryo UI"/>
                <a:ea typeface="Meiryo UI"/>
              </a:rPr>
              <a:t>進数</a:t>
            </a:r>
            <a:r>
              <a:rPr lang="en-US" sz="2000" b="0" u="none" strike="noStrike">
                <a:solidFill>
                  <a:schemeClr val="lt1"/>
                </a:solidFill>
                <a:effectLst/>
                <a:uFillTx/>
                <a:latin typeface="Meiryo UI"/>
                <a:ea typeface="Meiryo UI"/>
              </a:rPr>
              <a:t>32</a:t>
            </a:r>
            <a:r>
              <a:rPr lang="ja-JP" sz="2000" b="0" u="none" strike="noStrike">
                <a:solidFill>
                  <a:schemeClr val="lt1"/>
                </a:solidFill>
                <a:effectLst/>
                <a:uFillTx/>
                <a:latin typeface="Meiryo UI"/>
                <a:ea typeface="Meiryo UI"/>
              </a:rPr>
              <a:t>ビットで表現</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一般的に使用される</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en-US" sz="2000" b="0" u="none" strike="noStrike">
                <a:solidFill>
                  <a:schemeClr val="lt1"/>
                </a:solidFill>
                <a:effectLst/>
                <a:uFillTx/>
                <a:latin typeface="Meiryo UI"/>
                <a:ea typeface="Meiryo UI"/>
              </a:rPr>
              <a:t>[.] </a:t>
            </a:r>
            <a:r>
              <a:rPr lang="ja-JP" sz="2000" b="0" u="none" strike="noStrike">
                <a:solidFill>
                  <a:schemeClr val="lt1"/>
                </a:solidFill>
                <a:effectLst/>
                <a:uFillTx/>
                <a:latin typeface="Meiryo UI"/>
                <a:ea typeface="Meiryo UI"/>
              </a:rPr>
              <a:t>ドットで区切られる</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多いけど足りなくなってきている</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普通</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重要</a:t>
            </a:r>
            <a:endParaRPr lang="en-US" sz="2000" b="0" u="none" strike="noStrike">
              <a:solidFill>
                <a:schemeClr val="dk1"/>
              </a:solidFill>
              <a:effectLst/>
              <a:uFillTx/>
              <a:latin typeface="Meiryo UI"/>
            </a:endParaRPr>
          </a:p>
        </p:txBody>
      </p:sp>
      <p:sp>
        <p:nvSpPr>
          <p:cNvPr id="298" name="コンテンツ プレースホルダー 3"/>
          <p:cNvSpPr/>
          <p:nvPr/>
        </p:nvSpPr>
        <p:spPr>
          <a:xfrm>
            <a:off x="7701120" y="3026520"/>
            <a:ext cx="4490280" cy="3596760"/>
          </a:xfrm>
          <a:prstGeom prst="rect">
            <a:avLst/>
          </a:prstGeom>
          <a:noFill/>
          <a:ln w="0">
            <a:noFill/>
          </a:ln>
        </p:spPr>
        <p:style>
          <a:lnRef idx="0"/>
          <a:fillRef idx="0"/>
          <a:effectRef idx="0"/>
          <a:fontRef idx="minor"/>
        </p:style>
        <p:txBody>
          <a:bodyPr lIns="0" tIns="45000" rIns="0" bIns="0" anchor="t">
            <a:normAutofit/>
          </a:bodyPr>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モダン</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en-US" sz="2000" b="0" u="none" strike="noStrike">
                <a:solidFill>
                  <a:schemeClr val="lt1"/>
                </a:solidFill>
                <a:effectLst/>
                <a:uFillTx/>
                <a:latin typeface="Meiryo UI"/>
                <a:ea typeface="Meiryo UI"/>
              </a:rPr>
              <a:t>16</a:t>
            </a:r>
            <a:r>
              <a:rPr lang="ja-JP" sz="2000" b="0" u="none" strike="noStrike">
                <a:solidFill>
                  <a:schemeClr val="lt1"/>
                </a:solidFill>
                <a:effectLst/>
                <a:uFillTx/>
                <a:latin typeface="Meiryo UI"/>
                <a:ea typeface="Meiryo UI"/>
              </a:rPr>
              <a:t>進数</a:t>
            </a:r>
            <a:r>
              <a:rPr lang="en-US" sz="2000" b="0" u="none" strike="noStrike">
                <a:solidFill>
                  <a:schemeClr val="lt1"/>
                </a:solidFill>
                <a:effectLst/>
                <a:uFillTx/>
                <a:latin typeface="Meiryo UI"/>
                <a:ea typeface="Meiryo UI"/>
              </a:rPr>
              <a:t>128</a:t>
            </a:r>
            <a:r>
              <a:rPr lang="ja-JP" sz="2000" b="0" u="none" strike="noStrike">
                <a:solidFill>
                  <a:schemeClr val="lt1"/>
                </a:solidFill>
                <a:effectLst/>
                <a:uFillTx/>
                <a:latin typeface="Meiryo UI"/>
                <a:ea typeface="Meiryo UI"/>
              </a:rPr>
              <a:t>ビットで表現</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主流ではない</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en-US" sz="2000" b="0" u="none" strike="noStrike">
                <a:solidFill>
                  <a:schemeClr val="lt1"/>
                </a:solidFill>
                <a:effectLst/>
                <a:uFillTx/>
                <a:latin typeface="Meiryo UI"/>
                <a:ea typeface="Meiryo UI"/>
              </a:rPr>
              <a:t>[:] </a:t>
            </a:r>
            <a:r>
              <a:rPr lang="ja-JP" sz="2000" b="0" u="none" strike="noStrike">
                <a:solidFill>
                  <a:schemeClr val="lt1"/>
                </a:solidFill>
                <a:effectLst/>
                <a:uFillTx/>
                <a:latin typeface="Meiryo UI"/>
                <a:ea typeface="Meiryo UI"/>
              </a:rPr>
              <a:t>コロンで区切られる</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めっちゃやばいくらい多い</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早いらしい</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あるんだなぁくらい</a:t>
            </a:r>
            <a:endParaRPr lang="en-US" sz="2000" b="0" u="none" strike="noStrike">
              <a:solidFill>
                <a:srgbClr val="000000"/>
              </a:solidFill>
              <a:effectLst/>
              <a:uFillTx/>
              <a:latin typeface="Arial"/>
            </a:endParaRPr>
          </a:p>
        </p:txBody>
      </p:sp>
      <p:sp>
        <p:nvSpPr>
          <p:cNvPr id="299" name="矢印: 左右 4"/>
          <p:cNvSpPr/>
          <p:nvPr/>
        </p:nvSpPr>
        <p:spPr>
          <a:xfrm>
            <a:off x="4750560" y="3639960"/>
            <a:ext cx="2716560" cy="1493640"/>
          </a:xfrm>
          <a:prstGeom prst="leftRightArrow">
            <a:avLst>
              <a:gd name="adj1" fmla="val 50000"/>
              <a:gd name="adj2" fmla="val 50000"/>
            </a:avLst>
          </a:prstGeom>
          <a:solidFill>
            <a:srgbClr val="F9D448"/>
          </a:solidFill>
          <a:ln>
            <a:solidFill>
              <a:srgbClr val="6D5C1F"/>
            </a:solidFill>
          </a:ln>
        </p:spPr>
        <p:style>
          <a:lnRef idx="2">
            <a:schemeClr val="accent6">
              <a:shade val="15000"/>
            </a:schemeClr>
          </a:lnRef>
          <a:fillRef idx="1">
            <a:schemeClr val="accent6"/>
          </a:fillRef>
          <a:effectRef idx="0">
            <a:schemeClr val="accent6"/>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300" name="乗算記号 3"/>
          <p:cNvSpPr/>
          <p:nvPr/>
        </p:nvSpPr>
        <p:spPr>
          <a:xfrm>
            <a:off x="5079960" y="3542040"/>
            <a:ext cx="2058120" cy="1720080"/>
          </a:xfrm>
          <a:prstGeom prst="mathMultiply">
            <a:avLst>
              <a:gd name="adj1" fmla="val 23520"/>
            </a:avLst>
          </a:prstGeom>
          <a:solidFill>
            <a:srgbClr val="FF0000"/>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1800" b="1" u="none" strike="noStrike">
                <a:solidFill>
                  <a:schemeClr val="lt1"/>
                </a:solidFill>
                <a:effectLst/>
                <a:uFillTx/>
                <a:latin typeface="Meiryo UI"/>
                <a:ea typeface="Meiryo UI"/>
              </a:rPr>
              <a:t>互換性</a:t>
            </a:r>
            <a:endParaRPr lang="en-US" sz="1800" b="0" u="none" strike="noStrike">
              <a:solidFill>
                <a:srgbClr val="FFFFFF"/>
              </a:solidFill>
              <a:effectLst/>
              <a:uFillTx/>
              <a:latin typeface="Arial"/>
            </a:endParaRPr>
          </a:p>
          <a:p>
            <a:pPr algn="ctr" defTabSz="914400">
              <a:lnSpc>
                <a:spcPct val="100000"/>
              </a:lnSpc>
            </a:pPr>
            <a:r>
              <a:rPr lang="ja-JP" sz="1800" b="1" u="none" strike="noStrike">
                <a:solidFill>
                  <a:schemeClr val="lt1"/>
                </a:solidFill>
                <a:effectLst/>
                <a:uFillTx/>
                <a:latin typeface="Meiryo UI"/>
                <a:ea typeface="Meiryo UI"/>
              </a:rPr>
              <a:t>がない</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ipconfig</a:t>
            </a:r>
            <a:endParaRPr lang="en-US" sz="4400" b="1" u="none" spc="99" strike="noStrike">
              <a:solidFill>
                <a:schemeClr val="dk1"/>
              </a:solidFill>
              <a:effectLst/>
              <a:uFillTx/>
              <a:latin typeface="Meiryo UI"/>
            </a:endParaRPr>
          </a:p>
        </p:txBody>
      </p:sp>
      <p:sp>
        <p:nvSpPr>
          <p:cNvPr id="302" name="PlaceHolder 2"/>
          <p:cNvSpPr>
            <a:spLocks noGrp="1"/>
          </p:cNvSpPr>
          <p:nvPr>
            <p:ph hasCustomPrompt="1"/>
          </p:nvPr>
        </p:nvSpPr>
        <p:spPr>
          <a:xfrm>
            <a:off x="603720" y="583920"/>
            <a:ext cx="3853080" cy="4726800"/>
          </a:xfrm>
          <a:prstGeom prst="rect">
            <a:avLst/>
          </a:prstGeom>
          <a:noFill/>
          <a:ln w="0">
            <a:noFill/>
          </a:ln>
        </p:spPr>
        <p:txBody>
          <a:bodyPr lIns="0" tIns="274320" rIns="91440" bIns="45720" anchor="t">
            <a:normAutofit/>
          </a:bodyPr>
          <a:p>
            <a:pPr indent="0" algn="l" defTabSz="914400">
              <a:lnSpc>
                <a:spcPct val="90000"/>
              </a:lnSpc>
              <a:spcBef>
                <a:spcPts val="1800"/>
              </a:spcBef>
              <a:buNone/>
              <a:tabLst>
                <a:tab pos="0" algn="l"/>
              </a:tabLst>
            </a:pPr>
            <a:r>
              <a:rPr lang="en-US" sz="2400" b="1" u="none" strike="noStrike">
                <a:solidFill>
                  <a:schemeClr val="dk1"/>
                </a:solidFill>
                <a:effectLst/>
                <a:uFillTx/>
                <a:latin typeface="Meiryo UI"/>
                <a:ea typeface="Meiryo UI"/>
              </a:rPr>
              <a:t>ipconfig</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Windows</a:t>
            </a:r>
            <a:r>
              <a:rPr lang="ja-JP" sz="2000" b="0" u="none" strike="noStrike">
                <a:solidFill>
                  <a:schemeClr val="dk1"/>
                </a:solidFill>
                <a:effectLst/>
                <a:uFillTx/>
                <a:latin typeface="Meiryo UI"/>
                <a:ea typeface="Meiryo UI"/>
              </a:rPr>
              <a:t>で使用できるコマンドでコマンドプロンプトまたは</a:t>
            </a:r>
            <a:r>
              <a:rPr lang="en-US" sz="2000" b="0" u="none" strike="noStrike">
                <a:solidFill>
                  <a:schemeClr val="dk1"/>
                </a:solidFill>
                <a:effectLst/>
                <a:uFillTx/>
                <a:latin typeface="Meiryo UI"/>
                <a:ea typeface="Meiryo UI"/>
              </a:rPr>
              <a:t>PowerShell</a:t>
            </a:r>
            <a:r>
              <a:rPr lang="ja-JP" sz="2000" b="0" u="none" strike="noStrike">
                <a:solidFill>
                  <a:schemeClr val="dk1"/>
                </a:solidFill>
                <a:effectLst/>
                <a:uFillTx/>
                <a:latin typeface="Meiryo UI"/>
                <a:ea typeface="Meiryo UI"/>
              </a:rPr>
              <a:t>を使用して実行できます。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実行するとその</a:t>
            </a:r>
            <a:r>
              <a:rPr lang="en-US" sz="2000" b="0" u="none" strike="noStrike">
                <a:solidFill>
                  <a:schemeClr val="dk1"/>
                </a:solidFill>
                <a:effectLst/>
                <a:uFillTx/>
                <a:latin typeface="Meiryo UI"/>
                <a:ea typeface="Meiryo UI"/>
              </a:rPr>
              <a:t>PC</a:t>
            </a:r>
            <a:r>
              <a:rPr lang="ja-JP" sz="2000" b="0" u="none" strike="noStrike">
                <a:solidFill>
                  <a:schemeClr val="dk1"/>
                </a:solidFill>
                <a:effectLst/>
                <a:uFillTx/>
                <a:latin typeface="Meiryo UI"/>
                <a:ea typeface="Meiryo UI"/>
              </a:rPr>
              <a:t>のネットワークの基本構成を確認する事ができます。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タイポがなければ画像のような表示になります。</a:t>
            </a:r>
            <a:endParaRPr lang="en-US" sz="2000" b="0" u="none" strike="noStrike">
              <a:solidFill>
                <a:schemeClr val="dk1"/>
              </a:solidFill>
              <a:effectLst/>
              <a:uFillTx/>
              <a:latin typeface="Meiryo UI"/>
            </a:endParaRPr>
          </a:p>
        </p:txBody>
      </p:sp>
      <p:pic>
        <p:nvPicPr>
          <p:cNvPr id="303" name="図プレースホルダー 52"/>
          <p:cNvPicPr/>
          <p:nvPr/>
        </p:nvPicPr>
        <p:blipFill>
          <a:blip r:embed="rId1"/>
          <a:stretch/>
        </p:blipFill>
        <p:spPr>
          <a:xfrm>
            <a:off x="4729320" y="583920"/>
            <a:ext cx="6867360" cy="4726800"/>
          </a:xfrm>
          <a:prstGeom prst="rect">
            <a:avLst/>
          </a:prstGeom>
          <a:noFill/>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hasCustomPrompt="1"/>
          </p:nvPr>
        </p:nvSpPr>
        <p:spPr>
          <a:xfrm>
            <a:off x="6318720" y="3499560"/>
            <a:ext cx="4625640" cy="2541960"/>
          </a:xfrm>
          <a:prstGeom prst="rect">
            <a:avLst/>
          </a:prstGeom>
          <a:noFill/>
          <a:ln w="0">
            <a:noFill/>
          </a:ln>
        </p:spPr>
        <p:txBody>
          <a:bodyPr lIns="0" tIns="0" rIns="0" bIns="0" anchor="b">
            <a:noAutofit/>
          </a:bodyPr>
          <a:p>
            <a:pPr indent="0" algn="l" defTabSz="914400">
              <a:lnSpc>
                <a:spcPct val="100000"/>
              </a:lnSpc>
              <a:buNone/>
              <a:tabLst>
                <a:tab pos="0" algn="l"/>
              </a:tabLst>
            </a:pPr>
            <a:r>
              <a:rPr lang="ja-JP" sz="4400" b="1" u="none" spc="99" strike="noStrike">
                <a:solidFill>
                  <a:schemeClr val="dk1"/>
                </a:solidFill>
                <a:effectLst/>
                <a:uFillTx/>
                <a:latin typeface="Meiryo UI"/>
                <a:ea typeface="Meiryo UI"/>
              </a:rPr>
              <a:t>サブネット</a:t>
            </a:r>
            <a:endParaRPr lang="en-US" sz="4400" b="1" u="none" spc="99" strike="noStrike">
              <a:solidFill>
                <a:schemeClr val="dk1"/>
              </a:solidFill>
              <a:effectLst/>
              <a:uFillTx/>
              <a:latin typeface="Meiryo UI"/>
            </a:endParaRPr>
          </a:p>
        </p:txBody>
      </p:sp>
      <p:sp>
        <p:nvSpPr>
          <p:cNvPr id="305" name="PlaceHolder 2"/>
          <p:cNvSpPr>
            <a:spLocks noGrp="1"/>
          </p:cNvSpPr>
          <p:nvPr>
            <p:ph hasCustomPrompt="1"/>
          </p:nvPr>
        </p:nvSpPr>
        <p:spPr>
          <a:xfrm>
            <a:off x="603720" y="457200"/>
            <a:ext cx="5197680" cy="3870360"/>
          </a:xfrm>
          <a:prstGeom prst="rect">
            <a:avLst/>
          </a:prstGeom>
          <a:noFill/>
          <a:ln w="0">
            <a:noFill/>
          </a:ln>
        </p:spPr>
        <p:txBody>
          <a:bodyPr lIns="0" tIns="274320" rIns="91440" bIns="45720" anchor="t">
            <a:normAutofit fontScale="92500" lnSpcReduction="9999"/>
          </a:bodyPr>
          <a:p>
            <a:pPr indent="0" algn="l" defTabSz="914400">
              <a:lnSpc>
                <a:spcPct val="90000"/>
              </a:lnSpc>
              <a:spcBef>
                <a:spcPts val="1800"/>
              </a:spcBef>
              <a:buNone/>
              <a:tabLst>
                <a:tab pos="0" algn="l"/>
              </a:tabLst>
            </a:pPr>
            <a:r>
              <a:rPr lang="ja-JP" sz="3200" b="0" u="none" strike="noStrike">
                <a:solidFill>
                  <a:schemeClr val="dk1"/>
                </a:solidFill>
                <a:effectLst/>
                <a:uFillTx/>
                <a:latin typeface="Meiryo UI"/>
                <a:ea typeface="Meiryo UI"/>
              </a:rPr>
              <a:t>サブネット</a:t>
            </a:r>
            <a:endParaRPr lang="en-US" sz="32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1" u="none" strike="noStrike">
                <a:solidFill>
                  <a:schemeClr val="dk1"/>
                </a:solidFill>
                <a:effectLst/>
                <a:uFillTx/>
                <a:latin typeface="Meiryo UI"/>
                <a:ea typeface="Meiryo UI"/>
              </a:rPr>
              <a:t>1</a:t>
            </a:r>
            <a:r>
              <a:rPr lang="ja-JP" sz="2000" b="1" u="none" strike="noStrike">
                <a:solidFill>
                  <a:schemeClr val="dk1"/>
                </a:solidFill>
                <a:effectLst/>
                <a:uFillTx/>
                <a:latin typeface="Meiryo UI"/>
                <a:ea typeface="Meiryo UI"/>
              </a:rPr>
              <a:t>つのネットワークを、複数の小さなネットワークに分割する仕組み</a:t>
            </a:r>
            <a:r>
              <a:rPr lang="ja-JP" sz="2000" b="0" u="none" strike="noStrike">
                <a:solidFill>
                  <a:schemeClr val="dk1"/>
                </a:solidFill>
                <a:effectLst/>
                <a:uFillTx/>
                <a:latin typeface="Meiryo UI"/>
                <a:ea typeface="Meiryo UI"/>
              </a:rPr>
              <a:t>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アドレスにはホスト部とネットワーク部と呼ばれる領域で分けられていていますが、その区切りをずらすことにより実現できます。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家庭規模</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をサブネット化している人はほぼいないと思うのでイメージがつきづらいと思いますが、そういうものだと認識してください。</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理由やメリットについては今回は割愛させていただきます。</a:t>
            </a:r>
            <a:endParaRPr lang="en-US" sz="2000" b="0" u="none" strike="noStrike">
              <a:solidFill>
                <a:schemeClr val="dk1"/>
              </a:solidFill>
              <a:effectLst/>
              <a:uFillTx/>
              <a:latin typeface="Meiryo UI"/>
            </a:endParaRPr>
          </a:p>
        </p:txBody>
      </p:sp>
      <p:sp>
        <p:nvSpPr>
          <p:cNvPr id="306" name="PlaceHolder 3"/>
          <p:cNvSpPr>
            <a:spLocks noGrp="1"/>
          </p:cNvSpPr>
          <p:nvPr>
            <p:ph hasCustomPrompt="1"/>
          </p:nvPr>
        </p:nvSpPr>
        <p:spPr>
          <a:xfrm>
            <a:off x="2151000" y="4511160"/>
            <a:ext cx="3641040" cy="1888920"/>
          </a:xfrm>
          <a:prstGeom prst="rect">
            <a:avLst/>
          </a:prstGeom>
          <a:noFill/>
          <a:ln w="0">
            <a:noFill/>
          </a:ln>
        </p:spPr>
        <p:txBody>
          <a:bodyPr lIns="0" tIns="45720" rIns="0" bIns="0" anchor="t">
            <a:normAutofit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サブネットマスクについて</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アドレスとのマスク演算という論理演算を用いてその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アドレスがどのネットワークに所属しているか特定する際に用いられる値</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hasCustomPrompt="1"/>
          </p:nvPr>
        </p:nvSpPr>
        <p:spPr>
          <a:xfrm>
            <a:off x="1049400" y="340560"/>
            <a:ext cx="10290600" cy="149400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ダイナミックとスタティック</a:t>
            </a:r>
            <a:endParaRPr lang="en-US" sz="6000" b="1" u="none" spc="99" strike="noStrike">
              <a:solidFill>
                <a:schemeClr val="dk1"/>
              </a:solidFill>
              <a:effectLst/>
              <a:uFillTx/>
              <a:latin typeface="Meiryo UI"/>
            </a:endParaRPr>
          </a:p>
        </p:txBody>
      </p:sp>
      <p:sp>
        <p:nvSpPr>
          <p:cNvPr id="308" name="四角形: 角を丸くする 8"/>
          <p:cNvSpPr/>
          <p:nvPr/>
        </p:nvSpPr>
        <p:spPr>
          <a:xfrm>
            <a:off x="594360" y="3429000"/>
            <a:ext cx="4744080" cy="3150000"/>
          </a:xfrm>
          <a:prstGeom prst="roundRect">
            <a:avLst>
              <a:gd name="adj" fmla="val 16667"/>
            </a:avLst>
          </a:prstGeom>
          <a:solidFill>
            <a:srgbClr val="4495A2"/>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t">
            <a:noAutofit/>
          </a:bodyPr>
          <a:p>
            <a:pPr algn="ctr" defTabSz="914400">
              <a:lnSpc>
                <a:spcPct val="100000"/>
              </a:lnSpc>
            </a:pPr>
            <a:r>
              <a:rPr lang="ja-JP" sz="2800" b="0" u="none" strike="noStrike">
                <a:solidFill>
                  <a:schemeClr val="lt1"/>
                </a:solidFill>
                <a:effectLst/>
                <a:uFillTx/>
                <a:latin typeface="Meiryo UI"/>
                <a:ea typeface="Meiryo UI"/>
              </a:rPr>
              <a:t>ダイナミック</a:t>
            </a:r>
            <a:r>
              <a:rPr lang="en-US" sz="2800" b="0" u="none" strike="noStrike">
                <a:solidFill>
                  <a:schemeClr val="lt1"/>
                </a:solidFill>
                <a:effectLst/>
                <a:uFillTx/>
                <a:latin typeface="Meiryo UI"/>
                <a:ea typeface="Meiryo UI"/>
              </a:rPr>
              <a:t>(</a:t>
            </a:r>
            <a:r>
              <a:rPr lang="ja-JP" sz="2800" b="0" u="none" strike="noStrike">
                <a:solidFill>
                  <a:schemeClr val="lt1"/>
                </a:solidFill>
                <a:effectLst/>
                <a:uFillTx/>
                <a:latin typeface="Meiryo UI"/>
                <a:ea typeface="Meiryo UI"/>
              </a:rPr>
              <a:t>動的</a:t>
            </a:r>
            <a:r>
              <a:rPr lang="en-US" sz="2800" b="0" u="none" strike="noStrike">
                <a:solidFill>
                  <a:schemeClr val="lt1"/>
                </a:solidFill>
                <a:effectLst/>
                <a:uFillTx/>
                <a:latin typeface="Meiryo UI"/>
                <a:ea typeface="Meiryo UI"/>
              </a:rPr>
              <a:t>)</a:t>
            </a:r>
            <a:endParaRPr lang="en-US" sz="2800" b="0" u="none" strike="noStrike">
              <a:solidFill>
                <a:srgbClr val="FFFFFF"/>
              </a:solidFill>
              <a:effectLst/>
              <a:uFillTx/>
              <a:latin typeface="Arial"/>
            </a:endParaRPr>
          </a:p>
        </p:txBody>
      </p:sp>
      <p:sp>
        <p:nvSpPr>
          <p:cNvPr id="309" name="四角形: 角を丸くする 10"/>
          <p:cNvSpPr/>
          <p:nvPr/>
        </p:nvSpPr>
        <p:spPr>
          <a:xfrm>
            <a:off x="6852960" y="3429000"/>
            <a:ext cx="4744080" cy="3134880"/>
          </a:xfrm>
          <a:prstGeom prst="roundRect">
            <a:avLst>
              <a:gd name="adj" fmla="val 16667"/>
            </a:avLst>
          </a:prstGeom>
          <a:solidFill>
            <a:srgbClr val="4495A2"/>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t">
            <a:noAutofit/>
          </a:bodyPr>
          <a:p>
            <a:pPr algn="ctr" defTabSz="914400">
              <a:lnSpc>
                <a:spcPct val="100000"/>
              </a:lnSpc>
            </a:pPr>
            <a:r>
              <a:rPr lang="ja-JP" sz="2800" b="0" u="none" strike="noStrike">
                <a:solidFill>
                  <a:schemeClr val="lt1"/>
                </a:solidFill>
                <a:effectLst/>
                <a:uFillTx/>
                <a:latin typeface="Meiryo UI"/>
                <a:ea typeface="Meiryo UI"/>
              </a:rPr>
              <a:t>スタティック</a:t>
            </a:r>
            <a:r>
              <a:rPr lang="en-US" sz="2800" b="0" u="none" strike="noStrike">
                <a:solidFill>
                  <a:schemeClr val="lt1"/>
                </a:solidFill>
                <a:effectLst/>
                <a:uFillTx/>
                <a:latin typeface="Meiryo UI"/>
                <a:ea typeface="Meiryo UI"/>
              </a:rPr>
              <a:t>(</a:t>
            </a:r>
            <a:r>
              <a:rPr lang="ja-JP" sz="2800" b="0" u="none" strike="noStrike">
                <a:solidFill>
                  <a:schemeClr val="lt1"/>
                </a:solidFill>
                <a:effectLst/>
                <a:uFillTx/>
                <a:latin typeface="Meiryo UI"/>
                <a:ea typeface="Meiryo UI"/>
              </a:rPr>
              <a:t>静的</a:t>
            </a:r>
            <a:r>
              <a:rPr lang="en-US" sz="2800" b="0" u="none" strike="noStrike">
                <a:solidFill>
                  <a:schemeClr val="lt1"/>
                </a:solidFill>
                <a:effectLst/>
                <a:uFillTx/>
                <a:latin typeface="Meiryo UI"/>
                <a:ea typeface="Meiryo UI"/>
              </a:rPr>
              <a:t>)</a:t>
            </a:r>
            <a:endParaRPr lang="en-US" sz="2800" b="0" u="none" strike="noStrike">
              <a:solidFill>
                <a:srgbClr val="FFFFFF"/>
              </a:solidFill>
              <a:effectLst/>
              <a:uFillTx/>
              <a:latin typeface="Arial"/>
            </a:endParaRPr>
          </a:p>
        </p:txBody>
      </p:sp>
      <p:sp>
        <p:nvSpPr>
          <p:cNvPr id="310" name="PlaceHolder 2"/>
          <p:cNvSpPr>
            <a:spLocks noGrp="1"/>
          </p:cNvSpPr>
          <p:nvPr>
            <p:ph hasCustomPrompt="1"/>
          </p:nvPr>
        </p:nvSpPr>
        <p:spPr>
          <a:xfrm>
            <a:off x="1080000" y="4389120"/>
            <a:ext cx="4490280" cy="2204640"/>
          </a:xfrm>
          <a:prstGeom prst="rect">
            <a:avLst/>
          </a:prstGeom>
          <a:noFill/>
          <a:ln w="0">
            <a:noFill/>
          </a:ln>
        </p:spPr>
        <p:txBody>
          <a:bodyPr lIns="0" tIns="45720" rIns="0" bIns="0" anchor="t">
            <a:normAutofit/>
          </a:bodyPr>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自動</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柔軟性が高い</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FFFFFF"/>
              </a:buClr>
              <a:buFont typeface="Arial"/>
              <a:buChar char="•"/>
              <a:tabLst>
                <a:tab pos="0" algn="l"/>
              </a:tabLst>
            </a:pPr>
            <a:r>
              <a:rPr lang="ja-JP" sz="2000" b="0" u="none" strike="noStrike">
                <a:solidFill>
                  <a:schemeClr val="lt1"/>
                </a:solidFill>
                <a:effectLst/>
                <a:uFillTx/>
                <a:latin typeface="Meiryo UI"/>
                <a:ea typeface="Meiryo UI"/>
              </a:rPr>
              <a:t>勝手にやってもらいたときに使う</a:t>
            </a:r>
            <a:endParaRPr lang="en-US" sz="2000" b="0" u="none" strike="noStrike">
              <a:solidFill>
                <a:schemeClr val="dk1"/>
              </a:solidFill>
              <a:effectLst/>
              <a:uFillTx/>
              <a:latin typeface="Meiryo UI"/>
            </a:endParaRPr>
          </a:p>
        </p:txBody>
      </p:sp>
      <p:sp>
        <p:nvSpPr>
          <p:cNvPr id="311" name="コンテンツ プレースホルダー 3"/>
          <p:cNvSpPr/>
          <p:nvPr/>
        </p:nvSpPr>
        <p:spPr>
          <a:xfrm>
            <a:off x="7452720" y="4374360"/>
            <a:ext cx="4490280" cy="2234160"/>
          </a:xfrm>
          <a:prstGeom prst="rect">
            <a:avLst/>
          </a:prstGeom>
          <a:noFill/>
          <a:ln w="0">
            <a:noFill/>
          </a:ln>
        </p:spPr>
        <p:style>
          <a:lnRef idx="0"/>
          <a:fillRef idx="0"/>
          <a:effectRef idx="0"/>
          <a:fontRef idx="minor"/>
        </p:style>
        <p:txBody>
          <a:bodyPr lIns="0" tIns="45000" rIns="0" bIns="0" anchor="t">
            <a:normAutofit/>
          </a:bodyPr>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手動</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柔軟性が低い</a:t>
            </a:r>
            <a:endParaRPr lang="en-US" sz="2000" b="0" u="none" strike="noStrike">
              <a:solidFill>
                <a:srgbClr val="000000"/>
              </a:solidFill>
              <a:effectLst/>
              <a:uFillTx/>
              <a:latin typeface="Arial"/>
            </a:endParaRPr>
          </a:p>
          <a:p>
            <a:pPr marL="283320" lvl="1" indent="-283320" defTabSz="914400">
              <a:lnSpc>
                <a:spcPct val="90000"/>
              </a:lnSpc>
              <a:spcBef>
                <a:spcPts val="1800"/>
              </a:spcBef>
              <a:buClr>
                <a:srgbClr val="FFFFFF"/>
              </a:buClr>
              <a:buFont typeface="Arial"/>
              <a:buChar char="•"/>
            </a:pPr>
            <a:r>
              <a:rPr lang="ja-JP" sz="2000" b="0" u="none" strike="noStrike">
                <a:solidFill>
                  <a:schemeClr val="lt1"/>
                </a:solidFill>
                <a:effectLst/>
                <a:uFillTx/>
                <a:latin typeface="Meiryo UI"/>
                <a:ea typeface="Meiryo UI"/>
              </a:rPr>
              <a:t>勝手にやられると困る場合に使う</a:t>
            </a:r>
            <a:endParaRPr lang="en-US" sz="2000" b="0" u="none" strike="noStrike">
              <a:solidFill>
                <a:srgbClr val="000000"/>
              </a:solidFill>
              <a:effectLst/>
              <a:uFillTx/>
              <a:latin typeface="Arial"/>
            </a:endParaRPr>
          </a:p>
        </p:txBody>
      </p:sp>
      <p:sp>
        <p:nvSpPr>
          <p:cNvPr id="312" name="タイトル 1"/>
          <p:cNvSpPr/>
          <p:nvPr/>
        </p:nvSpPr>
        <p:spPr>
          <a:xfrm>
            <a:off x="594360" y="2179440"/>
            <a:ext cx="9777600" cy="900720"/>
          </a:xfrm>
          <a:prstGeom prst="rect">
            <a:avLst/>
          </a:prstGeom>
          <a:noFill/>
          <a:ln w="0">
            <a:noFill/>
          </a:ln>
        </p:spPr>
        <p:style>
          <a:lnRef idx="0"/>
          <a:fillRef idx="0"/>
          <a:effectRef idx="0"/>
          <a:fontRef idx="minor"/>
        </p:style>
        <p:txBody>
          <a:bodyPr lIns="0" tIns="0" rIns="0" bIns="0" anchor="ctr">
            <a:noAutofit/>
          </a:bodyPr>
          <a:p>
            <a:pPr algn="ctr" defTabSz="914400">
              <a:lnSpc>
                <a:spcPct val="80000"/>
              </a:lnSpc>
            </a:pPr>
            <a:r>
              <a:rPr lang="ja-JP" sz="1800" b="0" u="none" spc="99" strike="noStrike">
                <a:solidFill>
                  <a:schemeClr val="dk1"/>
                </a:solidFill>
                <a:effectLst/>
                <a:uFillTx/>
                <a:latin typeface="Meiryo UI"/>
                <a:ea typeface="Meiryo UI"/>
              </a:rPr>
              <a:t>色々な単語とくっついて出てきます。</a:t>
            </a:r>
            <a:endParaRPr lang="en-US" sz="1800" b="0" u="none" strike="noStrike">
              <a:solidFill>
                <a:srgbClr val="000000"/>
              </a:solidFill>
              <a:effectLst/>
              <a:uFillTx/>
              <a:latin typeface="Arial"/>
            </a:endParaRPr>
          </a:p>
          <a:p>
            <a:pPr algn="ctr" defTabSz="914400">
              <a:lnSpc>
                <a:spcPct val="80000"/>
              </a:lnSpc>
            </a:pPr>
            <a:r>
              <a:rPr lang="ja-JP" sz="1800" b="0" u="none" spc="99" strike="noStrike">
                <a:solidFill>
                  <a:schemeClr val="dk1"/>
                </a:solidFill>
                <a:effectLst/>
                <a:uFillTx/>
                <a:latin typeface="Meiryo UI"/>
                <a:ea typeface="Meiryo UI"/>
              </a:rPr>
              <a:t>設定値の決め方について指していることが多いです。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ping</a:t>
            </a:r>
            <a:endParaRPr lang="en-US" sz="4400" b="1" u="none" spc="99" strike="noStrike">
              <a:solidFill>
                <a:schemeClr val="dk1"/>
              </a:solidFill>
              <a:effectLst/>
              <a:uFillTx/>
              <a:latin typeface="Meiryo UI"/>
            </a:endParaRPr>
          </a:p>
        </p:txBody>
      </p:sp>
      <p:sp>
        <p:nvSpPr>
          <p:cNvPr id="314" name="PlaceHolder 2"/>
          <p:cNvSpPr>
            <a:spLocks noGrp="1"/>
          </p:cNvSpPr>
          <p:nvPr>
            <p:ph hasCustomPrompt="1"/>
          </p:nvPr>
        </p:nvSpPr>
        <p:spPr>
          <a:xfrm>
            <a:off x="603720" y="583920"/>
            <a:ext cx="3982680" cy="4398840"/>
          </a:xfrm>
          <a:prstGeom prst="rect">
            <a:avLst/>
          </a:prstGeom>
          <a:noFill/>
          <a:ln w="0">
            <a:noFill/>
          </a:ln>
        </p:spPr>
        <p:txBody>
          <a:bodyPr lIns="0" tIns="274320" rIns="91440" bIns="45720" anchor="t">
            <a:normAutofit/>
          </a:bodyPr>
          <a:p>
            <a:pPr indent="0" algn="l" defTabSz="914400">
              <a:lnSpc>
                <a:spcPct val="90000"/>
              </a:lnSpc>
              <a:spcBef>
                <a:spcPts val="1800"/>
              </a:spcBef>
              <a:buNone/>
              <a:tabLst>
                <a:tab pos="0" algn="l"/>
              </a:tabLst>
            </a:pPr>
            <a:r>
              <a:rPr lang="en-US" sz="2400" b="1" u="none" strike="noStrike">
                <a:solidFill>
                  <a:schemeClr val="dk1"/>
                </a:solidFill>
                <a:effectLst/>
                <a:uFillTx/>
                <a:latin typeface="Meiryo UI"/>
                <a:ea typeface="Meiryo UI"/>
              </a:rPr>
              <a:t>ping(</a:t>
            </a:r>
            <a:r>
              <a:rPr lang="ja-JP" sz="2400" b="1" u="none" strike="noStrike">
                <a:solidFill>
                  <a:schemeClr val="dk1"/>
                </a:solidFill>
                <a:effectLst/>
                <a:uFillTx/>
                <a:latin typeface="Meiryo UI"/>
                <a:ea typeface="Meiryo UI"/>
              </a:rPr>
              <a:t>ピング</a:t>
            </a:r>
            <a:r>
              <a:rPr lang="en-US" sz="2400" b="1" u="none" strike="noStrike">
                <a:solidFill>
                  <a:schemeClr val="dk1"/>
                </a:solidFill>
                <a:effectLst/>
                <a:uFillTx/>
                <a:latin typeface="Meiryo UI"/>
                <a:ea typeface="Meiryo UI"/>
              </a:rPr>
              <a:t>)</a:t>
            </a:r>
            <a:endParaRPr lang="en-US" sz="24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1" u="none" strike="noStrike">
                <a:solidFill>
                  <a:schemeClr val="dk1"/>
                </a:solidFill>
                <a:effectLst/>
                <a:uFillTx/>
                <a:latin typeface="Meiryo UI"/>
                <a:ea typeface="Meiryo UI"/>
              </a:rPr>
              <a:t>ネットワークの疎通確認を行うコマンド</a:t>
            </a:r>
            <a:r>
              <a:rPr lang="en-US" sz="2000" b="0" u="none" strike="noStrike">
                <a:solidFill>
                  <a:schemeClr val="dk1"/>
                </a:solidFill>
                <a:effectLst/>
                <a:uFillTx/>
                <a:latin typeface="Meiryo UI"/>
                <a:ea typeface="Meiryo UI"/>
              </a:rPr>
              <a:t> 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実行して相手と疎通が取れれば画像のような表示で応答が表示されて通信が取れるのを確認ができます。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失敗すると</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応答がありません</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等の表示がでます。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書式は</a:t>
            </a:r>
            <a:r>
              <a:rPr lang="en-US" sz="2000" b="0" u="none" strike="noStrike">
                <a:solidFill>
                  <a:schemeClr val="dk1"/>
                </a:solidFill>
                <a:effectLst/>
                <a:uFillTx/>
                <a:latin typeface="Meiryo UI"/>
                <a:ea typeface="Meiryo UI"/>
              </a:rPr>
              <a:t>[ping IP</a:t>
            </a:r>
            <a:r>
              <a:rPr lang="ja-JP" sz="2000" b="0" u="none" strike="noStrike">
                <a:solidFill>
                  <a:schemeClr val="dk1"/>
                </a:solidFill>
                <a:effectLst/>
                <a:uFillTx/>
                <a:latin typeface="Meiryo UI"/>
                <a:ea typeface="Meiryo UI"/>
              </a:rPr>
              <a:t>アドレス</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ですがドメインでも可能です。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pic>
        <p:nvPicPr>
          <p:cNvPr id="315" name="図プレースホルダー 52"/>
          <p:cNvPicPr/>
          <p:nvPr/>
        </p:nvPicPr>
        <p:blipFill>
          <a:blip r:embed="rId1"/>
          <a:stretch/>
        </p:blipFill>
        <p:spPr>
          <a:xfrm>
            <a:off x="4729320" y="583920"/>
            <a:ext cx="5808960" cy="3998520"/>
          </a:xfrm>
          <a:prstGeom prst="rect">
            <a:avLst/>
          </a:prstGeom>
          <a:noFill/>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PlaceHolder 1"/>
          <p:cNvSpPr>
            <a:spLocks noGrp="1"/>
          </p:cNvSpPr>
          <p:nvPr>
            <p:ph type="title" hasCustomPrompt="1"/>
          </p:nvPr>
        </p:nvSpPr>
        <p:spPr>
          <a:xfrm>
            <a:off x="6318720" y="3499560"/>
            <a:ext cx="4625640" cy="2541960"/>
          </a:xfrm>
          <a:prstGeom prst="rect">
            <a:avLst/>
          </a:prstGeom>
          <a:noFill/>
          <a:ln w="0">
            <a:noFill/>
          </a:ln>
        </p:spPr>
        <p:txBody>
          <a:bodyPr lIns="0" tIns="0" rIns="0" bIns="0" anchor="b">
            <a:noAutofit/>
          </a:bodyPr>
          <a:p>
            <a:pPr indent="0" algn="l" defTabSz="914400">
              <a:lnSpc>
                <a:spcPct val="100000"/>
              </a:lnSpc>
              <a:buNone/>
              <a:tabLst>
                <a:tab pos="0" algn="l"/>
              </a:tabLst>
            </a:pPr>
            <a:r>
              <a:rPr lang="en-US" sz="4400" b="1" u="none" spc="99" strike="noStrike">
                <a:solidFill>
                  <a:schemeClr val="dk1"/>
                </a:solidFill>
                <a:effectLst/>
                <a:uFillTx/>
                <a:latin typeface="Meiryo UI"/>
                <a:ea typeface="Meiryo UI"/>
              </a:rPr>
              <a:t>ICMP</a:t>
            </a:r>
            <a:endParaRPr lang="en-US" sz="4400" b="1" u="none" spc="99" strike="noStrike">
              <a:solidFill>
                <a:schemeClr val="dk1"/>
              </a:solidFill>
              <a:effectLst/>
              <a:uFillTx/>
              <a:latin typeface="Meiryo UI"/>
            </a:endParaRPr>
          </a:p>
        </p:txBody>
      </p:sp>
      <p:sp>
        <p:nvSpPr>
          <p:cNvPr id="317" name="PlaceHolder 2"/>
          <p:cNvSpPr>
            <a:spLocks noGrp="1"/>
          </p:cNvSpPr>
          <p:nvPr>
            <p:ph hasCustomPrompt="1"/>
          </p:nvPr>
        </p:nvSpPr>
        <p:spPr>
          <a:xfrm>
            <a:off x="603720" y="457200"/>
            <a:ext cx="5197680" cy="3870360"/>
          </a:xfrm>
          <a:prstGeom prst="rect">
            <a:avLst/>
          </a:prstGeom>
          <a:noFill/>
          <a:ln w="0">
            <a:noFill/>
          </a:ln>
        </p:spPr>
        <p:txBody>
          <a:bodyPr lIns="0" tIns="274320" rIns="91440" bIns="45720" anchor="t">
            <a:normAutofit/>
          </a:bodyPr>
          <a:p>
            <a:pPr indent="0" algn="l" defTabSz="914400">
              <a:lnSpc>
                <a:spcPct val="90000"/>
              </a:lnSpc>
              <a:spcBef>
                <a:spcPts val="1800"/>
              </a:spcBef>
              <a:buNone/>
              <a:tabLst>
                <a:tab pos="0" algn="l"/>
              </a:tabLst>
            </a:pPr>
            <a:r>
              <a:rPr lang="en-US" sz="3200" b="0" u="none" strike="noStrike">
                <a:solidFill>
                  <a:schemeClr val="dk1"/>
                </a:solidFill>
                <a:effectLst/>
                <a:uFillTx/>
                <a:latin typeface="Meiryo UI"/>
                <a:ea typeface="Meiryo UI"/>
              </a:rPr>
              <a:t>ICMP</a:t>
            </a:r>
            <a:endParaRPr lang="en-US" sz="32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制御用プロトコルで</a:t>
            </a:r>
            <a:r>
              <a:rPr lang="en-US" sz="2000" b="0" u="none" strike="noStrike">
                <a:solidFill>
                  <a:schemeClr val="dk1"/>
                </a:solidFill>
                <a:effectLst/>
                <a:uFillTx/>
                <a:latin typeface="Meiryo UI"/>
                <a:ea typeface="Meiryo UI"/>
              </a:rPr>
              <a:t>ping</a:t>
            </a:r>
            <a:r>
              <a:rPr lang="ja-JP" sz="2000" b="0" u="none" strike="noStrike">
                <a:solidFill>
                  <a:schemeClr val="dk1"/>
                </a:solidFill>
                <a:effectLst/>
                <a:uFillTx/>
                <a:latin typeface="Meiryo UI"/>
                <a:ea typeface="Meiryo UI"/>
              </a:rPr>
              <a:t>コマンドを打つと</a:t>
            </a:r>
            <a:r>
              <a:rPr lang="en-US" sz="2000" b="0" u="none" strike="noStrike">
                <a:solidFill>
                  <a:schemeClr val="dk1"/>
                </a:solidFill>
                <a:effectLst/>
                <a:uFillTx/>
                <a:latin typeface="Meiryo UI"/>
                <a:ea typeface="Meiryo UI"/>
              </a:rPr>
              <a:t>ICMP</a:t>
            </a:r>
            <a:r>
              <a:rPr lang="ja-JP" sz="2000" b="0" u="none" strike="noStrike">
                <a:solidFill>
                  <a:schemeClr val="dk1"/>
                </a:solidFill>
                <a:effectLst/>
                <a:uFillTx/>
                <a:latin typeface="Meiryo UI"/>
                <a:ea typeface="Meiryo UI"/>
              </a:rPr>
              <a:t>エコー要求が送信されます。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宛先ノードで</a:t>
            </a:r>
            <a:r>
              <a:rPr lang="en-US" sz="2000" b="0" u="none" strike="noStrike">
                <a:solidFill>
                  <a:schemeClr val="dk1"/>
                </a:solidFill>
                <a:effectLst/>
                <a:uFillTx/>
                <a:latin typeface="Meiryo UI"/>
                <a:ea typeface="Meiryo UI"/>
              </a:rPr>
              <a:t>ICMP</a:t>
            </a:r>
            <a:r>
              <a:rPr lang="ja-JP" sz="2000" b="0" u="none" strike="noStrike">
                <a:solidFill>
                  <a:schemeClr val="dk1"/>
                </a:solidFill>
                <a:effectLst/>
                <a:uFillTx/>
                <a:latin typeface="Meiryo UI"/>
                <a:ea typeface="Meiryo UI"/>
              </a:rPr>
              <a:t>エコー要求に応答しない設定がされていると通信は通るが、</a:t>
            </a:r>
            <a:r>
              <a:rPr lang="en-US" sz="2000" b="0" u="none" strike="noStrike">
                <a:solidFill>
                  <a:schemeClr val="dk1"/>
                </a:solidFill>
                <a:effectLst/>
                <a:uFillTx/>
                <a:latin typeface="Meiryo UI"/>
                <a:ea typeface="Meiryo UI"/>
              </a:rPr>
              <a:t>ping</a:t>
            </a:r>
            <a:r>
              <a:rPr lang="ja-JP" sz="2000" b="0" u="none" strike="noStrike">
                <a:solidFill>
                  <a:schemeClr val="dk1"/>
                </a:solidFill>
                <a:effectLst/>
                <a:uFillTx/>
                <a:latin typeface="Meiryo UI"/>
                <a:ea typeface="Meiryo UI"/>
              </a:rPr>
              <a:t>は通らないという事が発生されます。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ICMP</a:t>
            </a:r>
            <a:r>
              <a:rPr lang="ja-JP" sz="2000" b="0" u="none" strike="noStrike">
                <a:solidFill>
                  <a:schemeClr val="dk1"/>
                </a:solidFill>
                <a:effectLst/>
                <a:uFillTx/>
                <a:latin typeface="Meiryo UI"/>
                <a:ea typeface="Meiryo UI"/>
              </a:rPr>
              <a:t>は他にも多く利用されているのでなんとなく単語として押さえておくといいです。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ゲートウェイ</a:t>
            </a:r>
            <a:endParaRPr lang="en-US" sz="4400" b="1" u="none" spc="99" strike="noStrike">
              <a:solidFill>
                <a:schemeClr val="dk1"/>
              </a:solidFill>
              <a:effectLst/>
              <a:uFillTx/>
              <a:latin typeface="Meiryo UI"/>
            </a:endParaRPr>
          </a:p>
        </p:txBody>
      </p:sp>
      <p:pic>
        <p:nvPicPr>
          <p:cNvPr id="319" name="コンテンツ プレースホルダー 5" descr="ダイアグラム&#10;&#10;自動的に生成された説明"/>
          <p:cNvPicPr/>
          <p:nvPr/>
        </p:nvPicPr>
        <p:blipFill>
          <a:blip r:embed="rId1"/>
          <a:stretch/>
        </p:blipFill>
        <p:spPr>
          <a:xfrm>
            <a:off x="595440" y="2729520"/>
            <a:ext cx="5745960" cy="3490560"/>
          </a:xfrm>
          <a:prstGeom prst="rect">
            <a:avLst/>
          </a:prstGeom>
          <a:noFill/>
          <a:ln w="0">
            <a:noFill/>
          </a:ln>
        </p:spPr>
      </p:pic>
      <p:sp>
        <p:nvSpPr>
          <p:cNvPr id="320" name="PlaceHolder 2"/>
          <p:cNvSpPr>
            <a:spLocks noGrp="1"/>
          </p:cNvSpPr>
          <p:nvPr>
            <p:ph hasCustomPrompt="1"/>
          </p:nvPr>
        </p:nvSpPr>
        <p:spPr>
          <a:xfrm>
            <a:off x="7620120" y="198360"/>
            <a:ext cx="3946320" cy="6075000"/>
          </a:xfrm>
          <a:prstGeom prst="rect">
            <a:avLst/>
          </a:prstGeom>
          <a:noFill/>
          <a:ln w="0">
            <a:noFill/>
          </a:ln>
        </p:spPr>
        <p:txBody>
          <a:bodyPr lIns="0" tIns="45720" rIns="91440" bIns="45720" anchor="ctr">
            <a:noAutofit/>
          </a:bodyPr>
          <a:p>
            <a:pPr indent="0" algn="l" defTabSz="914400">
              <a:lnSpc>
                <a:spcPct val="90000"/>
              </a:lnSpc>
              <a:spcBef>
                <a:spcPts val="1800"/>
              </a:spcBef>
              <a:buNone/>
              <a:tabLst>
                <a:tab pos="0" algn="l"/>
              </a:tabLst>
            </a:pPr>
            <a:r>
              <a:rPr lang="ja-JP" sz="2000" b="1" u="none" strike="noStrike">
                <a:solidFill>
                  <a:schemeClr val="dk1"/>
                </a:solidFill>
                <a:effectLst/>
                <a:uFillTx/>
                <a:latin typeface="Meiryo UI"/>
                <a:ea typeface="Meiryo UI"/>
              </a:rPr>
              <a:t>異なるネットワーク同士をつなぎ、通信を中継・変換するための装置や機能</a:t>
            </a:r>
            <a:r>
              <a:rPr lang="ja-JP" sz="2000" b="0" u="none" strike="noStrike">
                <a:solidFill>
                  <a:schemeClr val="dk1"/>
                </a:solidFill>
                <a:effectLst/>
                <a:uFillTx/>
                <a:latin typeface="Meiryo UI"/>
                <a:ea typeface="Meiryo UI"/>
              </a:rPr>
              <a:t>のことです。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Gate(</a:t>
            </a:r>
            <a:r>
              <a:rPr lang="ja-JP" sz="2000" b="0" u="none" strike="noStrike">
                <a:solidFill>
                  <a:schemeClr val="dk1"/>
                </a:solidFill>
                <a:effectLst/>
                <a:uFillTx/>
                <a:latin typeface="Meiryo UI"/>
                <a:ea typeface="Meiryo UI"/>
              </a:rPr>
              <a:t>門</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という言葉が示すようにネットワーク同士を繋ぐネットワークの門です。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普段意識されることはないと思いますが、それは</a:t>
            </a:r>
            <a:r>
              <a:rPr lang="ja-JP" sz="2000" b="1" u="none" strike="noStrike">
                <a:solidFill>
                  <a:schemeClr val="dk1"/>
                </a:solidFill>
                <a:effectLst/>
                <a:uFillTx/>
                <a:latin typeface="Meiryo UI"/>
                <a:ea typeface="Meiryo UI"/>
              </a:rPr>
              <a:t>デフォルトゲートウェイ</a:t>
            </a:r>
            <a:r>
              <a:rPr lang="ja-JP" sz="2000" b="0" u="none" strike="noStrike">
                <a:solidFill>
                  <a:schemeClr val="dk1"/>
                </a:solidFill>
                <a:effectLst/>
                <a:uFillTx/>
                <a:latin typeface="Meiryo UI"/>
                <a:ea typeface="Meiryo UI"/>
              </a:rPr>
              <a:t>設定されているので、指定がなければ全てそこに流れるようになっています。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一般家庭のようなネットワークだと基本的にルーターがデフォルトゲートウェイになっていると思います。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ただ特殊なネットワークの場合に特定の通信は別のゲートウェイを使いたいことも発生します。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ルーティング</a:t>
            </a:r>
            <a:r>
              <a:rPr lang="en-US" sz="4400" b="1" u="none" spc="51" strike="noStrike">
                <a:solidFill>
                  <a:schemeClr val="dk1"/>
                </a:solidFill>
                <a:effectLst/>
                <a:uFillTx/>
                <a:latin typeface="Meiryo UI"/>
                <a:ea typeface="Meiryo UI"/>
              </a:rPr>
              <a:t>	</a:t>
            </a:r>
            <a:endParaRPr lang="en-US" sz="4400" b="1" u="none" spc="51" strike="noStrike">
              <a:solidFill>
                <a:schemeClr val="dk1"/>
              </a:solidFill>
              <a:effectLst/>
              <a:uFillTx/>
              <a:latin typeface="Meiryo UI"/>
            </a:endParaRPr>
          </a:p>
        </p:txBody>
      </p:sp>
      <p:sp>
        <p:nvSpPr>
          <p:cNvPr id="322" name="PlaceHolder 2"/>
          <p:cNvSpPr>
            <a:spLocks noGrp="1"/>
          </p:cNvSpPr>
          <p:nvPr>
            <p:ph hasCustomPrompt="1"/>
          </p:nvPr>
        </p:nvSpPr>
        <p:spPr>
          <a:xfrm>
            <a:off x="594360" y="2282040"/>
            <a:ext cx="7527960" cy="4179240"/>
          </a:xfrm>
          <a:prstGeom prst="rect">
            <a:avLst/>
          </a:prstGeom>
          <a:noFill/>
          <a:ln w="0">
            <a:noFill/>
          </a:ln>
        </p:spPr>
        <p:txBody>
          <a:bodyPr lIns="0" tIns="228600" rIns="0" bIns="0" anchor="t">
            <a:normAutofit/>
          </a:bodyPr>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データ（パケット）を送信元から宛先まで、どの経路を通して届けるかを決める仕組みのことです。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サブネット化されていたりする場合にゲートウェイを使い分ける必要が出てきます。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その場合にこの通信はこのゲートウェイに流してねというようなルーティングが必要になります。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通信のたびにルーティングテーブルというルーティング情報を参照して一致しなければデフォルトゲートウェイに流す</a:t>
            </a:r>
            <a:r>
              <a:rPr lang="en-US" sz="2400" b="1" u="none" strike="noStrike">
                <a:solidFill>
                  <a:schemeClr val="lt2">
                    <a:lumMod val="75000"/>
                  </a:schemeClr>
                </a:solidFill>
                <a:effectLst/>
                <a:uFillTx/>
                <a:latin typeface="Meiryo UI"/>
                <a:ea typeface="Meiryo UI"/>
              </a:rPr>
              <a:t>(</a:t>
            </a:r>
            <a:r>
              <a:rPr lang="ja-JP" sz="2400" b="1" u="none" strike="noStrike">
                <a:solidFill>
                  <a:schemeClr val="lt2">
                    <a:lumMod val="75000"/>
                  </a:schemeClr>
                </a:solidFill>
                <a:effectLst/>
                <a:uFillTx/>
                <a:latin typeface="Meiryo UI"/>
                <a:ea typeface="Meiryo UI"/>
              </a:rPr>
              <a:t>正確にはデフォルトルートに基づき送信する</a:t>
            </a:r>
            <a:r>
              <a:rPr lang="en-US" sz="2400" b="1" u="none" strike="noStrike">
                <a:solidFill>
                  <a:schemeClr val="lt2">
                    <a:lumMod val="75000"/>
                  </a:schemeClr>
                </a:solidFill>
                <a:effectLst/>
                <a:uFillTx/>
                <a:latin typeface="Meiryo UI"/>
                <a:ea typeface="Meiryo UI"/>
              </a:rPr>
              <a:t>)</a:t>
            </a:r>
            <a:r>
              <a:rPr lang="ja-JP" sz="2400" b="1" u="none" strike="noStrike">
                <a:solidFill>
                  <a:schemeClr val="lt2">
                    <a:lumMod val="75000"/>
                  </a:schemeClr>
                </a:solidFill>
                <a:effectLst/>
                <a:uFillTx/>
                <a:latin typeface="Meiryo UI"/>
                <a:ea typeface="Meiryo UI"/>
              </a:rPr>
              <a:t>という動作をします。</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ネットワークの流れについて</a:t>
            </a:r>
            <a:endParaRPr lang="en-US" sz="6000" b="1" u="none" spc="99" strike="noStrike">
              <a:solidFill>
                <a:schemeClr val="dk1"/>
              </a:solidFill>
              <a:effectLst/>
              <a:uFillTx/>
              <a:latin typeface="Meiryo UI"/>
            </a:endParaRPr>
          </a:p>
        </p:txBody>
      </p:sp>
      <p:sp>
        <p:nvSpPr>
          <p:cNvPr id="324" name="PlaceHolder 2"/>
          <p:cNvSpPr>
            <a:spLocks noGrp="1"/>
          </p:cNvSpPr>
          <p:nvPr>
            <p:ph hasCustomPrompt="1"/>
          </p:nvPr>
        </p:nvSpPr>
        <p:spPr>
          <a:xfrm rot="10800000">
            <a:off x="11504520" y="6196320"/>
            <a:ext cx="291600" cy="100080"/>
          </a:xfrm>
          <a:prstGeom prst="rect">
            <a:avLst/>
          </a:prstGeom>
          <a:noFill/>
          <a:ln w="0">
            <a:noFill/>
          </a:ln>
        </p:spPr>
        <p:txBody>
          <a:bodyPr lIns="0" tIns="0" rIns="0" bIns="0" anchor="t">
            <a:normAutofit fontScale="25000" lnSpcReduction="19999"/>
          </a:bodyPr>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title" hasCustomPrompt="1"/>
          </p:nvPr>
        </p:nvSpPr>
        <p:spPr>
          <a:xfrm>
            <a:off x="575280" y="278280"/>
            <a:ext cx="5062680" cy="235332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ネットワークはどのように流れていると思いますか</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sp>
        <p:nvSpPr>
          <p:cNvPr id="326" name="PlaceHolder 2"/>
          <p:cNvSpPr>
            <a:spLocks noGrp="1"/>
          </p:cNvSpPr>
          <p:nvPr>
            <p:ph hasCustomPrompt="1"/>
          </p:nvPr>
        </p:nvSpPr>
        <p:spPr>
          <a:xfrm>
            <a:off x="594360" y="3279600"/>
            <a:ext cx="5043600" cy="2993760"/>
          </a:xfrm>
          <a:prstGeom prst="rect">
            <a:avLst/>
          </a:prstGeom>
          <a:noFill/>
          <a:ln w="0">
            <a:noFill/>
          </a:ln>
        </p:spPr>
        <p:txBody>
          <a:bodyPr lIns="0" tIns="228600" rIns="0" bIns="0" anchor="t">
            <a:norm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突然ですが、ロールプレイをしながら考えてみましょう。</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pic>
        <p:nvPicPr>
          <p:cNvPr id="327" name="図プレースホルダー 4"/>
          <p:cNvPicPr/>
          <p:nvPr/>
        </p:nvPicPr>
        <p:blipFill>
          <a:blip r:embed="rId1"/>
          <a:stretch/>
        </p:blipFill>
        <p:spPr>
          <a:xfrm>
            <a:off x="6669000" y="0"/>
            <a:ext cx="497124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rmAutofit/>
          </a:bodyPr>
          <a:p>
            <a:pPr indent="0" algn="l" defTabSz="914400">
              <a:lnSpc>
                <a:spcPct val="80000"/>
              </a:lnSpc>
              <a:spcBef>
                <a:spcPts val="1001"/>
              </a:spcBef>
              <a:buNone/>
              <a:tabLst>
                <a:tab pos="0" algn="l"/>
              </a:tabLst>
            </a:pPr>
            <a:r>
              <a:rPr lang="ja-JP" sz="4400" b="1" u="none" spc="51" strike="noStrike">
                <a:solidFill>
                  <a:schemeClr val="dk1"/>
                </a:solidFill>
                <a:effectLst/>
                <a:uFillTx/>
                <a:latin typeface="Meiryo UI"/>
                <a:ea typeface="Meiryo UI"/>
              </a:rPr>
              <a:t>道を聞いていくイメージ</a:t>
            </a:r>
            <a:endParaRPr lang="en-US" sz="4400" b="1" u="none" spc="51" strike="noStrike">
              <a:solidFill>
                <a:schemeClr val="dk1"/>
              </a:solidFill>
              <a:effectLst/>
              <a:uFillTx/>
              <a:latin typeface="Meiryo UI"/>
            </a:endParaRPr>
          </a:p>
        </p:txBody>
      </p:sp>
      <p:pic>
        <p:nvPicPr>
          <p:cNvPr id="329" name="図プレースホルダー 52"/>
          <p:cNvPicPr/>
          <p:nvPr/>
        </p:nvPicPr>
        <p:blipFill>
          <a:blip r:embed="rId1"/>
          <a:stretch/>
        </p:blipFill>
        <p:spPr>
          <a:xfrm>
            <a:off x="2187000" y="2282040"/>
            <a:ext cx="3601440" cy="3707640"/>
          </a:xfrm>
          <a:prstGeom prst="rect">
            <a:avLst/>
          </a:prstGeom>
          <a:noFill/>
          <a:ln w="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0" name="図 4"/>
          <p:cNvPicPr/>
          <p:nvPr/>
        </p:nvPicPr>
        <p:blipFill>
          <a:blip r:embed="rId1"/>
          <a:srcRect l="3230" t="0" r="3230" b="0"/>
          <a:stretch/>
        </p:blipFill>
        <p:spPr>
          <a:xfrm>
            <a:off x="3834720" y="0"/>
            <a:ext cx="8356320" cy="3698640"/>
          </a:xfrm>
          <a:prstGeom prst="rect">
            <a:avLst/>
          </a:prstGeom>
          <a:noFill/>
          <a:ln w="0">
            <a:noFill/>
          </a:ln>
        </p:spPr>
      </p:pic>
      <p:sp>
        <p:nvSpPr>
          <p:cNvPr id="331" name="四角形: 角を丸くする 7"/>
          <p:cNvSpPr/>
          <p:nvPr/>
        </p:nvSpPr>
        <p:spPr>
          <a:xfrm>
            <a:off x="3370680" y="1148760"/>
            <a:ext cx="3060000" cy="2071800"/>
          </a:xfrm>
          <a:prstGeom prst="roundRect">
            <a:avLst>
              <a:gd name="adj"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332" name="フレーム 5"/>
          <p:cNvSpPr/>
          <p:nvPr/>
        </p:nvSpPr>
        <p:spPr>
          <a:xfrm>
            <a:off x="143280" y="2743200"/>
            <a:ext cx="7430400" cy="3947040"/>
          </a:xfrm>
          <a:prstGeom prst="frame">
            <a:avLst>
              <a:gd name="adj1" fmla="val 4217"/>
            </a:avLst>
          </a:prstGeom>
          <a:solidFill>
            <a:srgbClr val="A9D4DB"/>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333" name="正方形/長方形 8"/>
          <p:cNvSpPr/>
          <p:nvPr/>
        </p:nvSpPr>
        <p:spPr>
          <a:xfrm>
            <a:off x="438840" y="3017520"/>
            <a:ext cx="6845040" cy="3306240"/>
          </a:xfrm>
          <a:prstGeom prst="rect">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defTabSz="914400">
              <a:lnSpc>
                <a:spcPct val="150000"/>
              </a:lnSpc>
            </a:pPr>
            <a:r>
              <a:rPr lang="ja-JP" sz="1800" b="0" u="none" strike="noStrike">
                <a:solidFill>
                  <a:schemeClr val="dk1"/>
                </a:solidFill>
                <a:effectLst/>
                <a:uFillTx/>
                <a:latin typeface="Meiryo UI"/>
                <a:ea typeface="Meiryo UI"/>
              </a:rPr>
              <a:t>通信をする際にはまず自分自身のルーティングテーブルを確認して送信先ノードを探します。</a:t>
            </a:r>
            <a:br>
              <a:rPr sz="1800"/>
            </a:br>
            <a:r>
              <a:rPr lang="ja-JP" sz="1800" b="0" u="none" strike="noStrike">
                <a:solidFill>
                  <a:schemeClr val="dk1"/>
                </a:solidFill>
                <a:effectLst/>
                <a:uFillTx/>
                <a:latin typeface="Meiryo UI"/>
                <a:ea typeface="Meiryo UI"/>
              </a:rPr>
              <a:t>一致しなければデフォルトゲートウェイへ送ります。</a:t>
            </a:r>
            <a:br>
              <a:rPr sz="1800"/>
            </a:br>
            <a:r>
              <a:rPr lang="ja-JP" sz="1800" b="0" u="none" strike="noStrike">
                <a:solidFill>
                  <a:schemeClr val="dk1"/>
                </a:solidFill>
                <a:effectLst/>
                <a:uFillTx/>
                <a:latin typeface="Meiryo UI"/>
                <a:ea typeface="Meiryo UI"/>
              </a:rPr>
              <a:t>一致した場合はその中間ノードへと送られます。</a:t>
            </a:r>
            <a:br>
              <a:rPr sz="1800"/>
            </a:br>
            <a:r>
              <a:rPr lang="ja-JP" sz="1800" b="0" u="none" strike="noStrike">
                <a:solidFill>
                  <a:schemeClr val="dk1"/>
                </a:solidFill>
                <a:effectLst/>
                <a:uFillTx/>
                <a:latin typeface="Meiryo UI"/>
                <a:ea typeface="Meiryo UI"/>
              </a:rPr>
              <a:t>受け取った中間ノードはまた自身ルーティングテーブルを参照してというようにして宛先へ送られます。</a:t>
            </a:r>
            <a:br>
              <a:rPr sz="1800"/>
            </a:br>
            <a:r>
              <a:rPr lang="ja-JP" sz="1800" b="0" u="none" strike="noStrike">
                <a:solidFill>
                  <a:schemeClr val="dk1"/>
                </a:solidFill>
                <a:effectLst/>
                <a:uFillTx/>
                <a:latin typeface="Meiryo UI"/>
                <a:ea typeface="Meiryo UI"/>
              </a:rPr>
              <a:t>途中で行先をなくした場合は破棄されるようです。</a:t>
            </a:r>
            <a:endParaRPr lang="en-US" sz="1800" b="0" u="none" strike="noStrike">
              <a:solidFill>
                <a:srgbClr val="000000"/>
              </a:solidFill>
              <a:effectLst/>
              <a:uFillTx/>
              <a:latin typeface="Arial"/>
            </a:endParaRPr>
          </a:p>
        </p:txBody>
      </p:sp>
      <p:sp>
        <p:nvSpPr>
          <p:cNvPr id="334" name="テキスト ボックス 10"/>
          <p:cNvSpPr/>
          <p:nvPr/>
        </p:nvSpPr>
        <p:spPr>
          <a:xfrm>
            <a:off x="143280" y="1238040"/>
            <a:ext cx="6607440" cy="5173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2800" b="0" u="none" strike="noStrike">
                <a:solidFill>
                  <a:schemeClr val="dk1"/>
                </a:solidFill>
                <a:effectLst/>
                <a:uFillTx/>
                <a:latin typeface="Meiryo UI"/>
                <a:ea typeface="Meiryo UI"/>
              </a:rPr>
              <a:t>順番に各ノードに聞いていきます。</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5" name="図プレースホルダー 52"/>
          <p:cNvPicPr/>
          <p:nvPr/>
        </p:nvPicPr>
        <p:blipFill>
          <a:blip r:embed="rId1"/>
          <a:stretch/>
        </p:blipFill>
        <p:spPr>
          <a:xfrm>
            <a:off x="6375240" y="1429560"/>
            <a:ext cx="5816160" cy="3998520"/>
          </a:xfrm>
          <a:prstGeom prst="rect">
            <a:avLst/>
          </a:prstGeom>
          <a:noFill/>
          <a:ln w="0">
            <a:noFill/>
          </a:ln>
        </p:spPr>
      </p:pic>
      <p:sp>
        <p:nvSpPr>
          <p:cNvPr id="336" name="PlaceHolder 1"/>
          <p:cNvSpPr>
            <a:spLocks noGrp="1"/>
          </p:cNvSpPr>
          <p:nvPr>
            <p:ph type="title" hasCustomPrompt="1"/>
          </p:nvPr>
        </p:nvSpPr>
        <p:spPr>
          <a:xfrm>
            <a:off x="3661560" y="4661640"/>
            <a:ext cx="8530560" cy="137988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その際に行われるのが上図です。</a:t>
            </a:r>
            <a:endParaRPr lang="en-US" sz="4400" b="1" u="none" spc="99" strike="noStrike">
              <a:solidFill>
                <a:schemeClr val="dk1"/>
              </a:solidFill>
              <a:effectLst/>
              <a:uFillTx/>
              <a:latin typeface="Meiryo UI"/>
            </a:endParaRPr>
          </a:p>
        </p:txBody>
      </p:sp>
      <p:sp>
        <p:nvSpPr>
          <p:cNvPr id="337" name="図プレースホルダー 52"/>
          <p:cNvSpPr/>
          <p:nvPr/>
        </p:nvSpPr>
        <p:spPr>
          <a:xfrm>
            <a:off x="3648240" y="112680"/>
            <a:ext cx="5545440" cy="3869640"/>
          </a:xfrm>
          <a:custGeom>
            <a:avLst/>
            <a:gdLst>
              <a:gd name="textAreaLeft" fmla="*/ 0 w 5545440"/>
              <a:gd name="textAreaRight" fmla="*/ 5546160 w 5545440"/>
              <a:gd name="textAreaTop" fmla="*/ 0 h 3869640"/>
              <a:gd name="textAreaBottom" fmla="*/ 3870360 h 3869640"/>
              <a:gd name="GluePoint1X" fmla="*/ 6309360 w 12192000"/>
              <a:gd name="GluePoint1Y" fmla="*/ 3951843 h 6880543"/>
              <a:gd name="GluePoint2X" fmla="*/ 6309360 w 12192000"/>
              <a:gd name="GluePoint2Y" fmla="*/ 4052427 h 6880543"/>
              <a:gd name="GluePoint3X" fmla="*/ 8442960 w 12192000"/>
              <a:gd name="GluePoint3Y" fmla="*/ 4052427 h 6880543"/>
              <a:gd name="GluePoint4X" fmla="*/ 8442960 w 12192000"/>
              <a:gd name="GluePoint4Y" fmla="*/ 3951843 h 6880543"/>
              <a:gd name="GluePoint5X" fmla="*/ 0 w 12192000"/>
              <a:gd name="GluePoint5Y" fmla="*/ 0 h 6880543"/>
              <a:gd name="GluePoint6X" fmla="*/ 12192000 w 12192000"/>
              <a:gd name="GluePoint6Y" fmla="*/ 0 h 6880543"/>
              <a:gd name="GluePoint7X" fmla="*/ 12192000 w 12192000"/>
              <a:gd name="GluePoint7Y" fmla="*/ 6880543 h 6880543"/>
              <a:gd name="GluePoint8X" fmla="*/ 0 w 12192000"/>
              <a:gd name="GluePoint8Y" fmla="*/ 6880543 h 6880543"/>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Lst>
            <a:rect l="textAreaLeft" t="textAreaTop" r="textAreaRight" b="textAreaBottom"/>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a:blipFill rotWithShape="0">
            <a:blip r:embed="rId2"/>
            <a:srcRect/>
            <a:stretch/>
          </a:blip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8" name="PlaceHolder 2"/>
          <p:cNvSpPr>
            <a:spLocks noGrp="1"/>
          </p:cNvSpPr>
          <p:nvPr>
            <p:ph hasCustomPrompt="1"/>
          </p:nvPr>
        </p:nvSpPr>
        <p:spPr>
          <a:xfrm>
            <a:off x="391680" y="1046160"/>
            <a:ext cx="3540600" cy="3998520"/>
          </a:xfrm>
          <a:prstGeom prst="rect">
            <a:avLst/>
          </a:prstGeom>
          <a:noFill/>
          <a:ln w="0">
            <a:noFill/>
          </a:ln>
        </p:spPr>
        <p:txBody>
          <a:bodyPr lIns="0" tIns="274320" rIns="91440" bIns="45720" anchor="t">
            <a:noAutofit/>
          </a:bodyPr>
          <a:p>
            <a:pPr indent="0" algn="l" defTabSz="914400">
              <a:lnSpc>
                <a:spcPct val="150000"/>
              </a:lnSpc>
              <a:spcBef>
                <a:spcPts val="1800"/>
              </a:spcBef>
              <a:buNone/>
              <a:tabLst>
                <a:tab pos="0" algn="l"/>
              </a:tabLst>
            </a:pPr>
            <a:r>
              <a:rPr lang="ja-JP" sz="2000" b="0" u="none" strike="noStrike">
                <a:solidFill>
                  <a:schemeClr val="dk1"/>
                </a:solidFill>
                <a:effectLst/>
                <a:uFillTx/>
                <a:latin typeface="Meiryo UI"/>
                <a:ea typeface="Meiryo UI"/>
              </a:rPr>
              <a:t>受け取ったノードがカプセル化を解いていって宛先</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を確認して自分が受取先でなければルーティングテーブルを参照して一致した先にまた新たなヘッダー情報を付与後にカプセル化をして送ります。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hasCustomPrompt="1"/>
          </p:nvPr>
        </p:nvSpPr>
        <p:spPr>
          <a:xfrm>
            <a:off x="5623560" y="1980000"/>
            <a:ext cx="6436440" cy="172260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到達性の確認方法</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到達性とは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pic>
        <p:nvPicPr>
          <p:cNvPr id="341" name="図 3" descr="ダイアグラム&#10;&#10;自動的に生成された説明"/>
          <p:cNvPicPr/>
          <p:nvPr/>
        </p:nvPicPr>
        <p:blipFill>
          <a:blip r:embed="rId1"/>
          <a:srcRect l="3230" t="0" r="3230" b="0"/>
          <a:stretch/>
        </p:blipFill>
        <p:spPr>
          <a:xfrm>
            <a:off x="595440" y="3200400"/>
            <a:ext cx="5745960" cy="2548800"/>
          </a:xfrm>
          <a:prstGeom prst="rect">
            <a:avLst/>
          </a:prstGeom>
          <a:noFill/>
          <a:ln w="0">
            <a:noFill/>
          </a:ln>
        </p:spPr>
      </p:pic>
      <p:sp>
        <p:nvSpPr>
          <p:cNvPr id="342" name="PlaceHolder 2"/>
          <p:cNvSpPr>
            <a:spLocks noGrp="1"/>
          </p:cNvSpPr>
          <p:nvPr>
            <p:ph hasCustomPrompt="1"/>
          </p:nvPr>
        </p:nvSpPr>
        <p:spPr>
          <a:xfrm>
            <a:off x="7620120" y="2676600"/>
            <a:ext cx="3946320" cy="3596760"/>
          </a:xfrm>
          <a:prstGeom prst="rect">
            <a:avLst/>
          </a:prstGeom>
          <a:noFill/>
          <a:ln w="0">
            <a:noFill/>
          </a:ln>
        </p:spPr>
        <p:txBody>
          <a:bodyPr lIns="0" tIns="45720" rIns="91440" bIns="45720" anchor="t">
            <a:normAutofit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ネットワークにおける到達性とは「あるノード（送信元）から、別のノード（宛先）へネットワークを通じて通信が“届く状態”にあるかどうか」です。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最後まで届けば問題ありませんが、中間ノードを挟んでいて途中で破棄されてしまうケースもあります。その場合にどこまで到達していてどこで破棄されているか確認する方法としてトレースルートというのが存在します。</a:t>
            </a:r>
            <a:endParaRPr lang="en-US" sz="2000" b="0" u="none" strike="noStrike">
              <a:solidFill>
                <a:schemeClr val="dk1"/>
              </a:solidFill>
              <a:effectLst/>
              <a:uFillTx/>
              <a:latin typeface="Meiryo UI"/>
            </a:endParaRPr>
          </a:p>
        </p:txBody>
      </p:sp>
      <p:sp>
        <p:nvSpPr>
          <p:cNvPr id="343" name="四角形: 角を丸くする 4"/>
          <p:cNvSpPr/>
          <p:nvPr/>
        </p:nvSpPr>
        <p:spPr>
          <a:xfrm>
            <a:off x="340200" y="4019040"/>
            <a:ext cx="2062080" cy="1573560"/>
          </a:xfrm>
          <a:prstGeom prst="roundRect">
            <a:avLst>
              <a:gd name="adj" fmla="val 16667"/>
            </a:avLst>
          </a:prstGeom>
          <a:solidFill>
            <a:schemeClr val="tx1"/>
          </a:solidFill>
          <a:ln>
            <a:solidFill>
              <a:srgbClr val="FFFFF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344" name="乗算記号 5"/>
          <p:cNvSpPr/>
          <p:nvPr/>
        </p:nvSpPr>
        <p:spPr>
          <a:xfrm>
            <a:off x="3468960" y="4046400"/>
            <a:ext cx="761400" cy="857160"/>
          </a:xfrm>
          <a:prstGeom prst="mathMultiply">
            <a:avLst>
              <a:gd name="adj1" fmla="val 7732"/>
            </a:avLst>
          </a:prstGeom>
          <a:solidFill>
            <a:srgbClr val="FF0000"/>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345" name="矢印: 右 6"/>
          <p:cNvSpPr/>
          <p:nvPr/>
        </p:nvSpPr>
        <p:spPr>
          <a:xfrm rot="19320000">
            <a:off x="4105080" y="3760200"/>
            <a:ext cx="761400" cy="517320"/>
          </a:xfrm>
          <a:prstGeom prst="rightArrow">
            <a:avLst>
              <a:gd name="adj1" fmla="val 50000"/>
              <a:gd name="adj2" fmla="val 50000"/>
            </a:avLst>
          </a:prstGeom>
          <a:solidFill>
            <a:schemeClr val="accent2">
              <a:lumMod val="75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Meiryo UI"/>
            </a:endParaRPr>
          </a:p>
        </p:txBody>
      </p:sp>
      <p:sp>
        <p:nvSpPr>
          <p:cNvPr id="346" name="楕円 7"/>
          <p:cNvSpPr/>
          <p:nvPr/>
        </p:nvSpPr>
        <p:spPr>
          <a:xfrm>
            <a:off x="4590720" y="2834640"/>
            <a:ext cx="2385360" cy="876600"/>
          </a:xfrm>
          <a:prstGeom prst="ellipse">
            <a:avLst/>
          </a:prstGeom>
          <a:solidFill>
            <a:schemeClr val="accent2">
              <a:lumMod val="75000"/>
            </a:schemeClr>
          </a:solidFill>
          <a:ln>
            <a:solidFill>
              <a:srgbClr val="000000"/>
            </a:solidFill>
          </a:ln>
        </p:spPr>
        <p:style>
          <a:lnRef idx="2">
            <a:schemeClr val="dk1">
              <a:shade val="15000"/>
            </a:schemeClr>
          </a:lnRef>
          <a:fillRef idx="1">
            <a:schemeClr val="dk1"/>
          </a:fillRef>
          <a:effectRef idx="0">
            <a:schemeClr val="dk1"/>
          </a:effectRef>
          <a:fontRef idx="minor"/>
        </p:style>
        <p:txBody>
          <a:bodyPr lIns="90000" tIns="45000" rIns="90000" bIns="45000" anchor="ctr">
            <a:noAutofit/>
          </a:bodyPr>
          <a:p>
            <a:pPr algn="ctr" defTabSz="914400">
              <a:lnSpc>
                <a:spcPct val="100000"/>
              </a:lnSpc>
            </a:pPr>
            <a:r>
              <a:rPr lang="ja-JP" sz="1800" b="0" u="none" strike="noStrike">
                <a:ln>
                  <a:solidFill>
                    <a:schemeClr val="dk1"/>
                  </a:solidFill>
                </a:ln>
                <a:solidFill>
                  <a:srgbClr val="FFFFFF"/>
                </a:solidFill>
                <a:effectLst/>
                <a:uFillTx/>
                <a:latin typeface="Meiryo UI"/>
                <a:ea typeface="Meiryo UI"/>
              </a:rPr>
              <a:t>破棄される</a:t>
            </a:r>
            <a:endParaRPr lang="en-US" sz="1800" b="0" u="none" strike="noStrike">
              <a:solidFill>
                <a:srgbClr val="000000"/>
              </a:solidFill>
              <a:effectLst/>
              <a:uFillTx/>
              <a:latin typeface="Arial"/>
            </a:endParaRPr>
          </a:p>
        </p:txBody>
      </p:sp>
      <p:sp>
        <p:nvSpPr>
          <p:cNvPr id="347" name="吹き出し: 角を丸めた四角形 10"/>
          <p:cNvSpPr/>
          <p:nvPr/>
        </p:nvSpPr>
        <p:spPr>
          <a:xfrm>
            <a:off x="5463000" y="4046400"/>
            <a:ext cx="1522080" cy="857160"/>
          </a:xfrm>
          <a:prstGeom prst="wedgeRoundRectCallout">
            <a:avLst>
              <a:gd name="adj1" fmla="val -13828"/>
              <a:gd name="adj2" fmla="val 76709"/>
              <a:gd name="adj3" fmla="val 16667"/>
            </a:avLst>
          </a:prstGeom>
          <a:solidFill>
            <a:schemeClr val="accent2">
              <a:lumMod val="75000"/>
            </a:schemeClr>
          </a:solidFill>
          <a:ln>
            <a:solidFill>
              <a:srgbClr val="4A5C5F"/>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届かない</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title" hasCustomPrompt="1"/>
          </p:nvPr>
        </p:nvSpPr>
        <p:spPr>
          <a:xfrm>
            <a:off x="594360" y="198360"/>
            <a:ext cx="6774480" cy="157356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トレースルート</a:t>
            </a:r>
            <a:endParaRPr lang="en-US" sz="4400" b="1" u="none" spc="99" strike="noStrike">
              <a:solidFill>
                <a:schemeClr val="dk1"/>
              </a:solidFill>
              <a:effectLst/>
              <a:uFillTx/>
              <a:latin typeface="Meiryo UI"/>
            </a:endParaRPr>
          </a:p>
        </p:txBody>
      </p:sp>
      <p:pic>
        <p:nvPicPr>
          <p:cNvPr id="349" name="コンテンツ プレースホルダー 4" descr="グラフィカル ユーザー インターフェイス, テキスト&#10;&#10;自動的に生成された説明"/>
          <p:cNvPicPr/>
          <p:nvPr/>
        </p:nvPicPr>
        <p:blipFill>
          <a:blip r:embed="rId1"/>
          <a:stretch/>
        </p:blipFill>
        <p:spPr>
          <a:xfrm>
            <a:off x="595440" y="2572920"/>
            <a:ext cx="6774480" cy="3302280"/>
          </a:xfrm>
          <a:prstGeom prst="rect">
            <a:avLst/>
          </a:prstGeom>
          <a:noFill/>
          <a:ln w="0">
            <a:noFill/>
          </a:ln>
        </p:spPr>
      </p:pic>
      <p:sp>
        <p:nvSpPr>
          <p:cNvPr id="350" name="PlaceHolder 2"/>
          <p:cNvSpPr>
            <a:spLocks noGrp="1"/>
          </p:cNvSpPr>
          <p:nvPr>
            <p:ph hasCustomPrompt="1"/>
          </p:nvPr>
        </p:nvSpPr>
        <p:spPr>
          <a:xfrm>
            <a:off x="7620120" y="765720"/>
            <a:ext cx="3946320" cy="5507640"/>
          </a:xfrm>
          <a:prstGeom prst="rect">
            <a:avLst/>
          </a:prstGeom>
          <a:noFill/>
          <a:ln w="0">
            <a:noFill/>
          </a:ln>
        </p:spPr>
        <p:txBody>
          <a:bodyPr lIns="0" tIns="45720" rIns="91440" bIns="45720" anchor="ctr">
            <a:noAutofit/>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Windows</a:t>
            </a:r>
            <a:r>
              <a:rPr lang="ja-JP" sz="2000" b="0" u="none" strike="noStrike">
                <a:solidFill>
                  <a:schemeClr val="dk1"/>
                </a:solidFill>
                <a:effectLst/>
                <a:uFillTx/>
                <a:latin typeface="Meiryo UI"/>
                <a:ea typeface="Meiryo UI"/>
              </a:rPr>
              <a:t>ではコマンドプロンプトか</a:t>
            </a:r>
            <a:r>
              <a:rPr lang="en-US" sz="2000" b="0" u="none" strike="noStrike">
                <a:solidFill>
                  <a:schemeClr val="dk1"/>
                </a:solidFill>
                <a:effectLst/>
                <a:uFillTx/>
                <a:latin typeface="Meiryo UI"/>
                <a:ea typeface="Meiryo UI"/>
              </a:rPr>
              <a:t>PowerShell</a:t>
            </a:r>
            <a:r>
              <a:rPr lang="ja-JP" sz="2000" b="0" u="none" strike="noStrike">
                <a:solidFill>
                  <a:schemeClr val="dk1"/>
                </a:solidFill>
                <a:effectLst/>
                <a:uFillTx/>
                <a:latin typeface="Meiryo UI"/>
                <a:ea typeface="Meiryo UI"/>
              </a:rPr>
              <a:t>で</a:t>
            </a:r>
            <a:r>
              <a:rPr lang="en-US" sz="2000" b="0" u="none" strike="noStrike">
                <a:solidFill>
                  <a:schemeClr val="dk1"/>
                </a:solidFill>
                <a:effectLst/>
                <a:uFillTx/>
                <a:latin typeface="Meiryo UI"/>
                <a:ea typeface="Meiryo UI"/>
              </a:rPr>
              <a:t>[tracert IP</a:t>
            </a:r>
            <a:r>
              <a:rPr lang="ja-JP" sz="2000" b="0" u="none" strike="noStrike">
                <a:solidFill>
                  <a:schemeClr val="dk1"/>
                </a:solidFill>
                <a:effectLst/>
                <a:uFillTx/>
                <a:latin typeface="Meiryo UI"/>
                <a:ea typeface="Meiryo UI"/>
              </a:rPr>
              <a:t>アドレス</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と入力するとトレースルートをすることができます。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正常に到達できている状態が左図です。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到達したノードが箇条書きで表示されていて左側の数字が何番目に到達していたかを指します。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左の数字をホップ数と呼び「何ホップ目でどうなった」と伝えることがあります。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hasCustomPrompt="1"/>
          </p:nvPr>
        </p:nvSpPr>
        <p:spPr>
          <a:xfrm>
            <a:off x="594360" y="198360"/>
            <a:ext cx="6774480" cy="157356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トレースルート</a:t>
            </a:r>
            <a:endParaRPr lang="en-US" sz="4400" b="1" u="none" spc="99" strike="noStrike">
              <a:solidFill>
                <a:schemeClr val="dk1"/>
              </a:solidFill>
              <a:effectLst/>
              <a:uFillTx/>
              <a:latin typeface="Meiryo UI"/>
            </a:endParaRPr>
          </a:p>
        </p:txBody>
      </p:sp>
      <p:pic>
        <p:nvPicPr>
          <p:cNvPr id="352" name="コンテンツ プレースホルダー 4"/>
          <p:cNvPicPr/>
          <p:nvPr/>
        </p:nvPicPr>
        <p:blipFill>
          <a:blip r:embed="rId1"/>
          <a:stretch/>
        </p:blipFill>
        <p:spPr>
          <a:xfrm>
            <a:off x="595440" y="2572920"/>
            <a:ext cx="6774480" cy="3302280"/>
          </a:xfrm>
          <a:prstGeom prst="rect">
            <a:avLst/>
          </a:prstGeom>
          <a:noFill/>
          <a:ln w="0">
            <a:noFill/>
          </a:ln>
        </p:spPr>
      </p:pic>
      <p:sp>
        <p:nvSpPr>
          <p:cNvPr id="353" name="PlaceHolder 2"/>
          <p:cNvSpPr>
            <a:spLocks noGrp="1"/>
          </p:cNvSpPr>
          <p:nvPr>
            <p:ph hasCustomPrompt="1"/>
          </p:nvPr>
        </p:nvSpPr>
        <p:spPr>
          <a:xfrm>
            <a:off x="7620120" y="765720"/>
            <a:ext cx="3946320" cy="5507640"/>
          </a:xfrm>
          <a:prstGeom prst="rect">
            <a:avLst/>
          </a:prstGeom>
          <a:noFill/>
          <a:ln w="0">
            <a:noFill/>
          </a:ln>
        </p:spPr>
        <p:txBody>
          <a:bodyPr lIns="0" tIns="45720" rIns="91440" bIns="45720" anchor="ctr">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途中でルーティングが途切れた場合は左図のように</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が表示されます。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この場合は</a:t>
            </a:r>
            <a:r>
              <a:rPr lang="en-US" sz="2000" b="0" u="none" strike="noStrike">
                <a:solidFill>
                  <a:schemeClr val="dk1"/>
                </a:solidFill>
                <a:effectLst/>
                <a:uFillTx/>
                <a:latin typeface="Meiryo UI"/>
                <a:ea typeface="Meiryo UI"/>
              </a:rPr>
              <a:t>2</a:t>
            </a:r>
            <a:r>
              <a:rPr lang="ja-JP" sz="2000" b="0" u="none" strike="noStrike">
                <a:solidFill>
                  <a:schemeClr val="dk1"/>
                </a:solidFill>
                <a:effectLst/>
                <a:uFillTx/>
                <a:latin typeface="Meiryo UI"/>
                <a:ea typeface="Meiryo UI"/>
              </a:rPr>
              <a:t>ホップ目までは届いているが、</a:t>
            </a:r>
            <a:r>
              <a:rPr lang="en-US" sz="2000" b="0" u="none" strike="noStrike">
                <a:solidFill>
                  <a:schemeClr val="dk1"/>
                </a:solidFill>
                <a:effectLst/>
                <a:uFillTx/>
                <a:latin typeface="Meiryo UI"/>
                <a:ea typeface="Meiryo UI"/>
              </a:rPr>
              <a:t>3</a:t>
            </a:r>
            <a:r>
              <a:rPr lang="ja-JP" sz="2000" b="0" u="none" strike="noStrike">
                <a:solidFill>
                  <a:schemeClr val="dk1"/>
                </a:solidFill>
                <a:effectLst/>
                <a:uFillTx/>
                <a:latin typeface="Meiryo UI"/>
                <a:ea typeface="Meiryo UI"/>
              </a:rPr>
              <a:t>ホップ目には行けていないとわかるので</a:t>
            </a:r>
            <a:r>
              <a:rPr lang="en-US" sz="2000" b="0" u="none" strike="noStrike">
                <a:solidFill>
                  <a:schemeClr val="dk1"/>
                </a:solidFill>
                <a:effectLst/>
                <a:uFillTx/>
                <a:latin typeface="Meiryo UI"/>
                <a:ea typeface="Meiryo UI"/>
              </a:rPr>
              <a:t>3</a:t>
            </a:r>
            <a:r>
              <a:rPr lang="ja-JP" sz="2000" b="0" u="none" strike="noStrike">
                <a:solidFill>
                  <a:schemeClr val="dk1"/>
                </a:solidFill>
                <a:effectLst/>
                <a:uFillTx/>
                <a:latin typeface="Meiryo UI"/>
                <a:ea typeface="Meiryo UI"/>
              </a:rPr>
              <a:t>ホップ目のノードを確認する必要があります。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経由するホップ数は最大</a:t>
            </a:r>
            <a:r>
              <a:rPr lang="en-US" sz="2000" b="0" u="none" strike="noStrike">
                <a:solidFill>
                  <a:schemeClr val="dk1"/>
                </a:solidFill>
                <a:effectLst/>
                <a:uFillTx/>
                <a:latin typeface="Meiryo UI"/>
                <a:ea typeface="Meiryo UI"/>
              </a:rPr>
              <a:t>30</a:t>
            </a:r>
            <a:r>
              <a:rPr lang="ja-JP" sz="2000" b="0" u="none" strike="noStrike">
                <a:solidFill>
                  <a:schemeClr val="dk1"/>
                </a:solidFill>
                <a:effectLst/>
                <a:uFillTx/>
                <a:latin typeface="Meiryo UI"/>
                <a:ea typeface="Meiryo UI"/>
              </a:rPr>
              <a:t>です。</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とあるように</a:t>
            </a:r>
            <a:r>
              <a:rPr lang="en-US" sz="2000" b="0" u="none" strike="noStrike">
                <a:solidFill>
                  <a:schemeClr val="dk1"/>
                </a:solidFill>
                <a:effectLst/>
                <a:uFillTx/>
                <a:latin typeface="Meiryo UI"/>
                <a:ea typeface="Meiryo UI"/>
              </a:rPr>
              <a:t>30</a:t>
            </a:r>
            <a:r>
              <a:rPr lang="ja-JP" sz="2000" b="0" u="none" strike="noStrike">
                <a:solidFill>
                  <a:schemeClr val="dk1"/>
                </a:solidFill>
                <a:effectLst/>
                <a:uFillTx/>
                <a:latin typeface="Meiryo UI"/>
                <a:ea typeface="Meiryo UI"/>
              </a:rPr>
              <a:t>ホップまで頑張ってくれています。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それ以外の値はとりあえず気にしなくて大丈夫です。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3</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3</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356"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他</a:t>
            </a:r>
            <a:r>
              <a:rPr lang="en-US" sz="2400" b="1" u="none" strike="noStrike">
                <a:solidFill>
                  <a:schemeClr val="lt2">
                    <a:lumMod val="75000"/>
                  </a:schemeClr>
                </a:solidFill>
                <a:effectLst/>
                <a:uFillTx/>
                <a:latin typeface="Meiryo UI"/>
                <a:ea typeface="Meiryo UI"/>
              </a:rPr>
              <a:t>LAN</a:t>
            </a:r>
            <a:r>
              <a:rPr lang="ja-JP" sz="2400" b="1" u="none" strike="noStrike">
                <a:solidFill>
                  <a:schemeClr val="lt2">
                    <a:lumMod val="75000"/>
                  </a:schemeClr>
                </a:solidFill>
                <a:effectLst/>
                <a:uFillTx/>
                <a:latin typeface="Meiryo UI"/>
                <a:ea typeface="Meiryo UI"/>
              </a:rPr>
              <a:t>へのアクセス</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アドレスの管理</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IPv4</a:t>
            </a:r>
            <a:r>
              <a:rPr lang="ja-JP" sz="2400" b="1" u="none" strike="noStrike">
                <a:solidFill>
                  <a:schemeClr val="lt2">
                    <a:lumMod val="75000"/>
                  </a:schemeClr>
                </a:solidFill>
                <a:effectLst/>
                <a:uFillTx/>
                <a:latin typeface="Meiryo UI"/>
                <a:ea typeface="Meiryo UI"/>
              </a:rPr>
              <a:t>アドレスの詳細</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DHCP</a:t>
            </a:r>
            <a:r>
              <a:rPr lang="ja-JP" sz="2400" b="1" u="none" strike="noStrike">
                <a:solidFill>
                  <a:schemeClr val="lt2">
                    <a:lumMod val="75000"/>
                  </a:schemeClr>
                </a:solidFill>
                <a:effectLst/>
                <a:uFillTx/>
                <a:latin typeface="Meiryo UI"/>
                <a:ea typeface="Meiryo UI"/>
              </a:rPr>
              <a:t>について</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DNS</a:t>
            </a:r>
            <a:r>
              <a:rPr lang="ja-JP" sz="2400" b="1" u="none" strike="noStrike">
                <a:solidFill>
                  <a:schemeClr val="lt2">
                    <a:lumMod val="75000"/>
                  </a:schemeClr>
                </a:solidFill>
                <a:effectLst/>
                <a:uFillTx/>
                <a:latin typeface="Meiryo UI"/>
                <a:ea typeface="Meiryo UI"/>
              </a:rPr>
              <a:t>について</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hasCustomPrompt="1"/>
          </p:nvPr>
        </p:nvSpPr>
        <p:spPr>
          <a:xfrm>
            <a:off x="6310080" y="411480"/>
            <a:ext cx="435744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他</a:t>
            </a:r>
            <a:r>
              <a:rPr lang="en-US" sz="6000" b="1" u="none" spc="99" strike="noStrike">
                <a:solidFill>
                  <a:schemeClr val="dk1"/>
                </a:solidFill>
                <a:effectLst/>
                <a:uFillTx/>
                <a:latin typeface="Meiryo UI"/>
                <a:ea typeface="Meiryo UI"/>
              </a:rPr>
              <a:t>LAN</a:t>
            </a:r>
            <a:r>
              <a:rPr lang="ja-JP" sz="6000" b="1" u="none" spc="99" strike="noStrike">
                <a:solidFill>
                  <a:schemeClr val="dk1"/>
                </a:solidFill>
                <a:effectLst/>
                <a:uFillTx/>
                <a:latin typeface="Meiryo UI"/>
                <a:ea typeface="Meiryo UI"/>
              </a:rPr>
              <a:t>への</a:t>
            </a:r>
            <a:br>
              <a:rPr sz="6000"/>
            </a:br>
            <a:r>
              <a:rPr lang="ja-JP" sz="6000" b="1" u="none" spc="99" strike="noStrike">
                <a:solidFill>
                  <a:schemeClr val="dk1"/>
                </a:solidFill>
                <a:effectLst/>
                <a:uFillTx/>
                <a:latin typeface="Meiryo UI"/>
                <a:ea typeface="Meiryo UI"/>
              </a:rPr>
              <a:t>アクセス</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4400" b="1" u="none" spc="99" strike="noStrike">
                <a:solidFill>
                  <a:schemeClr val="dk1"/>
                </a:solidFill>
                <a:effectLst/>
                <a:uFillTx/>
                <a:latin typeface="Meiryo UI"/>
                <a:ea typeface="Meiryo UI"/>
              </a:rPr>
              <a:t>他</a:t>
            </a:r>
            <a:r>
              <a:rPr lang="en-US" sz="4400" b="1" u="none" spc="99" strike="noStrike">
                <a:solidFill>
                  <a:schemeClr val="dk1"/>
                </a:solidFill>
                <a:effectLst/>
                <a:uFillTx/>
                <a:latin typeface="Meiryo UI"/>
                <a:ea typeface="Meiryo UI"/>
              </a:rPr>
              <a:t>LAN</a:t>
            </a:r>
            <a:r>
              <a:rPr lang="ja-JP" sz="4400" b="1" u="none" spc="99" strike="noStrike">
                <a:solidFill>
                  <a:schemeClr val="dk1"/>
                </a:solidFill>
                <a:effectLst/>
                <a:uFillTx/>
                <a:latin typeface="Meiryo UI"/>
                <a:ea typeface="Meiryo UI"/>
              </a:rPr>
              <a:t>へのアクセスについて</a:t>
            </a:r>
            <a:endParaRPr lang="en-US" sz="4400" b="1" u="none" spc="99" strike="noStrike">
              <a:solidFill>
                <a:schemeClr val="dk1"/>
              </a:solidFill>
              <a:effectLst/>
              <a:uFillTx/>
              <a:latin typeface="Meiryo UI"/>
            </a:endParaRPr>
          </a:p>
        </p:txBody>
      </p:sp>
      <p:pic>
        <p:nvPicPr>
          <p:cNvPr id="359" name="図プレースホルダー 4"/>
          <p:cNvPicPr/>
          <p:nvPr/>
        </p:nvPicPr>
        <p:blipFill>
          <a:blip r:embed="rId1"/>
          <a:stretch/>
        </p:blipFill>
        <p:spPr>
          <a:xfrm>
            <a:off x="0" y="-11160"/>
            <a:ext cx="5790600" cy="6879600"/>
          </a:xfrm>
          <a:prstGeom prst="rect">
            <a:avLst/>
          </a:prstGeom>
          <a:noFill/>
          <a:ln w="0">
            <a:noFill/>
          </a:ln>
        </p:spPr>
      </p:pic>
      <p:sp>
        <p:nvSpPr>
          <p:cNvPr id="360" name="PlaceHolder 2"/>
          <p:cNvSpPr>
            <a:spLocks noGrp="1"/>
          </p:cNvSpPr>
          <p:nvPr>
            <p:ph hasCustomPrompt="1"/>
          </p:nvPr>
        </p:nvSpPr>
        <p:spPr>
          <a:xfrm>
            <a:off x="6300000" y="4568760"/>
            <a:ext cx="5485680" cy="1858320"/>
          </a:xfrm>
          <a:prstGeom prst="rect">
            <a:avLst/>
          </a:prstGeom>
          <a:noFill/>
          <a:ln w="0">
            <a:noFill/>
          </a:ln>
        </p:spPr>
        <p:txBody>
          <a:bodyPr lIns="0" tIns="0" rIns="0" bIns="0" anchor="t">
            <a:noAutofit/>
          </a:bodyPr>
          <a:p>
            <a:pPr indent="0" algn="l" defTabSz="914400">
              <a:lnSpc>
                <a:spcPct val="90000"/>
              </a:lnSpc>
              <a:spcBef>
                <a:spcPts val="1001"/>
              </a:spcBef>
              <a:buNone/>
              <a:tabLst>
                <a:tab pos="0" algn="l"/>
              </a:tabLst>
            </a:pP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アドレスがわかれば、</a:t>
            </a:r>
            <a:r>
              <a:rPr lang="en-US" sz="2400" b="1" u="none" strike="noStrike">
                <a:solidFill>
                  <a:schemeClr val="lt2">
                    <a:lumMod val="75000"/>
                  </a:schemeClr>
                </a:solidFill>
                <a:effectLst/>
                <a:uFillTx/>
                <a:latin typeface="Meiryo UI"/>
                <a:ea typeface="Meiryo UI"/>
              </a:rPr>
              <a:t>WAN</a:t>
            </a:r>
            <a:r>
              <a:rPr lang="ja-JP" sz="2400" b="1" u="none" strike="noStrike">
                <a:solidFill>
                  <a:schemeClr val="lt2">
                    <a:lumMod val="75000"/>
                  </a:schemeClr>
                </a:solidFill>
                <a:effectLst/>
                <a:uFillTx/>
                <a:latin typeface="Meiryo UI"/>
                <a:ea typeface="Meiryo UI"/>
              </a:rPr>
              <a:t>を介した他</a:t>
            </a:r>
            <a:r>
              <a:rPr lang="en-US" sz="2400" b="1" u="none" strike="noStrike">
                <a:solidFill>
                  <a:schemeClr val="lt2">
                    <a:lumMod val="75000"/>
                  </a:schemeClr>
                </a:solidFill>
                <a:effectLst/>
                <a:uFillTx/>
                <a:latin typeface="Meiryo UI"/>
                <a:ea typeface="Meiryo UI"/>
              </a:rPr>
              <a:t>LAN</a:t>
            </a:r>
            <a:r>
              <a:rPr lang="ja-JP" sz="2400" b="1" u="none" strike="noStrike">
                <a:solidFill>
                  <a:schemeClr val="lt2">
                    <a:lumMod val="75000"/>
                  </a:schemeClr>
                </a:solidFill>
                <a:effectLst/>
                <a:uFillTx/>
                <a:latin typeface="Meiryo UI"/>
                <a:ea typeface="Meiryo UI"/>
              </a:rPr>
              <a:t>へのアクセスもできます。</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ja-JP" sz="2000" b="1" u="none" strike="noStrike">
                <a:solidFill>
                  <a:schemeClr val="dk1">
                    <a:lumMod val="65000"/>
                    <a:lumOff val="35000"/>
                  </a:schemeClr>
                </a:solidFill>
                <a:effectLst/>
                <a:uFillTx/>
                <a:latin typeface="Meiryo UI"/>
                <a:ea typeface="Meiryo UI"/>
              </a:rPr>
              <a:t>ただ</a:t>
            </a:r>
            <a:r>
              <a:rPr lang="en-US" sz="2000" b="1" u="none" strike="noStrike">
                <a:solidFill>
                  <a:schemeClr val="dk1">
                    <a:lumMod val="65000"/>
                    <a:lumOff val="35000"/>
                  </a:schemeClr>
                </a:solidFill>
                <a:effectLst/>
                <a:uFillTx/>
                <a:latin typeface="Meiryo UI"/>
                <a:ea typeface="Meiryo UI"/>
              </a:rPr>
              <a:t>LAN</a:t>
            </a:r>
            <a:r>
              <a:rPr lang="ja-JP" sz="2000" b="1" u="none" strike="noStrike">
                <a:solidFill>
                  <a:schemeClr val="dk1">
                    <a:lumMod val="65000"/>
                    <a:lumOff val="35000"/>
                  </a:schemeClr>
                </a:solidFill>
                <a:effectLst/>
                <a:uFillTx/>
                <a:latin typeface="Meiryo UI"/>
                <a:ea typeface="Meiryo UI"/>
              </a:rPr>
              <a:t>内のみで有効なローカル</a:t>
            </a:r>
            <a:r>
              <a:rPr lang="en-US" sz="2000" b="1" u="none" strike="noStrike">
                <a:solidFill>
                  <a:schemeClr val="dk1">
                    <a:lumMod val="65000"/>
                    <a:lumOff val="35000"/>
                  </a:schemeClr>
                </a:solidFill>
                <a:effectLst/>
                <a:uFillTx/>
                <a:latin typeface="Meiryo UI"/>
                <a:ea typeface="Meiryo UI"/>
              </a:rPr>
              <a:t>IP</a:t>
            </a:r>
            <a:r>
              <a:rPr lang="ja-JP" sz="2000" b="1" u="none" strike="noStrike">
                <a:solidFill>
                  <a:schemeClr val="dk1">
                    <a:lumMod val="65000"/>
                    <a:lumOff val="35000"/>
                  </a:schemeClr>
                </a:solidFill>
                <a:effectLst/>
                <a:uFillTx/>
                <a:latin typeface="Meiryo UI"/>
                <a:ea typeface="Meiryo UI"/>
              </a:rPr>
              <a:t>アドレスでは駄目でグローバル</a:t>
            </a:r>
            <a:r>
              <a:rPr lang="en-US" sz="2000" b="1" u="none" strike="noStrike">
                <a:solidFill>
                  <a:schemeClr val="dk1">
                    <a:lumMod val="65000"/>
                    <a:lumOff val="35000"/>
                  </a:schemeClr>
                </a:solidFill>
                <a:effectLst/>
                <a:uFillTx/>
                <a:latin typeface="Meiryo UI"/>
                <a:ea typeface="Meiryo UI"/>
              </a:rPr>
              <a:t>IP</a:t>
            </a:r>
            <a:r>
              <a:rPr lang="ja-JP" sz="2000" b="1" u="none" strike="noStrike">
                <a:solidFill>
                  <a:schemeClr val="dk1">
                    <a:lumMod val="65000"/>
                    <a:lumOff val="35000"/>
                  </a:schemeClr>
                </a:solidFill>
                <a:effectLst/>
                <a:uFillTx/>
                <a:latin typeface="Meiryo UI"/>
                <a:ea typeface="Meiryo UI"/>
              </a:rPr>
              <a:t>アドレスと言われるインターネット全体で一意の</a:t>
            </a:r>
            <a:r>
              <a:rPr lang="en-US" sz="2000" b="1" u="none" strike="noStrike">
                <a:solidFill>
                  <a:schemeClr val="dk1">
                    <a:lumMod val="65000"/>
                    <a:lumOff val="35000"/>
                  </a:schemeClr>
                </a:solidFill>
                <a:effectLst/>
                <a:uFillTx/>
                <a:latin typeface="Meiryo UI"/>
                <a:ea typeface="Meiryo UI"/>
              </a:rPr>
              <a:t>IP</a:t>
            </a:r>
            <a:r>
              <a:rPr lang="ja-JP" sz="2000" b="1" u="none" strike="noStrike">
                <a:solidFill>
                  <a:schemeClr val="dk1">
                    <a:lumMod val="65000"/>
                    <a:lumOff val="35000"/>
                  </a:schemeClr>
                </a:solidFill>
                <a:effectLst/>
                <a:uFillTx/>
                <a:latin typeface="Meiryo UI"/>
                <a:ea typeface="Meiryo UI"/>
              </a:rPr>
              <a:t>アドレスでなければなりません。</a:t>
            </a:r>
            <a:endParaRPr lang="en-US" sz="20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グローバル</a:t>
            </a:r>
            <a:r>
              <a:rPr lang="en-US" sz="6000" b="1" u="none" spc="99" strike="noStrike">
                <a:solidFill>
                  <a:schemeClr val="dk1"/>
                </a:solidFill>
                <a:effectLst/>
                <a:uFillTx/>
                <a:latin typeface="Meiryo UI"/>
                <a:ea typeface="Meiryo UI"/>
              </a:rPr>
              <a:t>IP</a:t>
            </a:r>
            <a:r>
              <a:rPr lang="ja-JP" sz="6000" b="1" u="none" spc="99" strike="noStrike">
                <a:solidFill>
                  <a:schemeClr val="dk1"/>
                </a:solidFill>
                <a:effectLst/>
                <a:uFillTx/>
                <a:latin typeface="Meiryo UI"/>
                <a:ea typeface="Meiryo UI"/>
              </a:rPr>
              <a:t>アドレスの管理</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他</a:t>
            </a:r>
            <a:r>
              <a:rPr lang="en-US" sz="4400" b="1" u="none" spc="99" strike="noStrike">
                <a:solidFill>
                  <a:schemeClr val="dk1"/>
                </a:solidFill>
                <a:effectLst/>
                <a:uFillTx/>
                <a:latin typeface="Meiryo UI"/>
                <a:ea typeface="Meiryo UI"/>
              </a:rPr>
              <a:t>LAN</a:t>
            </a:r>
            <a:r>
              <a:rPr lang="ja-JP" sz="4400" b="1" u="none" spc="99" strike="noStrike">
                <a:solidFill>
                  <a:schemeClr val="dk1"/>
                </a:solidFill>
                <a:effectLst/>
                <a:uFillTx/>
                <a:latin typeface="Meiryo UI"/>
                <a:ea typeface="Meiryo UI"/>
              </a:rPr>
              <a:t>へのアクセスについて</a:t>
            </a:r>
            <a:endParaRPr lang="en-US" sz="4400" b="1" u="none" spc="99" strike="noStrike">
              <a:solidFill>
                <a:schemeClr val="dk1"/>
              </a:solidFill>
              <a:effectLst/>
              <a:uFillTx/>
              <a:latin typeface="Meiryo UI"/>
            </a:endParaRPr>
          </a:p>
        </p:txBody>
      </p:sp>
      <p:pic>
        <p:nvPicPr>
          <p:cNvPr id="363" name="図プレースホルダー 4"/>
          <p:cNvPicPr/>
          <p:nvPr/>
        </p:nvPicPr>
        <p:blipFill>
          <a:blip r:embed="rId1"/>
          <a:stretch/>
        </p:blipFill>
        <p:spPr>
          <a:xfrm>
            <a:off x="701640" y="2232720"/>
            <a:ext cx="6216480" cy="4040640"/>
          </a:xfrm>
          <a:prstGeom prst="rect">
            <a:avLst/>
          </a:prstGeom>
          <a:noFill/>
          <a:ln w="0">
            <a:noFill/>
          </a:ln>
        </p:spPr>
      </p:pic>
      <p:sp>
        <p:nvSpPr>
          <p:cNvPr id="364" name="PlaceHolder 2"/>
          <p:cNvSpPr>
            <a:spLocks noGrp="1"/>
          </p:cNvSpPr>
          <p:nvPr>
            <p:ph hasCustomPrompt="1"/>
          </p:nvPr>
        </p:nvSpPr>
        <p:spPr>
          <a:xfrm>
            <a:off x="7620120" y="2160000"/>
            <a:ext cx="3946320" cy="4113360"/>
          </a:xfrm>
          <a:prstGeom prst="rect">
            <a:avLst/>
          </a:prstGeom>
          <a:noFill/>
          <a:ln w="0">
            <a:noFill/>
          </a:ln>
        </p:spPr>
        <p:txBody>
          <a:bodyPr lIns="0" tIns="45720" rIns="91440" bIns="45720" anchor="t">
            <a:normAutofit fontScale="85000" lnSpcReduction="9999"/>
          </a:bodyPr>
          <a:p>
            <a:pPr indent="0" algn="l" defTabSz="914400">
              <a:lnSpc>
                <a:spcPct val="90000"/>
              </a:lnSpc>
              <a:spcBef>
                <a:spcPts val="1800"/>
              </a:spcBef>
              <a:buNone/>
              <a:tabLst>
                <a:tab pos="0" algn="l"/>
              </a:tabLst>
            </a:pP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アドレスがわかれば、</a:t>
            </a:r>
            <a:r>
              <a:rPr lang="en-US" sz="2000" b="1" u="none" strike="noStrike">
                <a:solidFill>
                  <a:schemeClr val="dk1"/>
                </a:solidFill>
                <a:effectLst/>
                <a:uFillTx/>
                <a:latin typeface="Meiryo UI"/>
                <a:ea typeface="Meiryo UI"/>
              </a:rPr>
              <a:t>WAN</a:t>
            </a:r>
            <a:r>
              <a:rPr lang="ja-JP" sz="2000" b="1" u="none" strike="noStrike">
                <a:solidFill>
                  <a:schemeClr val="dk1"/>
                </a:solidFill>
                <a:effectLst/>
                <a:uFillTx/>
                <a:latin typeface="Meiryo UI"/>
                <a:ea typeface="Meiryo UI"/>
              </a:rPr>
              <a:t>を介した他</a:t>
            </a:r>
            <a:r>
              <a:rPr lang="en-US" sz="2000" b="1" u="none" strike="noStrike">
                <a:solidFill>
                  <a:schemeClr val="dk1"/>
                </a:solidFill>
                <a:effectLst/>
                <a:uFillTx/>
                <a:latin typeface="Meiryo UI"/>
                <a:ea typeface="Meiryo UI"/>
              </a:rPr>
              <a:t>LAN</a:t>
            </a:r>
            <a:r>
              <a:rPr lang="ja-JP" sz="2000" b="1" u="none" strike="noStrike">
                <a:solidFill>
                  <a:schemeClr val="dk1"/>
                </a:solidFill>
                <a:effectLst/>
                <a:uFillTx/>
                <a:latin typeface="Meiryo UI"/>
                <a:ea typeface="Meiryo UI"/>
              </a:rPr>
              <a:t>へのアクセスもできます。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ただ</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内のみで有効なローカル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アドレスでは駄目でグローバル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アドレスと言われるインターネット全体で一意の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アドレスでなければなりません。</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アドレスは勝手に設定する事はできず</a:t>
            </a:r>
            <a:r>
              <a:rPr lang="en-US" sz="2000" b="0" u="none" strike="noStrike">
                <a:solidFill>
                  <a:schemeClr val="dk1"/>
                </a:solidFill>
                <a:effectLst/>
                <a:uFillTx/>
                <a:latin typeface="Meiryo UI"/>
                <a:ea typeface="Meiryo UI"/>
              </a:rPr>
              <a:t>IANA(ICANN</a:t>
            </a:r>
            <a:r>
              <a:rPr lang="ja-JP" sz="2000" b="0" u="none" strike="noStrike">
                <a:solidFill>
                  <a:schemeClr val="dk1"/>
                </a:solidFill>
                <a:effectLst/>
                <a:uFillTx/>
                <a:latin typeface="Meiryo UI"/>
                <a:ea typeface="Meiryo UI"/>
              </a:rPr>
              <a:t>配下</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という組織が管理していてそれを分配してというのを繰り返して</a:t>
            </a:r>
            <a:r>
              <a:rPr lang="en-US" sz="2000" b="0" u="none" strike="noStrike">
                <a:solidFill>
                  <a:schemeClr val="dk1"/>
                </a:solidFill>
                <a:effectLst/>
                <a:uFillTx/>
                <a:latin typeface="Meiryo UI"/>
                <a:ea typeface="Meiryo UI"/>
              </a:rPr>
              <a:t>ISP(</a:t>
            </a:r>
            <a:r>
              <a:rPr lang="en-US" sz="2000" b="0" u="none" strike="noStrike">
                <a:solidFill>
                  <a:srgbClr val="0A0A0A"/>
                </a:solidFill>
                <a:effectLst/>
                <a:uFillTx/>
                <a:latin typeface="Arial"/>
                <a:ea typeface="Meiryo UI"/>
              </a:rPr>
              <a:t>Internet Service Provider</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まで行きそれをエンドユーザーに割り当てるという流れです。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そのあたりも含めてネット回線契約をすることになります。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アドレスへのアクセス</a:t>
            </a:r>
            <a:endParaRPr lang="en-US" sz="4400" b="1" u="none" spc="99" strike="noStrike">
              <a:solidFill>
                <a:schemeClr val="dk1"/>
              </a:solidFill>
              <a:effectLst/>
              <a:uFillTx/>
              <a:latin typeface="Meiryo UI"/>
            </a:endParaRPr>
          </a:p>
        </p:txBody>
      </p:sp>
      <p:grpSp>
        <p:nvGrpSpPr>
          <p:cNvPr id="366" name="Diagram1"/>
          <p:cNvGrpSpPr/>
          <p:nvPr/>
        </p:nvGrpSpPr>
        <p:grpSpPr>
          <a:xfrm>
            <a:off x="594360" y="3429000"/>
            <a:ext cx="10972080" cy="2835720"/>
            <a:chOff x="594360" y="3429000"/>
            <a:chExt cx="10972080" cy="2835720"/>
          </a:xfrm>
        </p:grpSpPr>
        <p:sp>
          <p:nvSpPr>
            <p:cNvPr id="367" name=""/>
            <p:cNvSpPr/>
            <p:nvPr/>
          </p:nvSpPr>
          <p:spPr>
            <a:xfrm>
              <a:off x="594360" y="3429000"/>
              <a:ext cx="10972080" cy="2835720"/>
            </a:xfrm>
            <a:prstGeom prst="rect">
              <a:avLst/>
            </a:prstGeom>
            <a:no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8" name=""/>
            <p:cNvSpPr/>
            <p:nvPr/>
          </p:nvSpPr>
          <p:spPr>
            <a:xfrm>
              <a:off x="1613880" y="3429360"/>
              <a:ext cx="3828240" cy="2430720"/>
            </a:xfrm>
            <a:prstGeom prst="roundRect">
              <a:avLst>
                <a:gd name="adj" fmla="val 10000"/>
              </a:avLst>
            </a:prstGeom>
            <a:solidFill>
              <a:schemeClr val="accent1">
                <a:hueOff val="0"/>
                <a:satOff val="0"/>
                <a:lumOff val="0"/>
                <a:alphaOff val="0"/>
              </a:schemeClr>
            </a:solidFill>
            <a:ln>
              <a:solidFill>
                <a:srgbClr val="FFFFFF">
                  <a:hueOff val="0"/>
                  <a:satOff val="0"/>
                  <a:lumOff val="0"/>
                  <a:alphaOff val="0"/>
                </a:srgbClr>
              </a:solidFill>
            </a:ln>
          </p:spPr>
          <p:style>
            <a:lnRef idx="2"/>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69" name=""/>
            <p:cNvSpPr/>
            <p:nvPr/>
          </p:nvSpPr>
          <p:spPr>
            <a:xfrm>
              <a:off x="2039400" y="3833640"/>
              <a:ext cx="3828240" cy="2430720"/>
            </a:xfrm>
            <a:prstGeom prst="roundRect">
              <a:avLst>
                <a:gd name="adj" fmla="val 10000"/>
              </a:avLst>
            </a:prstGeom>
            <a:solidFill>
              <a:schemeClr val="lt1">
                <a:alpha val="90000"/>
              </a:schemeClr>
            </a:solidFill>
            <a:ln>
              <a:solidFill>
                <a:srgbClr val="A9D4DB">
                  <a:hueOff val="0"/>
                  <a:satOff val="0"/>
                  <a:lumOff val="0"/>
                  <a:alphaOff val="0"/>
                </a:srgbClr>
              </a:solidFill>
            </a:ln>
          </p:spPr>
          <p:style>
            <a:lnRef idx="2"/>
            <a:fillRef idx="0"/>
            <a:effectRef idx="0"/>
            <a:fontRef idx="minor"/>
          </p:style>
          <p:txBody>
            <a:bodyPr numCol="1" spcCol="1440" lIns="141120" tIns="141120" rIns="141120" bIns="141120" anchor="ctr">
              <a:noAutofit/>
            </a:bodyPr>
            <a:p>
              <a:pPr algn="ctr" defTabSz="1644480">
                <a:lnSpc>
                  <a:spcPct val="90000"/>
                </a:lnSpc>
                <a:spcAft>
                  <a:spcPts val="1295"/>
                </a:spcAft>
                <a:tabLst>
                  <a:tab pos="0" algn="l"/>
                </a:tabLst>
              </a:pPr>
              <a:r>
                <a:rPr lang="en-US" sz="3700" b="0" u="none" strike="noStrike">
                  <a:solidFill>
                    <a:srgbClr val="000000"/>
                  </a:solidFill>
                  <a:effectLst/>
                  <a:uFillTx/>
                  <a:latin typeface="Meiryo UI"/>
                  <a:ea typeface="Meiryo UI"/>
                </a:rPr>
                <a:t>DNS</a:t>
              </a:r>
              <a:r>
                <a:rPr lang="ja-JP" sz="3700" b="0" u="none" strike="noStrike">
                  <a:solidFill>
                    <a:srgbClr val="000000"/>
                  </a:solidFill>
                  <a:effectLst/>
                  <a:uFillTx/>
                  <a:latin typeface="Meiryo UI"/>
                  <a:ea typeface="Meiryo UI"/>
                </a:rPr>
                <a:t>を利用したドメインでのアクセス</a:t>
              </a:r>
              <a:endParaRPr lang="en-US" sz="3700" b="0" u="none" strike="noStrike">
                <a:solidFill>
                  <a:srgbClr val="000000"/>
                </a:solidFill>
                <a:effectLst/>
                <a:uFillTx/>
                <a:latin typeface="Arial"/>
              </a:endParaRPr>
            </a:p>
          </p:txBody>
        </p:sp>
        <p:sp>
          <p:nvSpPr>
            <p:cNvPr id="370" name=""/>
            <p:cNvSpPr/>
            <p:nvPr/>
          </p:nvSpPr>
          <p:spPr>
            <a:xfrm>
              <a:off x="6293520" y="3429360"/>
              <a:ext cx="3828240" cy="2430720"/>
            </a:xfrm>
            <a:prstGeom prst="roundRect">
              <a:avLst>
                <a:gd name="adj" fmla="val 10000"/>
              </a:avLst>
            </a:prstGeom>
            <a:solidFill>
              <a:schemeClr val="accent1">
                <a:hueOff val="0"/>
                <a:satOff val="0"/>
                <a:lumOff val="0"/>
                <a:alphaOff val="0"/>
              </a:schemeClr>
            </a:solidFill>
            <a:ln>
              <a:solidFill>
                <a:srgbClr val="FFFFFF">
                  <a:hueOff val="0"/>
                  <a:satOff val="0"/>
                  <a:lumOff val="0"/>
                  <a:alphaOff val="0"/>
                </a:srgbClr>
              </a:solidFill>
            </a:ln>
          </p:spPr>
          <p:style>
            <a:lnRef idx="2"/>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1" name=""/>
            <p:cNvSpPr/>
            <p:nvPr/>
          </p:nvSpPr>
          <p:spPr>
            <a:xfrm>
              <a:off x="6719040" y="3833640"/>
              <a:ext cx="3828240" cy="2430720"/>
            </a:xfrm>
            <a:prstGeom prst="roundRect">
              <a:avLst>
                <a:gd name="adj" fmla="val 10000"/>
              </a:avLst>
            </a:prstGeom>
            <a:solidFill>
              <a:schemeClr val="lt1">
                <a:alpha val="90000"/>
              </a:schemeClr>
            </a:solidFill>
            <a:ln>
              <a:solidFill>
                <a:srgbClr val="A9D4DB">
                  <a:hueOff val="0"/>
                  <a:satOff val="0"/>
                  <a:lumOff val="0"/>
                  <a:alphaOff val="0"/>
                </a:srgbClr>
              </a:solidFill>
            </a:ln>
          </p:spPr>
          <p:style>
            <a:lnRef idx="2"/>
            <a:fillRef idx="0"/>
            <a:effectRef idx="0"/>
            <a:fontRef idx="minor"/>
          </p:style>
          <p:txBody>
            <a:bodyPr numCol="1" spcCol="1440" lIns="141120" tIns="141120" rIns="141120" bIns="141120" anchor="ctr">
              <a:noAutofit/>
            </a:bodyPr>
            <a:p>
              <a:pPr algn="ctr" defTabSz="1644480">
                <a:lnSpc>
                  <a:spcPct val="90000"/>
                </a:lnSpc>
                <a:spcAft>
                  <a:spcPts val="1295"/>
                </a:spcAft>
                <a:tabLst>
                  <a:tab pos="0" algn="l"/>
                </a:tabLst>
              </a:pPr>
              <a:r>
                <a:rPr lang="en-US" sz="3700" b="0" u="none" strike="noStrike">
                  <a:solidFill>
                    <a:srgbClr val="000000"/>
                  </a:solidFill>
                  <a:effectLst/>
                  <a:uFillTx/>
                  <a:latin typeface="Meiryo UI"/>
                  <a:ea typeface="Meiryo UI"/>
                </a:rPr>
                <a:t>IP</a:t>
              </a:r>
              <a:r>
                <a:rPr lang="ja-JP" sz="3700" b="0" u="none" strike="noStrike">
                  <a:solidFill>
                    <a:srgbClr val="000000"/>
                  </a:solidFill>
                  <a:effectLst/>
                  <a:uFillTx/>
                  <a:latin typeface="Meiryo UI"/>
                  <a:ea typeface="Meiryo UI"/>
                </a:rPr>
                <a:t>アドレスを固定する</a:t>
              </a:r>
              <a:endParaRPr lang="en-US" sz="3700" b="0" u="none" strike="noStrike">
                <a:solidFill>
                  <a:srgbClr val="000000"/>
                </a:solidFill>
                <a:effectLst/>
                <a:uFillTx/>
                <a:latin typeface="Arial"/>
              </a:endParaRPr>
            </a:p>
          </p:txBody>
        </p:sp>
      </p:grpSp>
      <p:sp>
        <p:nvSpPr>
          <p:cNvPr id="372" name="Rectangle 3"/>
          <p:cNvSpPr/>
          <p:nvPr/>
        </p:nvSpPr>
        <p:spPr>
          <a:xfrm>
            <a:off x="1691640" y="2651760"/>
            <a:ext cx="9775800" cy="776520"/>
          </a:xfrm>
          <a:prstGeom prst="rect">
            <a:avLst/>
          </a:prstGeom>
          <a:noFill/>
          <a:ln w="0">
            <a:noFill/>
          </a:ln>
        </p:spPr>
        <p:style>
          <a:lnRef idx="0"/>
          <a:fillRef idx="0"/>
          <a:effectRef idx="0"/>
          <a:fontRef idx="minor"/>
        </p:style>
        <p:txBody>
          <a:bodyPr numCol="1" spcCol="0" lIns="90000" tIns="45000" rIns="90000" bIns="45000" anchor="t">
            <a:normAutofit fontScale="92500" lnSpcReduction="9999"/>
          </a:bodyPr>
          <a:p>
            <a:pPr defTabSz="914400">
              <a:lnSpc>
                <a:spcPct val="90000"/>
              </a:lnSpc>
              <a:spcAft>
                <a:spcPts val="601"/>
              </a:spcAft>
              <a:tabLst>
                <a:tab pos="0" algn="l"/>
              </a:tabLst>
            </a:pPr>
            <a:r>
              <a:rPr lang="ja-JP" sz="2800" b="0" u="none" strike="noStrike">
                <a:solidFill>
                  <a:schemeClr val="dk1"/>
                </a:solidFill>
                <a:effectLst/>
                <a:uFillTx/>
                <a:latin typeface="Meiryo UI"/>
                <a:ea typeface="Meiryo UI"/>
              </a:rPr>
              <a:t>グローバル</a:t>
            </a:r>
            <a:r>
              <a:rPr lang="en-US" sz="2800" b="0" u="none" strike="noStrike">
                <a:solidFill>
                  <a:schemeClr val="dk1"/>
                </a:solidFill>
                <a:effectLst/>
                <a:uFillTx/>
                <a:latin typeface="Meiryo UI"/>
                <a:ea typeface="Meiryo UI"/>
              </a:rPr>
              <a:t>IP</a:t>
            </a:r>
            <a:r>
              <a:rPr lang="ja-JP" sz="2800" b="0" u="none" strike="noStrike">
                <a:solidFill>
                  <a:schemeClr val="dk1"/>
                </a:solidFill>
                <a:effectLst/>
                <a:uFillTx/>
                <a:latin typeface="Meiryo UI"/>
                <a:ea typeface="Meiryo UI"/>
              </a:rPr>
              <a:t>アドレスへは主に下記</a:t>
            </a:r>
            <a:r>
              <a:rPr lang="en-US" sz="2800" b="0" u="none" strike="noStrike">
                <a:solidFill>
                  <a:schemeClr val="dk1"/>
                </a:solidFill>
                <a:effectLst/>
                <a:uFillTx/>
                <a:latin typeface="Meiryo UI"/>
                <a:ea typeface="Meiryo UI"/>
              </a:rPr>
              <a:t>2</a:t>
            </a:r>
            <a:r>
              <a:rPr lang="ja-JP" sz="2800" b="0" u="none" strike="noStrike">
                <a:solidFill>
                  <a:schemeClr val="dk1"/>
                </a:solidFill>
                <a:effectLst/>
                <a:uFillTx/>
                <a:latin typeface="Meiryo UI"/>
                <a:ea typeface="Meiryo UI"/>
              </a:rPr>
              <a:t>種類の方法を用いることにより容易にアクセスする事ができます。</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3"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DNS</a:t>
            </a:r>
            <a:r>
              <a:rPr lang="ja-JP" sz="4400" b="1" u="none" spc="99" strike="noStrike">
                <a:solidFill>
                  <a:schemeClr val="dk1"/>
                </a:solidFill>
                <a:effectLst/>
                <a:uFillTx/>
                <a:latin typeface="Meiryo UI"/>
                <a:ea typeface="Meiryo UI"/>
              </a:rPr>
              <a:t>を利用したドメインでのアクセス</a:t>
            </a:r>
            <a:endParaRPr lang="en-US" sz="4400" b="1" u="none" spc="99" strike="noStrike">
              <a:solidFill>
                <a:schemeClr val="dk1"/>
              </a:solidFill>
              <a:effectLst/>
              <a:uFillTx/>
              <a:latin typeface="Meiryo UI"/>
            </a:endParaRPr>
          </a:p>
        </p:txBody>
      </p:sp>
      <p:sp>
        <p:nvSpPr>
          <p:cNvPr id="374" name="PlaceHolder 2"/>
          <p:cNvSpPr>
            <a:spLocks noGrp="1"/>
          </p:cNvSpPr>
          <p:nvPr>
            <p:ph hasCustomPrompt="1"/>
          </p:nvPr>
        </p:nvSpPr>
        <p:spPr>
          <a:xfrm>
            <a:off x="3774960" y="2531880"/>
            <a:ext cx="7809840" cy="3698640"/>
          </a:xfrm>
          <a:prstGeom prst="rect">
            <a:avLst/>
          </a:prstGeom>
          <a:noFill/>
          <a:ln w="0">
            <a:noFill/>
          </a:ln>
        </p:spPr>
        <p:txBody>
          <a:bodyPr numCol="1" spcCol="0" lIns="91440" tIns="45720" rIns="91440" bIns="45720" anchor="t">
            <a:normAutofit/>
          </a:bodyPr>
          <a:p>
            <a:pPr indent="0" algn="l" defTabSz="914400">
              <a:lnSpc>
                <a:spcPct val="90000"/>
              </a:lnSpc>
              <a:spcBef>
                <a:spcPts val="1800"/>
              </a:spcBef>
              <a:spcAft>
                <a:spcPts val="601"/>
              </a:spcAft>
              <a:buNone/>
              <a:tabLst>
                <a:tab pos="0" algn="l"/>
              </a:tabLst>
            </a:pPr>
            <a:r>
              <a:rPr lang="en-US" sz="2000" b="0" u="none" strike="noStrike">
                <a:solidFill>
                  <a:schemeClr val="dk1"/>
                </a:solidFill>
                <a:effectLst/>
                <a:uFillTx/>
                <a:latin typeface="Meiryo UI"/>
                <a:ea typeface="Meiryo UI"/>
              </a:rPr>
              <a:t>IPv4</a:t>
            </a:r>
            <a:r>
              <a:rPr lang="ja-JP" sz="2000" b="0" u="none" strike="noStrike">
                <a:solidFill>
                  <a:schemeClr val="dk1"/>
                </a:solidFill>
                <a:effectLst/>
                <a:uFillTx/>
                <a:latin typeface="Meiryo UI"/>
                <a:ea typeface="Meiryo UI"/>
              </a:rPr>
              <a:t>のグローバル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アドレスは枯渇が進んでおり、その解決策として</a:t>
            </a:r>
            <a:r>
              <a:rPr lang="en-US" sz="2000" b="0" u="none" strike="noStrike">
                <a:solidFill>
                  <a:schemeClr val="dk1"/>
                </a:solidFill>
                <a:effectLst/>
                <a:uFillTx/>
                <a:latin typeface="Meiryo UI"/>
                <a:ea typeface="Meiryo UI"/>
              </a:rPr>
              <a:t>IPv6</a:t>
            </a:r>
            <a:r>
              <a:rPr lang="ja-JP" sz="2000" b="0" u="none" strike="noStrike">
                <a:solidFill>
                  <a:schemeClr val="dk1"/>
                </a:solidFill>
                <a:effectLst/>
                <a:uFillTx/>
                <a:latin typeface="Meiryo UI"/>
                <a:ea typeface="Meiryo UI"/>
              </a:rPr>
              <a:t>が開発されましたが現在でも</a:t>
            </a:r>
            <a:r>
              <a:rPr lang="en-US" sz="2000" b="0" u="none" strike="noStrike">
                <a:solidFill>
                  <a:schemeClr val="dk1"/>
                </a:solidFill>
                <a:effectLst/>
                <a:uFillTx/>
                <a:latin typeface="Meiryo UI"/>
                <a:ea typeface="Meiryo UI"/>
              </a:rPr>
              <a:t>IPv4</a:t>
            </a:r>
            <a:r>
              <a:rPr lang="ja-JP" sz="2000" b="0" u="none" strike="noStrike">
                <a:solidFill>
                  <a:schemeClr val="dk1"/>
                </a:solidFill>
                <a:effectLst/>
                <a:uFillTx/>
                <a:latin typeface="Meiryo UI"/>
                <a:ea typeface="Meiryo UI"/>
              </a:rPr>
              <a:t>は、節約をして工夫しながら使い続けられています。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その一環として、グローバル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アドレスは接続している間だけユーザーに動的に割り当てられ、切断されると回収・再利用されます。</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動的グローバル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a:t>
            </a:r>
            <a:r>
              <a:rPr lang="en-US" sz="2000" b="0" u="none" strike="noStrike">
                <a:solidFill>
                  <a:schemeClr val="dk1"/>
                </a:solidFill>
                <a:effectLst/>
                <a:uFillTx/>
                <a:latin typeface="Meiryo UI"/>
                <a:ea typeface="Meiryo UI"/>
              </a:rPr>
              <a:t>)</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接続先の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アドレスが変わる環境でも、</a:t>
            </a: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を利用することでドメイン名から現在の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アドレスを取得でき、ユーザーは</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アドレスの変更を意識することなく通信が可能になっています。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アドレスを固定する</a:t>
            </a:r>
            <a:endParaRPr lang="en-US" sz="4400" b="1" u="none" spc="99" strike="noStrike">
              <a:solidFill>
                <a:schemeClr val="dk1"/>
              </a:solidFill>
              <a:effectLst/>
              <a:uFillTx/>
              <a:latin typeface="Meiryo UI"/>
            </a:endParaRPr>
          </a:p>
        </p:txBody>
      </p:sp>
      <p:sp>
        <p:nvSpPr>
          <p:cNvPr id="376" name="PlaceHolder 2"/>
          <p:cNvSpPr>
            <a:spLocks noGrp="1"/>
          </p:cNvSpPr>
          <p:nvPr>
            <p:ph hasCustomPrompt="1"/>
          </p:nvPr>
        </p:nvSpPr>
        <p:spPr>
          <a:xfrm>
            <a:off x="3657600" y="2282040"/>
            <a:ext cx="7809840" cy="3698640"/>
          </a:xfrm>
          <a:prstGeom prst="rect">
            <a:avLst/>
          </a:prstGeom>
          <a:noFill/>
          <a:ln w="0">
            <a:noFill/>
          </a:ln>
        </p:spPr>
        <p:txBody>
          <a:bodyPr numCol="1" spcCol="0" lIns="91440" tIns="45720" rIns="91440" bIns="45720" anchor="ctr">
            <a:normAutofit/>
          </a:bodyPr>
          <a:p>
            <a:pPr indent="0" algn="l" defTabSz="914400">
              <a:lnSpc>
                <a:spcPct val="90000"/>
              </a:lnSpc>
              <a:spcBef>
                <a:spcPts val="1800"/>
              </a:spcBef>
              <a:spcAft>
                <a:spcPts val="601"/>
              </a:spcAft>
              <a:buNone/>
              <a:tabLst>
                <a:tab pos="0" algn="l"/>
              </a:tabLst>
            </a:pPr>
            <a:r>
              <a:rPr lang="en-US" sz="2000" b="0" u="none" strike="noStrike">
                <a:solidFill>
                  <a:schemeClr val="dk1"/>
                </a:solidFill>
                <a:effectLst/>
                <a:uFillTx/>
                <a:latin typeface="Meiryo UI"/>
                <a:ea typeface="Meiryo UI"/>
              </a:rPr>
              <a:t>ISP</a:t>
            </a:r>
            <a:r>
              <a:rPr lang="ja-JP" sz="2000" b="0" u="none" strike="noStrike">
                <a:solidFill>
                  <a:schemeClr val="dk1"/>
                </a:solidFill>
                <a:effectLst/>
                <a:uFillTx/>
                <a:latin typeface="Meiryo UI"/>
                <a:ea typeface="Meiryo UI"/>
              </a:rPr>
              <a:t>との契約によってグローバル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アドレスを固定化できます。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それによりドメインがなくても</a:t>
            </a:r>
            <a:r>
              <a:rPr lang="en-US" sz="2000" b="0" u="none" strike="noStrike">
                <a:solidFill>
                  <a:schemeClr val="dk1"/>
                </a:solidFill>
                <a:effectLst/>
                <a:uFillTx/>
                <a:latin typeface="Meiryo UI"/>
                <a:ea typeface="Meiryo UI"/>
              </a:rPr>
              <a:t>WAN</a:t>
            </a:r>
            <a:r>
              <a:rPr lang="ja-JP" sz="2000" b="0" u="none" strike="noStrike">
                <a:solidFill>
                  <a:schemeClr val="dk1"/>
                </a:solidFill>
                <a:effectLst/>
                <a:uFillTx/>
                <a:latin typeface="Meiryo UI"/>
                <a:ea typeface="Meiryo UI"/>
              </a:rPr>
              <a:t>経由で外部からアクセスする事が可能になります。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法人契約だとプランによっては付属する事もあるそうで個人の場合はオプションになるようです。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ローカルでサーバーを立てて外部からアクセスしたいという変態の方は検討してみて下さい。</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en-US" sz="6000" b="1" u="none" spc="99" strike="noStrike">
                <a:solidFill>
                  <a:schemeClr val="dk1"/>
                </a:solidFill>
                <a:effectLst/>
                <a:uFillTx/>
                <a:latin typeface="Meiryo UI"/>
                <a:ea typeface="Meiryo UI"/>
              </a:rPr>
              <a:t>IPv4</a:t>
            </a:r>
            <a:r>
              <a:rPr lang="ja-JP" sz="6000" b="1" u="none" spc="99" strike="noStrike">
                <a:solidFill>
                  <a:schemeClr val="dk1"/>
                </a:solidFill>
                <a:effectLst/>
                <a:uFillTx/>
                <a:latin typeface="Meiryo UI"/>
                <a:ea typeface="Meiryo UI"/>
              </a:rPr>
              <a:t>アドレスの詳細</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hasCustomPrompt="1"/>
          </p:nvPr>
        </p:nvSpPr>
        <p:spPr>
          <a:xfrm>
            <a:off x="575280" y="720000"/>
            <a:ext cx="5364720" cy="19116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IPv4</a:t>
            </a:r>
            <a:r>
              <a:rPr lang="ja-JP" sz="4400" b="1" u="none" spc="99" strike="noStrike">
                <a:solidFill>
                  <a:schemeClr val="dk1"/>
                </a:solidFill>
                <a:effectLst/>
                <a:uFillTx/>
                <a:latin typeface="Meiryo UI"/>
                <a:ea typeface="Meiryo UI"/>
              </a:rPr>
              <a:t>アドレスの詳細</a:t>
            </a:r>
            <a:endParaRPr lang="en-US" sz="4400" b="1" u="none" spc="99" strike="noStrike">
              <a:solidFill>
                <a:schemeClr val="dk1"/>
              </a:solidFill>
              <a:effectLst/>
              <a:uFillTx/>
              <a:latin typeface="Meiryo UI"/>
            </a:endParaRPr>
          </a:p>
        </p:txBody>
      </p:sp>
      <p:sp>
        <p:nvSpPr>
          <p:cNvPr id="379" name="PlaceHolder 2"/>
          <p:cNvSpPr>
            <a:spLocks noGrp="1"/>
          </p:cNvSpPr>
          <p:nvPr>
            <p:ph hasCustomPrompt="1"/>
          </p:nvPr>
        </p:nvSpPr>
        <p:spPr>
          <a:xfrm>
            <a:off x="594360" y="3279600"/>
            <a:ext cx="5043600" cy="2993760"/>
          </a:xfrm>
          <a:prstGeom prst="rect">
            <a:avLst/>
          </a:prstGeom>
          <a:noFill/>
          <a:ln w="0">
            <a:noFill/>
          </a:ln>
        </p:spPr>
        <p:txBody>
          <a:bodyPr lIns="0" tIns="228600" rIns="0" bIns="0" anchor="t">
            <a:normAutofit fontScale="85000" lnSpcReduction="9999"/>
          </a:bodyPr>
          <a:p>
            <a:pPr indent="0" algn="l" defTabSz="914400">
              <a:lnSpc>
                <a:spcPct val="90000"/>
              </a:lnSpc>
              <a:spcBef>
                <a:spcPts val="1800"/>
              </a:spcBef>
              <a:buNone/>
              <a:tabLst>
                <a:tab pos="0" algn="l"/>
              </a:tabLst>
            </a:pPr>
            <a:r>
              <a:rPr lang="en-US" sz="1900" b="1" u="none" strike="noStrike">
                <a:solidFill>
                  <a:schemeClr val="dk1"/>
                </a:solidFill>
                <a:effectLst/>
                <a:uFillTx/>
                <a:latin typeface="Meiryo UI"/>
                <a:ea typeface="Meiryo UI"/>
              </a:rPr>
              <a:t>IP</a:t>
            </a:r>
            <a:r>
              <a:rPr lang="ja-JP" sz="1900" b="1" u="none" strike="noStrike">
                <a:solidFill>
                  <a:schemeClr val="dk1"/>
                </a:solidFill>
                <a:effectLst/>
                <a:uFillTx/>
                <a:latin typeface="Meiryo UI"/>
                <a:ea typeface="Meiryo UI"/>
              </a:rPr>
              <a:t>アドレスには多くの情報が含まれていて前提として下記の内容は把握しておく必要があるので見ていきましょう。</a:t>
            </a:r>
            <a:endParaRPr lang="en-US" sz="19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en-US" sz="1900" b="1" u="none" strike="noStrike">
                <a:solidFill>
                  <a:schemeClr val="dk1"/>
                </a:solidFill>
                <a:effectLst/>
                <a:uFillTx/>
                <a:latin typeface="Meiryo UI"/>
                <a:ea typeface="Meiryo UI"/>
              </a:rPr>
              <a:t>IP</a:t>
            </a:r>
            <a:r>
              <a:rPr lang="ja-JP" sz="1900" b="1" u="none" strike="noStrike">
                <a:solidFill>
                  <a:schemeClr val="dk1"/>
                </a:solidFill>
                <a:effectLst/>
                <a:uFillTx/>
                <a:latin typeface="Meiryo UI"/>
                <a:ea typeface="Meiryo UI"/>
              </a:rPr>
              <a:t>アドレスとは</a:t>
            </a:r>
            <a:r>
              <a:rPr lang="en-US" sz="1900" b="1" u="none" strike="noStrike">
                <a:solidFill>
                  <a:schemeClr val="dk1"/>
                </a:solidFill>
                <a:effectLst/>
                <a:uFillTx/>
                <a:latin typeface="Meiryo UI"/>
                <a:ea typeface="Meiryo UI"/>
              </a:rPr>
              <a:t>?</a:t>
            </a:r>
            <a:endParaRPr lang="en-US" sz="19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1900" b="1" u="none" strike="noStrike">
                <a:solidFill>
                  <a:schemeClr val="dk1"/>
                </a:solidFill>
                <a:effectLst/>
                <a:uFillTx/>
                <a:latin typeface="Meiryo UI"/>
                <a:ea typeface="Meiryo UI"/>
              </a:rPr>
              <a:t>サブネットマスク</a:t>
            </a:r>
            <a:r>
              <a:rPr lang="en-US" sz="1900" b="1" u="none" strike="noStrike">
                <a:solidFill>
                  <a:schemeClr val="dk1"/>
                </a:solidFill>
                <a:effectLst/>
                <a:uFillTx/>
                <a:latin typeface="Meiryo UI"/>
                <a:ea typeface="Meiryo UI"/>
              </a:rPr>
              <a:t>(</a:t>
            </a:r>
            <a:r>
              <a:rPr lang="ja-JP" sz="1900" b="1" u="none" strike="noStrike">
                <a:solidFill>
                  <a:schemeClr val="dk1"/>
                </a:solidFill>
                <a:effectLst/>
                <a:uFillTx/>
                <a:latin typeface="Meiryo UI"/>
                <a:ea typeface="Meiryo UI"/>
              </a:rPr>
              <a:t>プレフィックス長</a:t>
            </a:r>
            <a:r>
              <a:rPr lang="en-US" sz="1900" b="1" u="none" strike="noStrike">
                <a:solidFill>
                  <a:schemeClr val="dk1"/>
                </a:solidFill>
                <a:effectLst/>
                <a:uFillTx/>
                <a:latin typeface="Meiryo UI"/>
                <a:ea typeface="Meiryo UI"/>
              </a:rPr>
              <a:t>)</a:t>
            </a:r>
            <a:r>
              <a:rPr lang="ja-JP" sz="1900" b="1" u="none" strike="noStrike">
                <a:solidFill>
                  <a:schemeClr val="dk1"/>
                </a:solidFill>
                <a:effectLst/>
                <a:uFillTx/>
                <a:latin typeface="Meiryo UI"/>
                <a:ea typeface="Meiryo UI"/>
              </a:rPr>
              <a:t>とは</a:t>
            </a:r>
            <a:r>
              <a:rPr lang="en-US" sz="1900" b="1" u="none" strike="noStrike">
                <a:solidFill>
                  <a:schemeClr val="dk1"/>
                </a:solidFill>
                <a:effectLst/>
                <a:uFillTx/>
                <a:latin typeface="Meiryo UI"/>
                <a:ea typeface="Meiryo UI"/>
              </a:rPr>
              <a:t>?</a:t>
            </a:r>
            <a:endParaRPr lang="en-US" sz="19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1900" b="1" u="none" strike="noStrike">
                <a:solidFill>
                  <a:schemeClr val="dk1"/>
                </a:solidFill>
                <a:effectLst/>
                <a:uFillTx/>
                <a:latin typeface="Meiryo UI"/>
                <a:ea typeface="Meiryo UI"/>
              </a:rPr>
              <a:t>ホスト部とネットワーク部</a:t>
            </a:r>
            <a:endParaRPr lang="en-US" sz="19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1900" b="1" u="none" strike="noStrike">
                <a:solidFill>
                  <a:schemeClr val="dk1"/>
                </a:solidFill>
                <a:effectLst/>
                <a:uFillTx/>
                <a:latin typeface="Meiryo UI"/>
                <a:ea typeface="Meiryo UI"/>
              </a:rPr>
              <a:t>特別な</a:t>
            </a:r>
            <a:r>
              <a:rPr lang="en-US" sz="1900" b="1" u="none" strike="noStrike">
                <a:solidFill>
                  <a:schemeClr val="dk1"/>
                </a:solidFill>
                <a:effectLst/>
                <a:uFillTx/>
                <a:latin typeface="Meiryo UI"/>
                <a:ea typeface="Meiryo UI"/>
              </a:rPr>
              <a:t>IP</a:t>
            </a:r>
            <a:r>
              <a:rPr lang="ja-JP" sz="1900" b="1" u="none" strike="noStrike">
                <a:solidFill>
                  <a:schemeClr val="dk1"/>
                </a:solidFill>
                <a:effectLst/>
                <a:uFillTx/>
                <a:latin typeface="Meiryo UI"/>
                <a:ea typeface="Meiryo UI"/>
              </a:rPr>
              <a:t>アドレス</a:t>
            </a:r>
            <a:endParaRPr lang="en-US" sz="19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1900" b="1" u="none" strike="noStrike">
                <a:solidFill>
                  <a:schemeClr val="dk1"/>
                </a:solidFill>
                <a:effectLst/>
                <a:uFillTx/>
                <a:latin typeface="Meiryo UI"/>
                <a:ea typeface="Meiryo UI"/>
              </a:rPr>
              <a:t>クラスについて</a:t>
            </a:r>
            <a:endParaRPr lang="en-US" sz="19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1900" b="0" u="none" strike="noStrike">
              <a:solidFill>
                <a:schemeClr val="dk1"/>
              </a:solidFill>
              <a:effectLst/>
              <a:uFillTx/>
              <a:latin typeface="Meiryo UI"/>
            </a:endParaRPr>
          </a:p>
        </p:txBody>
      </p:sp>
      <p:pic>
        <p:nvPicPr>
          <p:cNvPr id="380" name="図プレースホルダー 4" descr="店の名前が書いてある｜｜｜ｐ&#10;&#10;低い精度で自動的に生成された説明"/>
          <p:cNvPicPr/>
          <p:nvPr/>
        </p:nvPicPr>
        <p:blipFill>
          <a:blip r:embed="rId1"/>
          <a:srcRect l="0" t="0" r="0" b="7244"/>
          <a:stretch/>
        </p:blipFill>
        <p:spPr>
          <a:xfrm>
            <a:off x="6095880" y="0"/>
            <a:ext cx="611748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title" hasCustomPrompt="1"/>
          </p:nvPr>
        </p:nvSpPr>
        <p:spPr>
          <a:xfrm>
            <a:off x="6318720" y="5220000"/>
            <a:ext cx="5021280" cy="82152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IPv4</a:t>
            </a:r>
            <a:r>
              <a:rPr lang="ja-JP" sz="4400" b="1" u="none" spc="99" strike="noStrike">
                <a:solidFill>
                  <a:schemeClr val="dk1"/>
                </a:solidFill>
                <a:effectLst/>
                <a:uFillTx/>
                <a:latin typeface="Meiryo UI"/>
                <a:ea typeface="Meiryo UI"/>
              </a:rPr>
              <a:t>アドレスとは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pic>
        <p:nvPicPr>
          <p:cNvPr id="382" name="図 3" descr="挿絵, 記号 が含まれている画像&#10;&#10;自動的に生成された説明"/>
          <p:cNvPicPr/>
          <p:nvPr/>
        </p:nvPicPr>
        <p:blipFill>
          <a:blip r:embed="rId1"/>
          <a:stretch/>
        </p:blipFill>
        <p:spPr>
          <a:xfrm>
            <a:off x="603720" y="1141920"/>
            <a:ext cx="5197680" cy="934920"/>
          </a:xfrm>
          <a:prstGeom prst="rect">
            <a:avLst/>
          </a:prstGeom>
          <a:noFill/>
          <a:ln w="0">
            <a:noFill/>
          </a:ln>
        </p:spPr>
      </p:pic>
      <p:sp>
        <p:nvSpPr>
          <p:cNvPr id="383" name="PlaceHolder 2"/>
          <p:cNvSpPr>
            <a:spLocks noGrp="1"/>
          </p:cNvSpPr>
          <p:nvPr>
            <p:ph hasCustomPrompt="1"/>
          </p:nvPr>
        </p:nvSpPr>
        <p:spPr>
          <a:xfrm>
            <a:off x="594360" y="2810520"/>
            <a:ext cx="5197680" cy="3318840"/>
          </a:xfrm>
          <a:prstGeom prst="rect">
            <a:avLst/>
          </a:prstGeom>
          <a:noFill/>
          <a:ln w="0">
            <a:noFill/>
          </a:ln>
        </p:spPr>
        <p:txBody>
          <a:bodyPr numCol="1" spcCol="0" lIns="91440" tIns="45720" rIns="91440" bIns="45720" anchor="t">
            <a:normAutofit fontScale="92500" lnSpcReduction="9999"/>
          </a:bodyPr>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上の画像のような値で</a:t>
            </a:r>
            <a:r>
              <a:rPr lang="en-US" sz="2000" b="1" u="none" strike="noStrike">
                <a:solidFill>
                  <a:schemeClr val="dk1"/>
                </a:solidFill>
                <a:effectLst/>
                <a:uFillTx/>
                <a:latin typeface="Meiryo UI"/>
                <a:ea typeface="Meiryo UI"/>
              </a:rPr>
              <a:t>32</a:t>
            </a:r>
            <a:r>
              <a:rPr lang="ja-JP" sz="2000" b="1" u="none" strike="noStrike">
                <a:solidFill>
                  <a:schemeClr val="dk1"/>
                </a:solidFill>
                <a:effectLst/>
                <a:uFillTx/>
                <a:latin typeface="Meiryo UI"/>
                <a:ea typeface="Meiryo UI"/>
              </a:rPr>
              <a:t>ビット</a:t>
            </a:r>
            <a:r>
              <a:rPr lang="ja-JP" sz="2000" b="0" u="none" strike="noStrike">
                <a:solidFill>
                  <a:schemeClr val="dk1"/>
                </a:solidFill>
                <a:effectLst/>
                <a:uFillTx/>
                <a:latin typeface="Meiryo UI"/>
                <a:ea typeface="Meiryo UI"/>
              </a:rPr>
              <a:t>で構成されるアドレスで</a:t>
            </a:r>
            <a:r>
              <a:rPr lang="en-US" sz="2000" b="0" u="none" strike="noStrike">
                <a:solidFill>
                  <a:schemeClr val="dk1"/>
                </a:solidFill>
                <a:effectLst/>
                <a:uFillTx/>
                <a:latin typeface="Meiryo UI"/>
                <a:ea typeface="Meiryo UI"/>
              </a:rPr>
              <a:t>8</a:t>
            </a:r>
            <a:r>
              <a:rPr lang="ja-JP" sz="2000" b="0" u="none" strike="noStrike">
                <a:solidFill>
                  <a:schemeClr val="dk1"/>
                </a:solidFill>
                <a:effectLst/>
                <a:uFillTx/>
                <a:latin typeface="Meiryo UI"/>
                <a:ea typeface="Meiryo UI"/>
              </a:rPr>
              <a:t>ビットごとに区切り、</a:t>
            </a:r>
            <a:r>
              <a:rPr lang="en-US" sz="2000" b="0" u="none" strike="noStrike">
                <a:solidFill>
                  <a:schemeClr val="dk1"/>
                </a:solidFill>
                <a:effectLst/>
                <a:uFillTx/>
                <a:latin typeface="Meiryo UI"/>
                <a:ea typeface="Meiryo UI"/>
              </a:rPr>
              <a:t>10</a:t>
            </a:r>
            <a:r>
              <a:rPr lang="ja-JP" sz="2000" b="0" u="none" strike="noStrike">
                <a:solidFill>
                  <a:schemeClr val="dk1"/>
                </a:solidFill>
                <a:effectLst/>
                <a:uFillTx/>
                <a:latin typeface="Meiryo UI"/>
                <a:ea typeface="Meiryo UI"/>
              </a:rPr>
              <a:t>進数で表記されます。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アドレスにプレフィックス長を使って所属しているネットワークを知ることができます。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ドットで区切られている単位</a:t>
            </a:r>
            <a:r>
              <a:rPr lang="en-US" sz="2000" b="0" u="none" strike="noStrike">
                <a:solidFill>
                  <a:schemeClr val="dk1"/>
                </a:solidFill>
                <a:effectLst/>
                <a:uFillTx/>
                <a:latin typeface="Meiryo UI"/>
                <a:ea typeface="Meiryo UI"/>
              </a:rPr>
              <a:t>(8</a:t>
            </a:r>
            <a:r>
              <a:rPr lang="ja-JP" sz="2000" b="0" u="none" strike="noStrike">
                <a:solidFill>
                  <a:schemeClr val="dk1"/>
                </a:solidFill>
                <a:effectLst/>
                <a:uFillTx/>
                <a:latin typeface="Meiryo UI"/>
                <a:ea typeface="Meiryo UI"/>
              </a:rPr>
              <a:t>ビット毎</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をオクテットと呼ぶ事により区切られたどこを指すか伝えやすくなります。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左から第一オクテットと呼ばれ第</a:t>
            </a:r>
            <a:r>
              <a:rPr lang="en-US" sz="2000" b="0" u="none" strike="noStrike">
                <a:solidFill>
                  <a:schemeClr val="dk1"/>
                </a:solidFill>
                <a:effectLst/>
                <a:uFillTx/>
                <a:latin typeface="Meiryo UI"/>
                <a:ea typeface="Meiryo UI"/>
              </a:rPr>
              <a:t>2,</a:t>
            </a:r>
            <a:r>
              <a:rPr lang="ja-JP" sz="2000" b="0" u="none" strike="noStrike">
                <a:solidFill>
                  <a:schemeClr val="dk1"/>
                </a:solidFill>
                <a:effectLst/>
                <a:uFillTx/>
                <a:latin typeface="Meiryo UI"/>
                <a:ea typeface="Meiryo UI"/>
              </a:rPr>
              <a:t>第</a:t>
            </a:r>
            <a:r>
              <a:rPr lang="en-US" sz="2000" b="0" u="none" strike="noStrike">
                <a:solidFill>
                  <a:schemeClr val="dk1"/>
                </a:solidFill>
                <a:effectLst/>
                <a:uFillTx/>
                <a:latin typeface="Meiryo UI"/>
                <a:ea typeface="Meiryo UI"/>
              </a:rPr>
              <a:t>3</a:t>
            </a:r>
            <a:r>
              <a:rPr lang="ja-JP" sz="2000" b="0" u="none" strike="noStrike">
                <a:solidFill>
                  <a:schemeClr val="dk1"/>
                </a:solidFill>
                <a:effectLst/>
                <a:uFillTx/>
                <a:latin typeface="Meiryo UI"/>
                <a:ea typeface="Meiryo UI"/>
              </a:rPr>
              <a:t>と続き一番右が第</a:t>
            </a:r>
            <a:r>
              <a:rPr lang="en-US" sz="2000" b="0" u="none" strike="noStrike">
                <a:solidFill>
                  <a:schemeClr val="dk1"/>
                </a:solidFill>
                <a:effectLst/>
                <a:uFillTx/>
                <a:latin typeface="Meiryo UI"/>
                <a:ea typeface="Meiryo UI"/>
              </a:rPr>
              <a:t>4</a:t>
            </a:r>
            <a:r>
              <a:rPr lang="ja-JP" sz="2000" b="0" u="none" strike="noStrike">
                <a:solidFill>
                  <a:schemeClr val="dk1"/>
                </a:solidFill>
                <a:effectLst/>
                <a:uFillTx/>
                <a:latin typeface="Meiryo UI"/>
                <a:ea typeface="Meiryo UI"/>
              </a:rPr>
              <a:t>オクテットとなります。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title" hasCustomPrompt="1"/>
          </p:nvPr>
        </p:nvSpPr>
        <p:spPr>
          <a:xfrm>
            <a:off x="6318720" y="3499560"/>
            <a:ext cx="5741280" cy="25419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サブネットマスク</a:t>
            </a:r>
            <a:r>
              <a:rPr lang="en-US" sz="4400" b="1" u="none" spc="99" strike="noStrike">
                <a:solidFill>
                  <a:schemeClr val="dk1"/>
                </a:solidFill>
                <a:effectLst/>
                <a:uFillTx/>
                <a:latin typeface="Meiryo UI"/>
                <a:ea typeface="Meiryo UI"/>
              </a:rPr>
              <a:t>(</a:t>
            </a:r>
            <a:r>
              <a:rPr lang="ja-JP" sz="4400" b="1" u="none" spc="99" strike="noStrike">
                <a:solidFill>
                  <a:schemeClr val="dk1"/>
                </a:solidFill>
                <a:effectLst/>
                <a:uFillTx/>
                <a:latin typeface="Meiryo UI"/>
                <a:ea typeface="Meiryo UI"/>
              </a:rPr>
              <a:t>プレフィックス長</a:t>
            </a:r>
            <a:r>
              <a:rPr lang="en-US" sz="4400" b="1" u="none" spc="99" strike="noStrike">
                <a:solidFill>
                  <a:schemeClr val="dk1"/>
                </a:solidFill>
                <a:effectLst/>
                <a:uFillTx/>
                <a:latin typeface="Meiryo UI"/>
                <a:ea typeface="Meiryo UI"/>
              </a:rPr>
              <a:t>)</a:t>
            </a:r>
            <a:r>
              <a:rPr lang="ja-JP" sz="4400" b="1" u="none" spc="99" strike="noStrike">
                <a:solidFill>
                  <a:schemeClr val="dk1"/>
                </a:solidFill>
                <a:effectLst/>
                <a:uFillTx/>
                <a:latin typeface="Meiryo UI"/>
                <a:ea typeface="Meiryo UI"/>
              </a:rPr>
              <a:t>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pic>
        <p:nvPicPr>
          <p:cNvPr id="385" name="図 3"/>
          <p:cNvPicPr/>
          <p:nvPr/>
        </p:nvPicPr>
        <p:blipFill>
          <a:blip r:embed="rId1"/>
          <a:stretch/>
        </p:blipFill>
        <p:spPr>
          <a:xfrm>
            <a:off x="1064160" y="727920"/>
            <a:ext cx="4212000" cy="934920"/>
          </a:xfrm>
          <a:prstGeom prst="rect">
            <a:avLst/>
          </a:prstGeom>
          <a:noFill/>
          <a:ln w="0">
            <a:noFill/>
          </a:ln>
        </p:spPr>
      </p:pic>
      <p:sp>
        <p:nvSpPr>
          <p:cNvPr id="386" name="PlaceHolder 2"/>
          <p:cNvSpPr>
            <a:spLocks noGrp="1"/>
          </p:cNvSpPr>
          <p:nvPr>
            <p:ph hasCustomPrompt="1"/>
          </p:nvPr>
        </p:nvSpPr>
        <p:spPr>
          <a:xfrm>
            <a:off x="594360" y="1796040"/>
            <a:ext cx="5197680" cy="4333320"/>
          </a:xfrm>
          <a:prstGeom prst="rect">
            <a:avLst/>
          </a:prstGeom>
          <a:noFill/>
          <a:ln w="0">
            <a:noFill/>
          </a:ln>
        </p:spPr>
        <p:txBody>
          <a:bodyPr numCol="1" spcCol="0" lIns="91440" tIns="45720" rIns="91440" bIns="45720" anchor="t">
            <a:normAutofit fontScale="85000" lnSpcReduction="19999"/>
          </a:bodyPr>
          <a:p>
            <a:pPr indent="0" algn="l" defTabSz="914400">
              <a:lnSpc>
                <a:spcPct val="90000"/>
              </a:lnSpc>
              <a:spcBef>
                <a:spcPts val="1800"/>
              </a:spcBef>
              <a:spcAft>
                <a:spcPts val="601"/>
              </a:spcAft>
              <a:buNone/>
              <a:tabLst>
                <a:tab pos="0" algn="l"/>
              </a:tabLst>
            </a:pP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アドレスの後に</a:t>
            </a:r>
            <a:r>
              <a:rPr lang="en-US" sz="2000" b="0" u="none" strike="noStrike">
                <a:solidFill>
                  <a:schemeClr val="dk1"/>
                </a:solidFill>
                <a:effectLst/>
                <a:uFillTx/>
                <a:latin typeface="Meiryo UI"/>
                <a:ea typeface="Meiryo UI"/>
              </a:rPr>
              <a:t>[/4]</a:t>
            </a:r>
            <a:r>
              <a:rPr lang="ja-JP" sz="2000" b="0" u="none" strike="noStrike">
                <a:solidFill>
                  <a:schemeClr val="dk1"/>
                </a:solidFill>
                <a:effectLst/>
                <a:uFillTx/>
                <a:latin typeface="Meiryo UI"/>
                <a:ea typeface="Meiryo UI"/>
              </a:rPr>
              <a:t>等の</a:t>
            </a:r>
            <a:r>
              <a:rPr lang="en-US" sz="2000" b="0" u="none" strike="noStrike">
                <a:solidFill>
                  <a:schemeClr val="dk1"/>
                </a:solidFill>
                <a:effectLst/>
                <a:uFillTx/>
                <a:latin typeface="Meiryo UI"/>
                <a:ea typeface="Meiryo UI"/>
              </a:rPr>
              <a:t>[/x]</a:t>
            </a:r>
            <a:r>
              <a:rPr lang="ja-JP" sz="2000" b="0" u="none" strike="noStrike">
                <a:solidFill>
                  <a:schemeClr val="dk1"/>
                </a:solidFill>
                <a:effectLst/>
                <a:uFillTx/>
                <a:latin typeface="Meiryo UI"/>
                <a:ea typeface="Meiryo UI"/>
              </a:rPr>
              <a:t>という表記があることがあります。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これはプレフィックス長と呼ばれサブネットマスクの表記方法の一つです。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後述しますが、プレフィックス長を用いることで、その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アドレスがどのネットワークに所属しているのかを判別することができます。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画像の</a:t>
            </a:r>
            <a:r>
              <a:rPr lang="en-US" sz="2000" b="0" u="none" strike="noStrike">
                <a:solidFill>
                  <a:schemeClr val="dk1"/>
                </a:solidFill>
                <a:effectLst/>
                <a:uFillTx/>
                <a:latin typeface="Meiryo UI"/>
                <a:ea typeface="Meiryo UI"/>
              </a:rPr>
              <a:t>/4</a:t>
            </a:r>
            <a:r>
              <a:rPr lang="ja-JP" sz="2000" b="0" u="none" strike="noStrike">
                <a:solidFill>
                  <a:schemeClr val="dk1"/>
                </a:solidFill>
                <a:effectLst/>
                <a:uFillTx/>
                <a:latin typeface="Meiryo UI"/>
                <a:ea typeface="Meiryo UI"/>
              </a:rPr>
              <a:t>はかなり特殊な例でかなりの大規模ネットワークだと推測できます。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標準なプレフィックス長は特に設定していない家庭規模</a:t>
            </a:r>
            <a:r>
              <a:rPr lang="en-US" sz="2000" b="0" u="none" strike="noStrike">
                <a:solidFill>
                  <a:schemeClr val="dk1"/>
                </a:solidFill>
                <a:effectLst/>
                <a:uFillTx/>
                <a:latin typeface="Meiryo UI"/>
                <a:ea typeface="Meiryo UI"/>
              </a:rPr>
              <a:t>LAN</a:t>
            </a:r>
            <a:r>
              <a:rPr lang="ja-JP" sz="2000" b="0" u="none" strike="noStrike">
                <a:solidFill>
                  <a:schemeClr val="dk1"/>
                </a:solidFill>
                <a:effectLst/>
                <a:uFillTx/>
                <a:latin typeface="Meiryo UI"/>
                <a:ea typeface="Meiryo UI"/>
              </a:rPr>
              <a:t>であれば</a:t>
            </a:r>
            <a:r>
              <a:rPr lang="en-US" sz="2000" b="0" u="none" strike="noStrike">
                <a:solidFill>
                  <a:schemeClr val="dk1"/>
                </a:solidFill>
                <a:effectLst/>
                <a:uFillTx/>
                <a:latin typeface="Meiryo UI"/>
                <a:ea typeface="Meiryo UI"/>
              </a:rPr>
              <a:t>/24</a:t>
            </a:r>
            <a:r>
              <a:rPr lang="ja-JP" sz="2000" b="0" u="none" strike="noStrike">
                <a:solidFill>
                  <a:schemeClr val="dk1"/>
                </a:solidFill>
                <a:effectLst/>
                <a:uFillTx/>
                <a:latin typeface="Meiryo UI"/>
                <a:ea typeface="Meiryo UI"/>
              </a:rPr>
              <a:t>が殆どです。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en-US" sz="2000" b="0" u="none" strike="noStrike">
                <a:solidFill>
                  <a:schemeClr val="dk1"/>
                </a:solidFill>
                <a:effectLst/>
                <a:uFillTx/>
                <a:latin typeface="Meiryo UI"/>
                <a:ea typeface="Meiryo UI"/>
              </a:rPr>
              <a:t>/x</a:t>
            </a:r>
            <a:r>
              <a:rPr lang="ja-JP" sz="2000" b="0" u="none" strike="noStrike">
                <a:solidFill>
                  <a:schemeClr val="dk1"/>
                </a:solidFill>
                <a:effectLst/>
                <a:uFillTx/>
                <a:latin typeface="Meiryo UI"/>
                <a:ea typeface="Meiryo UI"/>
              </a:rPr>
              <a:t>は何をさしているかというのはサブネットマスクを</a:t>
            </a:r>
            <a:r>
              <a:rPr lang="en-US" sz="2000" b="0" u="none" strike="noStrike">
                <a:solidFill>
                  <a:schemeClr val="dk1"/>
                </a:solidFill>
                <a:effectLst/>
                <a:uFillTx/>
                <a:latin typeface="Meiryo UI"/>
                <a:ea typeface="Meiryo UI"/>
              </a:rPr>
              <a:t>2</a:t>
            </a:r>
            <a:r>
              <a:rPr lang="ja-JP" sz="2000" b="0" u="none" strike="noStrike">
                <a:solidFill>
                  <a:schemeClr val="dk1"/>
                </a:solidFill>
                <a:effectLst/>
                <a:uFillTx/>
                <a:latin typeface="Meiryo UI"/>
                <a:ea typeface="Meiryo UI"/>
              </a:rPr>
              <a:t>進数表記をした時に左から</a:t>
            </a:r>
            <a:r>
              <a:rPr lang="en-US" sz="2000" b="0" u="none" strike="noStrike">
                <a:solidFill>
                  <a:schemeClr val="dk1"/>
                </a:solidFill>
                <a:effectLst/>
                <a:uFillTx/>
                <a:latin typeface="Meiryo UI"/>
                <a:ea typeface="Meiryo UI"/>
              </a:rPr>
              <a:t>1</a:t>
            </a:r>
            <a:r>
              <a:rPr lang="ja-JP" sz="2000" b="0" u="none" strike="noStrike">
                <a:solidFill>
                  <a:schemeClr val="dk1"/>
                </a:solidFill>
                <a:effectLst/>
                <a:uFillTx/>
                <a:latin typeface="Meiryo UI"/>
                <a:ea typeface="Meiryo UI"/>
              </a:rPr>
              <a:t>が立っている箇所までの数字で</a:t>
            </a:r>
            <a:r>
              <a:rPr lang="en-US" sz="2000" b="0" u="none" strike="noStrike">
                <a:solidFill>
                  <a:schemeClr val="dk1"/>
                </a:solidFill>
                <a:effectLst/>
                <a:uFillTx/>
                <a:latin typeface="Meiryo UI"/>
                <a:ea typeface="Meiryo UI"/>
              </a:rPr>
              <a:t>/24</a:t>
            </a:r>
            <a:r>
              <a:rPr lang="ja-JP" sz="2000" b="0" u="none" strike="noStrike">
                <a:solidFill>
                  <a:schemeClr val="dk1"/>
                </a:solidFill>
                <a:effectLst/>
                <a:uFillTx/>
                <a:latin typeface="Meiryo UI"/>
                <a:ea typeface="Meiryo UI"/>
              </a:rPr>
              <a:t>であれば</a:t>
            </a:r>
            <a:r>
              <a:rPr lang="en-US" sz="2000" b="0" u="none" strike="noStrike">
                <a:solidFill>
                  <a:schemeClr val="dk1"/>
                </a:solidFill>
                <a:effectLst/>
                <a:uFillTx/>
                <a:latin typeface="Meiryo UI"/>
                <a:ea typeface="Meiryo UI"/>
              </a:rPr>
              <a:t>255.255.255.0</a:t>
            </a:r>
            <a:r>
              <a:rPr lang="ja-JP" sz="2000" b="0" u="none" strike="noStrike">
                <a:solidFill>
                  <a:schemeClr val="dk1"/>
                </a:solidFill>
                <a:effectLst/>
                <a:uFillTx/>
                <a:latin typeface="Meiryo UI"/>
                <a:ea typeface="Meiryo UI"/>
              </a:rPr>
              <a:t>で</a:t>
            </a:r>
            <a:r>
              <a:rPr lang="en-US" sz="2000" b="0" u="none" strike="noStrike">
                <a:solidFill>
                  <a:schemeClr val="dk1"/>
                </a:solidFill>
                <a:effectLst/>
                <a:uFillTx/>
                <a:latin typeface="Meiryo UI"/>
                <a:ea typeface="Meiryo UI"/>
              </a:rPr>
              <a:t>/4</a:t>
            </a:r>
            <a:r>
              <a:rPr lang="ja-JP" sz="2000" b="0" u="none" strike="noStrike">
                <a:solidFill>
                  <a:schemeClr val="dk1"/>
                </a:solidFill>
                <a:effectLst/>
                <a:uFillTx/>
                <a:latin typeface="Meiryo UI"/>
                <a:ea typeface="Meiryo UI"/>
              </a:rPr>
              <a:t>は</a:t>
            </a:r>
            <a:r>
              <a:rPr lang="en-US" sz="2000" b="0" u="none" strike="noStrike">
                <a:solidFill>
                  <a:schemeClr val="dk1"/>
                </a:solidFill>
                <a:effectLst/>
                <a:uFillTx/>
                <a:latin typeface="Meiryo UI"/>
                <a:ea typeface="Meiryo UI"/>
              </a:rPr>
              <a:t>255.0.0.0</a:t>
            </a:r>
            <a:r>
              <a:rPr lang="ja-JP" sz="2000" b="0" u="none" strike="noStrike">
                <a:solidFill>
                  <a:schemeClr val="dk1"/>
                </a:solidFill>
                <a:effectLst/>
                <a:uFillTx/>
                <a:latin typeface="Meiryo UI"/>
                <a:ea typeface="Meiryo UI"/>
              </a:rPr>
              <a:t>がサブネットマスクです。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ネットワーク部とホスト部</a:t>
            </a:r>
            <a:endParaRPr lang="en-US" sz="4400" b="1" u="none" spc="99" strike="noStrike">
              <a:solidFill>
                <a:schemeClr val="dk1"/>
              </a:solidFill>
              <a:effectLst/>
              <a:uFillTx/>
              <a:latin typeface="Meiryo UI"/>
            </a:endParaRPr>
          </a:p>
        </p:txBody>
      </p:sp>
      <p:sp>
        <p:nvSpPr>
          <p:cNvPr id="388" name="PlaceHolder 2"/>
          <p:cNvSpPr>
            <a:spLocks noGrp="1"/>
          </p:cNvSpPr>
          <p:nvPr>
            <p:ph hasCustomPrompt="1"/>
          </p:nvPr>
        </p:nvSpPr>
        <p:spPr>
          <a:xfrm>
            <a:off x="1159200" y="3951360"/>
            <a:ext cx="10307880" cy="2628360"/>
          </a:xfrm>
          <a:prstGeom prst="rect">
            <a:avLst/>
          </a:prstGeom>
          <a:noFill/>
          <a:ln w="0">
            <a:noFill/>
          </a:ln>
        </p:spPr>
        <p:txBody>
          <a:bodyPr numCol="1" spcCol="0" lIns="91440" tIns="45720" rIns="91440" bIns="45720" anchor="t">
            <a:normAutofit fontScale="85000" lnSpcReduction="9999"/>
          </a:bodyPr>
          <a:p>
            <a:pPr indent="0" algn="l" defTabSz="914400">
              <a:lnSpc>
                <a:spcPct val="90000"/>
              </a:lnSpc>
              <a:spcBef>
                <a:spcPts val="1800"/>
              </a:spcBef>
              <a:spcAft>
                <a:spcPts val="601"/>
              </a:spcAft>
              <a:buNone/>
              <a:tabLst>
                <a:tab pos="0" algn="l"/>
              </a:tabLst>
            </a:pPr>
            <a:r>
              <a:rPr lang="en-US" sz="2000" b="0" u="none" strike="noStrike">
                <a:solidFill>
                  <a:schemeClr val="dk1"/>
                </a:solidFill>
                <a:effectLst/>
                <a:uFillTx/>
                <a:latin typeface="Meiryo UI"/>
                <a:ea typeface="Meiryo UI"/>
              </a:rPr>
              <a:t>IPv4</a:t>
            </a:r>
            <a:r>
              <a:rPr lang="ja-JP" sz="2000" b="0" u="none" strike="noStrike">
                <a:solidFill>
                  <a:schemeClr val="dk1"/>
                </a:solidFill>
                <a:effectLst/>
                <a:uFillTx/>
                <a:latin typeface="Meiryo UI"/>
                <a:ea typeface="Meiryo UI"/>
              </a:rPr>
              <a:t>アドレスにはネットワーク部とホスト部と呼ばれる領域が存在してネットワーク部でその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アドレスがどこのネットワークに所属しているか決まります。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ホスト部はそのネットワーク内の個々のノードに割り当てられて各ノードをネットワーク内で一意に識別する事ができます。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サブネットマスク</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プレフィックス長</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を使う事でどこまでがネットワーク部か知ることができます。</a:t>
            </a:r>
            <a:endParaRPr lang="en-US" sz="2000" b="0" u="none" strike="noStrike">
              <a:solidFill>
                <a:schemeClr val="dk1"/>
              </a:solidFill>
              <a:effectLst/>
              <a:uFillTx/>
              <a:latin typeface="Meiryo UI"/>
            </a:endParaRPr>
          </a:p>
          <a:p>
            <a:pPr indent="0" algn="l" defTabSz="914400">
              <a:lnSpc>
                <a:spcPct val="90000"/>
              </a:lnSpc>
              <a:spcBef>
                <a:spcPts val="1800"/>
              </a:spcBef>
              <a:spcAft>
                <a:spcPts val="601"/>
              </a:spcAft>
              <a:buNone/>
              <a:tabLst>
                <a:tab pos="0" algn="l"/>
              </a:tabLst>
            </a:pPr>
            <a:r>
              <a:rPr lang="ja-JP" sz="2000" b="0" u="none" strike="noStrike">
                <a:solidFill>
                  <a:schemeClr val="dk1"/>
                </a:solidFill>
                <a:effectLst/>
                <a:uFillTx/>
                <a:latin typeface="Meiryo UI"/>
                <a:ea typeface="Meiryo UI"/>
              </a:rPr>
              <a:t>画像は第</a:t>
            </a:r>
            <a:r>
              <a:rPr lang="en-US" sz="2000" b="0" u="none" strike="noStrike">
                <a:solidFill>
                  <a:schemeClr val="dk1"/>
                </a:solidFill>
                <a:effectLst/>
                <a:uFillTx/>
                <a:latin typeface="Meiryo UI"/>
                <a:ea typeface="Meiryo UI"/>
              </a:rPr>
              <a:t>2</a:t>
            </a:r>
            <a:r>
              <a:rPr lang="ja-JP" sz="2000" b="0" u="none" strike="noStrike">
                <a:solidFill>
                  <a:schemeClr val="dk1"/>
                </a:solidFill>
                <a:effectLst/>
                <a:uFillTx/>
                <a:latin typeface="Meiryo UI"/>
                <a:ea typeface="Meiryo UI"/>
              </a:rPr>
              <a:t>オクテットまでがネットワーク部とあるので</a:t>
            </a:r>
            <a:r>
              <a:rPr lang="en-US" sz="2000" b="0" u="none" strike="noStrike">
                <a:solidFill>
                  <a:schemeClr val="dk1"/>
                </a:solidFill>
                <a:effectLst/>
                <a:uFillTx/>
                <a:latin typeface="Meiryo UI"/>
                <a:ea typeface="Meiryo UI"/>
              </a:rPr>
              <a:t>255.255.0.0(/16)</a:t>
            </a:r>
            <a:r>
              <a:rPr lang="ja-JP" sz="2000" b="0" u="none" strike="noStrike">
                <a:solidFill>
                  <a:schemeClr val="dk1"/>
                </a:solidFill>
                <a:effectLst/>
                <a:uFillTx/>
                <a:latin typeface="Meiryo UI"/>
                <a:ea typeface="Meiryo UI"/>
              </a:rPr>
              <a:t>がサブネットマスクです。</a:t>
            </a:r>
            <a:endParaRPr lang="en-US" sz="2000" b="0" u="none" strike="noStrike">
              <a:solidFill>
                <a:schemeClr val="dk1"/>
              </a:solidFill>
              <a:effectLst/>
              <a:uFillTx/>
              <a:latin typeface="Meiryo UI"/>
            </a:endParaRPr>
          </a:p>
        </p:txBody>
      </p:sp>
      <p:pic>
        <p:nvPicPr>
          <p:cNvPr id="389" name="図 3"/>
          <p:cNvPicPr/>
          <p:nvPr/>
        </p:nvPicPr>
        <p:blipFill>
          <a:blip r:embed="rId1"/>
          <a:stretch/>
        </p:blipFill>
        <p:spPr>
          <a:xfrm>
            <a:off x="3914640" y="1708920"/>
            <a:ext cx="6311520" cy="2029680"/>
          </a:xfrm>
          <a:prstGeom prst="rect">
            <a:avLst/>
          </a:prstGeom>
          <a:noFill/>
          <a:ln w="0">
            <a:noFill/>
          </a:ln>
        </p:spPr>
      </p:pic>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特別な</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a:t>
            </a:r>
            <a:endParaRPr lang="en-US" sz="4400" b="1" u="none" spc="99" strike="noStrike">
              <a:solidFill>
                <a:schemeClr val="dk1"/>
              </a:solidFill>
              <a:effectLst/>
              <a:uFillTx/>
              <a:latin typeface="Meiryo UI"/>
            </a:endParaRPr>
          </a:p>
        </p:txBody>
      </p:sp>
      <p:sp>
        <p:nvSpPr>
          <p:cNvPr id="391" name="PlaceHolder 2"/>
          <p:cNvSpPr>
            <a:spLocks noGrp="1"/>
          </p:cNvSpPr>
          <p:nvPr>
            <p:ph hasCustomPrompt="1"/>
          </p:nvPr>
        </p:nvSpPr>
        <p:spPr>
          <a:xfrm>
            <a:off x="1159200" y="3592440"/>
            <a:ext cx="10307880" cy="2987280"/>
          </a:xfrm>
          <a:prstGeom prst="rect">
            <a:avLst/>
          </a:prstGeom>
          <a:noFill/>
          <a:ln w="0">
            <a:noFill/>
          </a:ln>
        </p:spPr>
        <p:txBody>
          <a:bodyPr numCol="1" spcCol="0" lIns="91440" tIns="45720" rIns="91440" bIns="45720" anchor="t">
            <a:normAutofit fontScale="85000" lnSpcReduction="19999"/>
          </a:bodyPr>
          <a:p>
            <a:pPr indent="0" algn="l" defTabSz="914400">
              <a:lnSpc>
                <a:spcPct val="90000"/>
              </a:lnSpc>
              <a:spcBef>
                <a:spcPts val="1800"/>
              </a:spcBef>
              <a:buNone/>
              <a:tabLst>
                <a:tab pos="0" algn="l"/>
              </a:tabLst>
            </a:pPr>
            <a:r>
              <a:rPr lang="en-US" sz="2000" b="1" u="none" strike="noStrike">
                <a:solidFill>
                  <a:schemeClr val="dk1"/>
                </a:solidFill>
                <a:effectLst/>
                <a:uFillTx/>
                <a:latin typeface="Meiryo UI"/>
                <a:ea typeface="Meiryo UI"/>
              </a:rPr>
              <a:t>IPv4</a:t>
            </a:r>
            <a:r>
              <a:rPr lang="ja-JP" sz="2000" b="1" u="none" strike="noStrike">
                <a:solidFill>
                  <a:schemeClr val="dk1"/>
                </a:solidFill>
                <a:effectLst/>
                <a:uFillTx/>
                <a:latin typeface="Meiryo UI"/>
                <a:ea typeface="Meiryo UI"/>
              </a:rPr>
              <a:t>アドレスには、ネットワークごとに特別な意味を持つ</a:t>
            </a: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アドレスが存在します。</a:t>
            </a:r>
            <a:br>
              <a:rPr sz="2000"/>
            </a:br>
            <a:r>
              <a:rPr lang="ja-JP" sz="2000" b="0" u="none" strike="noStrike">
                <a:solidFill>
                  <a:schemeClr val="dk1"/>
                </a:solidFill>
                <a:effectLst/>
                <a:uFillTx/>
                <a:latin typeface="Meiryo UI"/>
                <a:ea typeface="Meiryo UI"/>
              </a:rPr>
              <a:t>これらのアドレスは、</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アドレスとサブネットマスクを用いることで算出できます。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ある</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アドレスとサブネットマスクを</a:t>
            </a:r>
            <a:r>
              <a:rPr lang="en-US" sz="2000" b="0" u="none" strike="noStrike">
                <a:solidFill>
                  <a:schemeClr val="dk1"/>
                </a:solidFill>
                <a:effectLst/>
                <a:uFillTx/>
                <a:latin typeface="Meiryo UI"/>
                <a:ea typeface="Meiryo UI"/>
              </a:rPr>
              <a:t>2</a:t>
            </a:r>
            <a:r>
              <a:rPr lang="ja-JP" sz="2000" b="0" u="none" strike="noStrike">
                <a:solidFill>
                  <a:schemeClr val="dk1"/>
                </a:solidFill>
                <a:effectLst/>
                <a:uFillTx/>
                <a:latin typeface="Meiryo UI"/>
                <a:ea typeface="Meiryo UI"/>
              </a:rPr>
              <a:t>進数に変換し、マスク演算（</a:t>
            </a:r>
            <a:r>
              <a:rPr lang="en-US" sz="2000" b="0" u="none" strike="noStrike">
                <a:solidFill>
                  <a:schemeClr val="dk1"/>
                </a:solidFill>
                <a:effectLst/>
                <a:uFillTx/>
                <a:latin typeface="Meiryo UI"/>
                <a:ea typeface="Meiryo UI"/>
              </a:rPr>
              <a:t>AND</a:t>
            </a:r>
            <a:r>
              <a:rPr lang="ja-JP" sz="2000" b="0" u="none" strike="noStrike">
                <a:solidFill>
                  <a:schemeClr val="dk1"/>
                </a:solidFill>
                <a:effectLst/>
                <a:uFillTx/>
                <a:latin typeface="Meiryo UI"/>
                <a:ea typeface="Meiryo UI"/>
              </a:rPr>
              <a:t>演算）を行うことで得られるアドレスは、ホスト部がすべて</a:t>
            </a:r>
            <a:r>
              <a:rPr lang="en-US" sz="2000" b="0" u="none" strike="noStrike">
                <a:solidFill>
                  <a:schemeClr val="dk1"/>
                </a:solidFill>
                <a:effectLst/>
                <a:uFillTx/>
                <a:latin typeface="Meiryo UI"/>
                <a:ea typeface="Meiryo UI"/>
              </a:rPr>
              <a:t>0</a:t>
            </a:r>
            <a:r>
              <a:rPr lang="ja-JP" sz="2000" b="0" u="none" strike="noStrike">
                <a:solidFill>
                  <a:schemeClr val="dk1"/>
                </a:solidFill>
                <a:effectLst/>
                <a:uFillTx/>
                <a:latin typeface="Meiryo UI"/>
                <a:ea typeface="Meiryo UI"/>
              </a:rPr>
              <a:t>になります。</a:t>
            </a:r>
            <a:br>
              <a:rPr sz="2000"/>
            </a:br>
            <a:r>
              <a:rPr lang="ja-JP" sz="2000" b="0" u="none" strike="noStrike">
                <a:solidFill>
                  <a:schemeClr val="dk1"/>
                </a:solidFill>
                <a:effectLst/>
                <a:uFillTx/>
                <a:latin typeface="Meiryo UI"/>
                <a:ea typeface="Meiryo UI"/>
              </a:rPr>
              <a:t>この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a:t>
            </a:r>
            <a:r>
              <a:rPr lang="ja-JP" sz="2000" b="1" u="none" strike="noStrike">
                <a:solidFill>
                  <a:schemeClr val="dk1"/>
                </a:solidFill>
                <a:effectLst/>
                <a:uFillTx/>
                <a:latin typeface="Meiryo UI"/>
                <a:ea typeface="Meiryo UI"/>
              </a:rPr>
              <a:t>ネットワークアドレス</a:t>
            </a:r>
            <a:r>
              <a:rPr lang="ja-JP" sz="2000" b="0" u="none" strike="noStrike">
                <a:solidFill>
                  <a:schemeClr val="dk1"/>
                </a:solidFill>
                <a:effectLst/>
                <a:uFillTx/>
                <a:latin typeface="Meiryo UI"/>
                <a:ea typeface="Meiryo UI"/>
              </a:rPr>
              <a:t>と呼びその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アドレスが所属するネットワーク自体を指します。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また、ホスト部がすべて</a:t>
            </a:r>
            <a:r>
              <a:rPr lang="en-US" sz="2000" b="0" u="none" strike="noStrike">
                <a:solidFill>
                  <a:schemeClr val="dk1"/>
                </a:solidFill>
                <a:effectLst/>
                <a:uFillTx/>
                <a:latin typeface="Meiryo UI"/>
                <a:ea typeface="Meiryo UI"/>
              </a:rPr>
              <a:t>1</a:t>
            </a:r>
            <a:r>
              <a:rPr lang="ja-JP" sz="2000" b="0" u="none" strike="noStrike">
                <a:solidFill>
                  <a:schemeClr val="dk1"/>
                </a:solidFill>
                <a:effectLst/>
                <a:uFillTx/>
                <a:latin typeface="Meiryo UI"/>
                <a:ea typeface="Meiryo UI"/>
              </a:rPr>
              <a:t>となる</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a:t>
            </a:r>
            <a:r>
              <a:rPr lang="ja-JP" sz="2000" b="1" u="none" strike="noStrike">
                <a:solidFill>
                  <a:schemeClr val="dk1"/>
                </a:solidFill>
                <a:effectLst/>
                <a:uFillTx/>
                <a:latin typeface="Meiryo UI"/>
                <a:ea typeface="Meiryo UI"/>
              </a:rPr>
              <a:t>ブロードキャストアドレス</a:t>
            </a:r>
            <a:r>
              <a:rPr lang="ja-JP" sz="2000" b="0" u="none" strike="noStrike">
                <a:solidFill>
                  <a:schemeClr val="dk1"/>
                </a:solidFill>
                <a:effectLst/>
                <a:uFillTx/>
                <a:latin typeface="Meiryo UI"/>
                <a:ea typeface="Meiryo UI"/>
              </a:rPr>
              <a:t>と呼びます。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例えば、プレフィックス長が </a:t>
            </a:r>
            <a:r>
              <a:rPr lang="en-US" sz="2000" b="1" u="none" strike="noStrike">
                <a:solidFill>
                  <a:schemeClr val="dk1"/>
                </a:solidFill>
                <a:effectLst/>
                <a:uFillTx/>
                <a:latin typeface="Meiryo UI"/>
                <a:ea typeface="Meiryo UI"/>
              </a:rPr>
              <a:t>/24</a:t>
            </a:r>
            <a:r>
              <a:rPr lang="en-US" sz="2000" b="0" u="none" strike="noStrike">
                <a:solidFill>
                  <a:schemeClr val="dk1"/>
                </a:solidFill>
                <a:effectLst/>
                <a:uFillTx/>
                <a:latin typeface="Meiryo UI"/>
                <a:ea typeface="Meiryo UI"/>
              </a:rPr>
              <a:t> </a:t>
            </a:r>
            <a:r>
              <a:rPr lang="ja-JP" sz="2000" b="0" u="none" strike="noStrike">
                <a:solidFill>
                  <a:schemeClr val="dk1"/>
                </a:solidFill>
                <a:effectLst/>
                <a:uFillTx/>
                <a:latin typeface="Meiryo UI"/>
                <a:ea typeface="Meiryo UI"/>
              </a:rPr>
              <a:t>の場合、ネットワークアドレスは第</a:t>
            </a:r>
            <a:r>
              <a:rPr lang="en-US" sz="2000" b="0" u="none" strike="noStrike">
                <a:solidFill>
                  <a:schemeClr val="dk1"/>
                </a:solidFill>
                <a:effectLst/>
                <a:uFillTx/>
                <a:latin typeface="Meiryo UI"/>
                <a:ea typeface="Meiryo UI"/>
              </a:rPr>
              <a:t>4</a:t>
            </a:r>
            <a:r>
              <a:rPr lang="ja-JP" sz="2000" b="0" u="none" strike="noStrike">
                <a:solidFill>
                  <a:schemeClr val="dk1"/>
                </a:solidFill>
                <a:effectLst/>
                <a:uFillTx/>
                <a:latin typeface="Meiryo UI"/>
                <a:ea typeface="Meiryo UI"/>
              </a:rPr>
              <a:t>オクテットが </a:t>
            </a:r>
            <a:r>
              <a:rPr lang="en-US" sz="2000" b="1" u="none" strike="noStrike">
                <a:solidFill>
                  <a:schemeClr val="dk1"/>
                </a:solidFill>
                <a:effectLst/>
                <a:uFillTx/>
                <a:latin typeface="Meiryo UI"/>
                <a:ea typeface="Meiryo UI"/>
              </a:rPr>
              <a:t>0</a:t>
            </a:r>
            <a:r>
              <a:rPr lang="ja-JP" sz="2000" b="0" u="none" strike="noStrike">
                <a:solidFill>
                  <a:schemeClr val="dk1"/>
                </a:solidFill>
                <a:effectLst/>
                <a:uFillTx/>
                <a:latin typeface="Meiryo UI"/>
                <a:ea typeface="Meiryo UI"/>
              </a:rPr>
              <a:t>、ブロードキャストアドレスは第</a:t>
            </a:r>
            <a:r>
              <a:rPr lang="en-US" sz="2000" b="0" u="none" strike="noStrike">
                <a:solidFill>
                  <a:schemeClr val="dk1"/>
                </a:solidFill>
                <a:effectLst/>
                <a:uFillTx/>
                <a:latin typeface="Meiryo UI"/>
                <a:ea typeface="Meiryo UI"/>
              </a:rPr>
              <a:t>4</a:t>
            </a:r>
            <a:r>
              <a:rPr lang="ja-JP" sz="2000" b="0" u="none" strike="noStrike">
                <a:solidFill>
                  <a:schemeClr val="dk1"/>
                </a:solidFill>
                <a:effectLst/>
                <a:uFillTx/>
                <a:latin typeface="Meiryo UI"/>
                <a:ea typeface="Meiryo UI"/>
              </a:rPr>
              <a:t>オクテットが </a:t>
            </a:r>
            <a:r>
              <a:rPr lang="en-US" sz="2000" b="1" u="none" strike="noStrike">
                <a:solidFill>
                  <a:schemeClr val="dk1"/>
                </a:solidFill>
                <a:effectLst/>
                <a:uFillTx/>
                <a:latin typeface="Meiryo UI"/>
                <a:ea typeface="Meiryo UI"/>
              </a:rPr>
              <a:t>255</a:t>
            </a:r>
            <a:r>
              <a:rPr lang="en-US" sz="2000" b="0" u="none" strike="noStrike">
                <a:solidFill>
                  <a:schemeClr val="dk1"/>
                </a:solidFill>
                <a:effectLst/>
                <a:uFillTx/>
                <a:latin typeface="Meiryo UI"/>
                <a:ea typeface="Meiryo UI"/>
              </a:rPr>
              <a:t> </a:t>
            </a:r>
            <a:r>
              <a:rPr lang="ja-JP" sz="2000" b="0" u="none" strike="noStrike">
                <a:solidFill>
                  <a:schemeClr val="dk1"/>
                </a:solidFill>
                <a:effectLst/>
                <a:uFillTx/>
                <a:latin typeface="Meiryo UI"/>
                <a:ea typeface="Meiryo UI"/>
              </a:rPr>
              <a:t>となります。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これら</a:t>
            </a:r>
            <a:r>
              <a:rPr lang="en-US" sz="2000" b="0" u="none" strike="noStrike">
                <a:solidFill>
                  <a:schemeClr val="dk1"/>
                </a:solidFill>
                <a:effectLst/>
                <a:uFillTx/>
                <a:latin typeface="Meiryo UI"/>
                <a:ea typeface="Meiryo UI"/>
              </a:rPr>
              <a:t>2</a:t>
            </a:r>
            <a:r>
              <a:rPr lang="ja-JP" sz="2000" b="0" u="none" strike="noStrike">
                <a:solidFill>
                  <a:schemeClr val="dk1"/>
                </a:solidFill>
                <a:effectLst/>
                <a:uFillTx/>
                <a:latin typeface="Meiryo UI"/>
                <a:ea typeface="Meiryo UI"/>
              </a:rPr>
              <a:t>種類のアドレスはネットワークにおいて重要な役割を持つため、ホストに割り当てることはできません。</a:t>
            </a:r>
            <a:endParaRPr lang="en-US" sz="2000" b="0" u="none" strike="noStrike">
              <a:solidFill>
                <a:schemeClr val="dk1"/>
              </a:solidFill>
              <a:effectLst/>
              <a:uFillTx/>
              <a:latin typeface="Meiryo UI"/>
            </a:endParaRPr>
          </a:p>
        </p:txBody>
      </p:sp>
      <p:pic>
        <p:nvPicPr>
          <p:cNvPr id="392" name="図 3"/>
          <p:cNvPicPr/>
          <p:nvPr/>
        </p:nvPicPr>
        <p:blipFill>
          <a:blip r:embed="rId1"/>
          <a:stretch/>
        </p:blipFill>
        <p:spPr>
          <a:xfrm>
            <a:off x="3914640" y="1708920"/>
            <a:ext cx="6311520" cy="2029680"/>
          </a:xfrm>
          <a:prstGeom prst="rect">
            <a:avLst/>
          </a:prstGeom>
          <a:noFill/>
          <a:ln w="0">
            <a:noFill/>
          </a:ln>
        </p:spPr>
      </p:pic>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クラスとは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pic>
        <p:nvPicPr>
          <p:cNvPr id="394" name="図 3"/>
          <p:cNvPicPr/>
          <p:nvPr/>
        </p:nvPicPr>
        <p:blipFill>
          <a:blip r:embed="rId1"/>
          <a:srcRect l="0" t="2419" r="0" b="2419"/>
          <a:stretch/>
        </p:blipFill>
        <p:spPr>
          <a:xfrm>
            <a:off x="81000" y="2772720"/>
            <a:ext cx="7538040" cy="2424240"/>
          </a:xfrm>
          <a:prstGeom prst="rect">
            <a:avLst/>
          </a:prstGeom>
          <a:noFill/>
          <a:ln w="0">
            <a:noFill/>
          </a:ln>
        </p:spPr>
      </p:pic>
      <p:sp>
        <p:nvSpPr>
          <p:cNvPr id="395" name="PlaceHolder 2"/>
          <p:cNvSpPr>
            <a:spLocks noGrp="1"/>
          </p:cNvSpPr>
          <p:nvPr>
            <p:ph hasCustomPrompt="1"/>
          </p:nvPr>
        </p:nvSpPr>
        <p:spPr>
          <a:xfrm>
            <a:off x="7620120" y="2676600"/>
            <a:ext cx="3946320" cy="3596760"/>
          </a:xfrm>
          <a:prstGeom prst="rect">
            <a:avLst/>
          </a:prstGeom>
          <a:noFill/>
          <a:ln w="0">
            <a:noFill/>
          </a:ln>
        </p:spPr>
        <p:txBody>
          <a:bodyPr numCol="1" spcCol="0" lIns="91440" tIns="45720" rIns="91440" bIns="45720" anchor="t">
            <a:normAutofit fontScale="92500" lnSpcReduction="9999"/>
          </a:bodyPr>
          <a:p>
            <a:pPr indent="0" algn="l" defTabSz="914400">
              <a:lnSpc>
                <a:spcPct val="90000"/>
              </a:lnSpc>
              <a:spcBef>
                <a:spcPts val="1800"/>
              </a:spcBef>
              <a:buNone/>
              <a:tabLst>
                <a:tab pos="0" algn="l"/>
              </a:tabLst>
            </a:pPr>
            <a:r>
              <a:rPr lang="ja-JP" sz="1700" b="0" u="none" strike="noStrike">
                <a:solidFill>
                  <a:schemeClr val="dk1"/>
                </a:solidFill>
                <a:effectLst/>
                <a:uFillTx/>
                <a:latin typeface="Meiryo UI"/>
                <a:ea typeface="Meiryo UI"/>
              </a:rPr>
              <a:t>古いネットワークでは左の画像のようにクラスという概念でネットワークの規模が決まっていましたが現在は</a:t>
            </a:r>
            <a:r>
              <a:rPr lang="en-US" sz="1700" b="0" u="none" strike="noStrike">
                <a:solidFill>
                  <a:schemeClr val="dk1"/>
                </a:solidFill>
                <a:effectLst/>
                <a:uFillTx/>
                <a:latin typeface="Meiryo UI"/>
                <a:ea typeface="Meiryo UI"/>
              </a:rPr>
              <a:t>CIDR(</a:t>
            </a:r>
            <a:r>
              <a:rPr lang="ja-JP" sz="1700" b="0" u="none" strike="noStrike">
                <a:solidFill>
                  <a:schemeClr val="dk1"/>
                </a:solidFill>
                <a:effectLst/>
                <a:uFillTx/>
                <a:latin typeface="Meiryo UI"/>
                <a:ea typeface="Meiryo UI"/>
              </a:rPr>
              <a:t>サイダー</a:t>
            </a:r>
            <a:r>
              <a:rPr lang="en-US" sz="1700" b="0" u="none" strike="noStrike">
                <a:solidFill>
                  <a:schemeClr val="dk1"/>
                </a:solidFill>
                <a:effectLst/>
                <a:uFillTx/>
                <a:latin typeface="Meiryo UI"/>
                <a:ea typeface="Meiryo UI"/>
              </a:rPr>
              <a:t>)</a:t>
            </a:r>
            <a:r>
              <a:rPr lang="ja-JP" sz="1700" b="0" u="none" strike="noStrike">
                <a:solidFill>
                  <a:schemeClr val="dk1"/>
                </a:solidFill>
                <a:effectLst/>
                <a:uFillTx/>
                <a:latin typeface="Meiryo UI"/>
                <a:ea typeface="Meiryo UI"/>
              </a:rPr>
              <a:t>と呼ばれる技術によりクラスレスが実現されています。</a:t>
            </a:r>
            <a:endParaRPr lang="en-US" sz="17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700" b="0" u="none" strike="noStrike">
                <a:solidFill>
                  <a:schemeClr val="dk1"/>
                </a:solidFill>
                <a:effectLst/>
                <a:uFillTx/>
                <a:latin typeface="Meiryo UI"/>
                <a:ea typeface="Meiryo UI"/>
              </a:rPr>
              <a:t>クラスの概念だと</a:t>
            </a:r>
            <a:r>
              <a:rPr lang="en-US" sz="1700" b="0" u="none" strike="noStrike">
                <a:solidFill>
                  <a:schemeClr val="dk1"/>
                </a:solidFill>
                <a:effectLst/>
                <a:uFillTx/>
                <a:latin typeface="Meiryo UI"/>
                <a:ea typeface="Meiryo UI"/>
              </a:rPr>
              <a:t>/8,/16,/24</a:t>
            </a:r>
            <a:r>
              <a:rPr lang="ja-JP" sz="1700" b="0" u="none" strike="noStrike">
                <a:solidFill>
                  <a:schemeClr val="dk1"/>
                </a:solidFill>
                <a:effectLst/>
                <a:uFillTx/>
                <a:latin typeface="Meiryo UI"/>
                <a:ea typeface="Meiryo UI"/>
              </a:rPr>
              <a:t>のように決まったプレフィックス長しか使えませんでしたが、クラスレスであれば</a:t>
            </a:r>
            <a:r>
              <a:rPr lang="en-US" sz="1700" b="0" u="none" strike="noStrike">
                <a:solidFill>
                  <a:schemeClr val="dk1"/>
                </a:solidFill>
                <a:effectLst/>
                <a:uFillTx/>
                <a:latin typeface="Meiryo UI"/>
                <a:ea typeface="Meiryo UI"/>
              </a:rPr>
              <a:t>/7,/10,/20</a:t>
            </a:r>
            <a:r>
              <a:rPr lang="ja-JP" sz="1700" b="0" u="none" strike="noStrike">
                <a:solidFill>
                  <a:schemeClr val="dk1"/>
                </a:solidFill>
                <a:effectLst/>
                <a:uFillTx/>
                <a:latin typeface="Meiryo UI"/>
                <a:ea typeface="Meiryo UI"/>
              </a:rPr>
              <a:t>のように必要な</a:t>
            </a:r>
            <a:r>
              <a:rPr lang="en-US" sz="1700" b="0" u="none" strike="noStrike">
                <a:solidFill>
                  <a:schemeClr val="dk1"/>
                </a:solidFill>
                <a:effectLst/>
                <a:uFillTx/>
                <a:latin typeface="Meiryo UI"/>
                <a:ea typeface="Meiryo UI"/>
              </a:rPr>
              <a:t>IP</a:t>
            </a:r>
            <a:r>
              <a:rPr lang="ja-JP" sz="1700" b="0" u="none" strike="noStrike">
                <a:solidFill>
                  <a:schemeClr val="dk1"/>
                </a:solidFill>
                <a:effectLst/>
                <a:uFillTx/>
                <a:latin typeface="Meiryo UI"/>
                <a:ea typeface="Meiryo UI"/>
              </a:rPr>
              <a:t>アドレスに応じて細かく調整する事が可能になりました。</a:t>
            </a:r>
            <a:endParaRPr lang="en-US" sz="17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700" b="0" u="none" strike="noStrike">
                <a:solidFill>
                  <a:schemeClr val="dk1"/>
                </a:solidFill>
                <a:effectLst/>
                <a:uFillTx/>
                <a:latin typeface="Meiryo UI"/>
                <a:ea typeface="Meiryo UI"/>
              </a:rPr>
              <a:t>今では使用されない考えですが、ネットワークを勉強するうえで必ず出てくるワードなので</a:t>
            </a:r>
            <a:r>
              <a:rPr lang="ja-JP" sz="1600" b="0" u="none" strike="noStrike">
                <a:solidFill>
                  <a:schemeClr val="dk1"/>
                </a:solidFill>
                <a:effectLst/>
                <a:uFillTx/>
                <a:latin typeface="Meiryo UI"/>
                <a:ea typeface="Meiryo UI"/>
              </a:rPr>
              <a:t>覚えておくと学習がスムーズです</a:t>
            </a:r>
            <a:endParaRPr lang="en-US" sz="16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サーバーにアクセスしてみましょう</a:t>
            </a:r>
            <a:endParaRPr lang="en-US" sz="6000" b="1" u="none" spc="99" strike="noStrike">
              <a:solidFill>
                <a:schemeClr val="dk1"/>
              </a:solidFill>
              <a:effectLst/>
              <a:uFillTx/>
              <a:latin typeface="Meiryo UI"/>
            </a:endParaRPr>
          </a:p>
        </p:txBody>
      </p:sp>
      <p:pic>
        <p:nvPicPr>
          <p:cNvPr id="397" name="Picture 2" descr="自宅 ファイルサーバー 外部アクセス"/>
          <p:cNvPicPr/>
          <p:nvPr/>
        </p:nvPicPr>
        <p:blipFill>
          <a:blip r:embed="rId1"/>
          <a:srcRect l="26006" t="0" r="26648" b="0"/>
          <a:stretch/>
        </p:blipFill>
        <p:spPr>
          <a:xfrm>
            <a:off x="0" y="-11160"/>
            <a:ext cx="5790600" cy="6879600"/>
          </a:xfrm>
          <a:prstGeom prst="rect">
            <a:avLst/>
          </a:prstGeom>
          <a:solidFill>
            <a:srgbClr val="FFFFFF"/>
          </a:solidFill>
          <a:ln w="0">
            <a:noFill/>
          </a:ln>
        </p:spPr>
      </p:pic>
      <p:sp>
        <p:nvSpPr>
          <p:cNvPr id="398"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実際にアクセスをするとより実感しやすいと思うのでグローバル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アドレスとドメインで接続してみましょう。</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title" hasCustomPrompt="1"/>
          </p:nvPr>
        </p:nvSpPr>
        <p:spPr>
          <a:xfrm>
            <a:off x="575280" y="278280"/>
            <a:ext cx="5062680" cy="235332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計算してみましょう</a:t>
            </a:r>
            <a:endParaRPr lang="en-US" sz="4400" b="1" u="none" spc="99" strike="noStrike">
              <a:solidFill>
                <a:schemeClr val="dk1"/>
              </a:solidFill>
              <a:effectLst/>
              <a:uFillTx/>
              <a:latin typeface="Meiryo UI"/>
            </a:endParaRPr>
          </a:p>
        </p:txBody>
      </p:sp>
      <p:sp>
        <p:nvSpPr>
          <p:cNvPr id="400" name="PlaceHolder 2"/>
          <p:cNvSpPr>
            <a:spLocks noGrp="1"/>
          </p:cNvSpPr>
          <p:nvPr>
            <p:ph hasCustomPrompt="1"/>
          </p:nvPr>
        </p:nvSpPr>
        <p:spPr>
          <a:xfrm>
            <a:off x="594360" y="3279600"/>
            <a:ext cx="5043600" cy="2993760"/>
          </a:xfrm>
          <a:prstGeom prst="rect">
            <a:avLst/>
          </a:prstGeom>
          <a:noFill/>
          <a:ln w="0">
            <a:noFill/>
          </a:ln>
        </p:spPr>
        <p:txBody>
          <a:bodyPr lIns="0" tIns="228600" rIns="0" bIns="0" anchor="t">
            <a:normAutofit/>
          </a:bodyPr>
          <a:p>
            <a:pPr indent="0" algn="l" defTabSz="914400">
              <a:lnSpc>
                <a:spcPct val="90000"/>
              </a:lnSpc>
              <a:spcBef>
                <a:spcPts val="1800"/>
              </a:spcBef>
              <a:buNone/>
              <a:tabLst>
                <a:tab pos="0" algn="l"/>
              </a:tabLst>
            </a:pPr>
            <a:r>
              <a:rPr lang="ja-JP" sz="1900" b="1" u="none" strike="noStrike">
                <a:solidFill>
                  <a:schemeClr val="dk1"/>
                </a:solidFill>
                <a:effectLst/>
                <a:uFillTx/>
                <a:latin typeface="Meiryo UI"/>
                <a:ea typeface="Meiryo UI"/>
              </a:rPr>
              <a:t>ネットワークアドレスとブロードキャストアドレスの計算は</a:t>
            </a:r>
            <a:r>
              <a:rPr lang="en-US" sz="1900" b="1" u="none" strike="noStrike">
                <a:solidFill>
                  <a:schemeClr val="dk1"/>
                </a:solidFill>
                <a:effectLst/>
                <a:uFillTx/>
                <a:latin typeface="Meiryo UI"/>
                <a:ea typeface="Meiryo UI"/>
              </a:rPr>
              <a:t>IPA</a:t>
            </a:r>
            <a:r>
              <a:rPr lang="ja-JP" sz="1900" b="1" u="none" strike="noStrike">
                <a:solidFill>
                  <a:schemeClr val="dk1"/>
                </a:solidFill>
                <a:effectLst/>
                <a:uFillTx/>
                <a:latin typeface="Meiryo UI"/>
                <a:ea typeface="Meiryo UI"/>
              </a:rPr>
              <a:t>の資格試験でも出る事があるので実際にやってみましょう。</a:t>
            </a:r>
            <a:br>
              <a:rPr sz="1900"/>
            </a:br>
            <a:r>
              <a:rPr lang="ja-JP" sz="1900" b="1" u="none" strike="noStrike">
                <a:solidFill>
                  <a:schemeClr val="dk1"/>
                </a:solidFill>
                <a:effectLst/>
                <a:uFillTx/>
                <a:latin typeface="Meiryo UI"/>
                <a:ea typeface="Meiryo UI"/>
              </a:rPr>
              <a:t>下記サイトへアクセスすると問題に挑戦できます。</a:t>
            </a:r>
            <a:endParaRPr lang="en-US" sz="19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1900" b="0" u="sng" strike="noStrike">
                <a:solidFill>
                  <a:schemeClr val="dk1"/>
                </a:solidFill>
                <a:effectLst/>
                <a:uFillTx/>
                <a:latin typeface="Meiryo UI"/>
                <a:ea typeface="Meiryo UI"/>
                <a:hlinkClick r:id="rId1"/>
              </a:rPr>
              <a:t>https://ping-t.com/modules/subnet/index.php?content_id=1</a:t>
            </a:r>
            <a:endParaRPr lang="en-US" sz="1900" b="0" u="none" strike="noStrike">
              <a:solidFill>
                <a:schemeClr val="dk1"/>
              </a:solidFill>
              <a:effectLst/>
              <a:uFillTx/>
              <a:latin typeface="Meiryo UI"/>
            </a:endParaRPr>
          </a:p>
        </p:txBody>
      </p:sp>
      <p:pic>
        <p:nvPicPr>
          <p:cNvPr id="401" name="図プレースホルダー 4" descr="店の名前が書いてある｜｜｜ｐ&#10;&#10;低い精度で自動的に生成された説明"/>
          <p:cNvPicPr/>
          <p:nvPr/>
        </p:nvPicPr>
        <p:blipFill>
          <a:blip r:embed="rId2"/>
          <a:srcRect l="0" t="0" r="0" b="7244"/>
          <a:stretch/>
        </p:blipFill>
        <p:spPr>
          <a:xfrm>
            <a:off x="6095880" y="0"/>
            <a:ext cx="611748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en-US" sz="6000" b="1" u="none" spc="99" strike="noStrike">
                <a:solidFill>
                  <a:schemeClr val="dk1"/>
                </a:solidFill>
                <a:effectLst/>
                <a:uFillTx/>
                <a:latin typeface="Meiryo UI"/>
                <a:ea typeface="Meiryo UI"/>
              </a:rPr>
              <a:t>DHCP</a:t>
            </a:r>
            <a:r>
              <a:rPr lang="ja-JP" sz="6000" b="1" u="none" spc="99" strike="noStrike">
                <a:solidFill>
                  <a:schemeClr val="dk1"/>
                </a:solidFill>
                <a:effectLst/>
                <a:uFillTx/>
                <a:latin typeface="Meiryo UI"/>
                <a:ea typeface="Meiryo UI"/>
              </a:rPr>
              <a:t>について</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DHCP</a:t>
            </a:r>
            <a:r>
              <a:rPr lang="ja-JP" sz="4400" b="1" u="none" spc="99" strike="noStrike">
                <a:solidFill>
                  <a:schemeClr val="dk1"/>
                </a:solidFill>
                <a:effectLst/>
                <a:uFillTx/>
                <a:latin typeface="Meiryo UI"/>
                <a:ea typeface="Meiryo UI"/>
              </a:rPr>
              <a:t>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sp>
        <p:nvSpPr>
          <p:cNvPr id="404" name="PlaceHolder 2"/>
          <p:cNvSpPr>
            <a:spLocks noGrp="1"/>
          </p:cNvSpPr>
          <p:nvPr>
            <p:ph hasCustomPrompt="1"/>
          </p:nvPr>
        </p:nvSpPr>
        <p:spPr>
          <a:xfrm>
            <a:off x="3661560" y="1274760"/>
            <a:ext cx="6543360" cy="3674160"/>
          </a:xfrm>
          <a:prstGeom prst="rect">
            <a:avLst/>
          </a:prstGeom>
          <a:noFill/>
          <a:ln w="0">
            <a:noFill/>
          </a:ln>
        </p:spPr>
        <p:txBody>
          <a:bodyPr lIns="0" tIns="45720" rIns="91440" bIns="45720" anchor="t">
            <a:normAutofit lnSpcReduction="9999"/>
          </a:bodyPr>
          <a:p>
            <a:pPr indent="0" algn="l" defTabSz="914400">
              <a:lnSpc>
                <a:spcPct val="90000"/>
              </a:lnSpc>
              <a:spcBef>
                <a:spcPts val="1800"/>
              </a:spcBef>
              <a:buNone/>
              <a:tabLst>
                <a:tab pos="0" algn="l"/>
              </a:tabLst>
            </a:pPr>
            <a:r>
              <a:rPr lang="en-US" sz="2000" b="1" u="none" strike="noStrike">
                <a:solidFill>
                  <a:schemeClr val="dk1"/>
                </a:solidFill>
                <a:effectLst/>
                <a:uFillTx/>
                <a:latin typeface="Meiryo UI"/>
                <a:ea typeface="Meiryo UI"/>
              </a:rPr>
              <a:t>DHCP</a:t>
            </a:r>
            <a:r>
              <a:rPr lang="ja-JP" sz="2000" b="1" u="none" strike="noStrike">
                <a:solidFill>
                  <a:schemeClr val="dk1"/>
                </a:solidFill>
                <a:effectLst/>
                <a:uFillTx/>
                <a:latin typeface="Meiryo UI"/>
                <a:ea typeface="Meiryo UI"/>
              </a:rPr>
              <a:t>（</a:t>
            </a:r>
            <a:r>
              <a:rPr lang="en-US" sz="2000" b="1" u="none" strike="noStrike">
                <a:solidFill>
                  <a:schemeClr val="dk1"/>
                </a:solidFill>
                <a:effectLst/>
                <a:uFillTx/>
                <a:latin typeface="Meiryo UI"/>
                <a:ea typeface="Meiryo UI"/>
              </a:rPr>
              <a:t>Dynamic Host Configuration Protocol</a:t>
            </a:r>
            <a:r>
              <a:rPr lang="ja-JP" sz="2000" b="1" u="none" strike="noStrike">
                <a:solidFill>
                  <a:schemeClr val="dk1"/>
                </a:solidFill>
                <a:effectLst/>
                <a:uFillTx/>
                <a:latin typeface="Meiryo UI"/>
                <a:ea typeface="Meiryo UI"/>
              </a:rPr>
              <a:t>）</a:t>
            </a:r>
            <a:br>
              <a:rPr sz="2000"/>
            </a:br>
            <a:r>
              <a:rPr lang="en-US" sz="2000" b="0" u="none" strike="noStrike">
                <a:solidFill>
                  <a:schemeClr val="dk1"/>
                </a:solidFill>
                <a:effectLst/>
                <a:uFillTx/>
                <a:latin typeface="Meiryo UI"/>
                <a:ea typeface="Meiryo UI"/>
              </a:rPr>
              <a:t>→ ネットワーク上のノード（パソコンやスマホ、サーバーなど）に </a:t>
            </a:r>
            <a:r>
              <a:rPr lang="ja-JP" sz="2000" b="1" u="none" strike="noStrike">
                <a:solidFill>
                  <a:schemeClr val="dk1"/>
                </a:solidFill>
                <a:effectLst/>
                <a:uFillTx/>
                <a:latin typeface="Meiryo UI"/>
                <a:ea typeface="Meiryo UI"/>
              </a:rPr>
              <a:t>自動で</a:t>
            </a: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アドレスやネットワーク情報を割り当てる仕組み</a:t>
            </a:r>
            <a:r>
              <a:rPr lang="en-US" sz="2000" b="0" u="none" strike="noStrike">
                <a:solidFill>
                  <a:schemeClr val="dk1"/>
                </a:solidFill>
                <a:effectLst/>
                <a:uFillTx/>
                <a:latin typeface="Meiryo UI"/>
                <a:ea typeface="Meiryo UI"/>
              </a:rPr>
              <a:t> です。</a:t>
            </a:r>
            <a:br>
              <a:rPr sz="2000"/>
            </a:br>
            <a:br>
              <a:rPr sz="2000"/>
            </a:br>
            <a:r>
              <a:rPr lang="ja-JP" sz="2000" b="0" u="none" strike="noStrike">
                <a:solidFill>
                  <a:schemeClr val="dk1"/>
                </a:solidFill>
                <a:effectLst/>
                <a:uFillTx/>
                <a:latin typeface="Meiryo UI"/>
                <a:ea typeface="Meiryo UI"/>
              </a:rPr>
              <a:t>簡単に言うと：</a:t>
            </a:r>
            <a:endParaRPr lang="en-US" sz="2000" b="0" u="none" strike="noStrike">
              <a:solidFill>
                <a:schemeClr val="dk1"/>
              </a:solidFill>
              <a:effectLst/>
              <a:uFillTx/>
              <a:latin typeface="Meiryo UI"/>
            </a:endParaRPr>
          </a:p>
          <a:p>
            <a:pPr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「ネットワークに接続したら、勝手に</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アドレスをもらえるシステム」</a:t>
            </a:r>
            <a:endParaRPr lang="en-US" sz="2000" b="0" u="none" strike="noStrike">
              <a:solidFill>
                <a:schemeClr val="dk1"/>
              </a:solidFill>
              <a:effectLst/>
              <a:uFillTx/>
              <a:latin typeface="Meiryo UI"/>
            </a:endParaRPr>
          </a:p>
          <a:p>
            <a:pPr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手動で</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アドレスを設定する手間を省ける</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DHCP</a:t>
            </a:r>
            <a:r>
              <a:rPr lang="ja-JP" sz="2000" b="0" u="none" strike="noStrike">
                <a:solidFill>
                  <a:schemeClr val="dk1"/>
                </a:solidFill>
                <a:effectLst/>
                <a:uFillTx/>
                <a:latin typeface="Meiryo UI"/>
                <a:ea typeface="Meiryo UI"/>
              </a:rPr>
              <a:t>は </a:t>
            </a: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アドレスだけでなく、ネットワーク接続に必要な情報も自動で設定</a:t>
            </a:r>
            <a:r>
              <a:rPr lang="ja-JP" sz="2000" b="0" u="none" strike="noStrike">
                <a:solidFill>
                  <a:schemeClr val="dk1"/>
                </a:solidFill>
                <a:effectLst/>
                <a:uFillTx/>
                <a:latin typeface="Meiryo UI"/>
                <a:ea typeface="Meiryo UI"/>
              </a:rPr>
              <a:t>してくれます。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graphicFrame>
        <p:nvGraphicFramePr>
          <p:cNvPr id="405" name="表プレースホルダー 2"/>
          <p:cNvGraphicFramePr/>
          <p:nvPr/>
        </p:nvGraphicFramePr>
        <p:xfrm>
          <a:off x="603720" y="1553400"/>
          <a:ext cx="2824200" cy="2059920"/>
        </p:xfrm>
        <a:graphic>
          <a:graphicData uri="http://schemas.openxmlformats.org/drawingml/2006/table">
            <a:tbl>
              <a:tblPr/>
              <a:tblGrid>
                <a:gridCol w="859320"/>
                <a:gridCol w="1965240"/>
              </a:tblGrid>
              <a:tr h="467640">
                <a:tc>
                  <a:txBody>
                    <a:bodyPr lIns="63000" tIns="31320" rIns="63000" bIns="31320" anchor="ctr">
                      <a:noAutofit/>
                    </a:bodyPr>
                    <a:p>
                      <a:pPr algn="ctr" defTabSz="914400">
                        <a:lnSpc>
                          <a:spcPct val="100000"/>
                        </a:lnSpc>
                      </a:pPr>
                      <a:r>
                        <a:rPr lang="en-US" sz="1200" b="0" u="none" strike="noStrike">
                          <a:solidFill>
                            <a:schemeClr val="dk1"/>
                          </a:solidFill>
                          <a:effectLst/>
                          <a:uFillTx/>
                          <a:latin typeface="Meiryo UI"/>
                          <a:ea typeface="Meiryo UI"/>
                        </a:rPr>
                        <a:t>IP</a:t>
                      </a:r>
                      <a:r>
                        <a:rPr lang="ja-JP" sz="1200" b="0" u="none" strike="noStrike">
                          <a:solidFill>
                            <a:schemeClr val="dk1"/>
                          </a:solidFill>
                          <a:effectLst/>
                          <a:uFillTx/>
                          <a:latin typeface="Meiryo UI"/>
                          <a:ea typeface="Meiryo UI"/>
                        </a:rPr>
                        <a:t>アドレス</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63000" tIns="31320" rIns="63000" bIns="31320" anchor="ctr">
                      <a:noAutofit/>
                    </a:bodyPr>
                    <a:p>
                      <a:pPr algn="ctr" defTabSz="914400">
                        <a:lnSpc>
                          <a:spcPct val="100000"/>
                        </a:lnSpc>
                      </a:pPr>
                      <a:r>
                        <a:rPr lang="ja-JP" sz="1200" b="0" u="none" strike="noStrike">
                          <a:solidFill>
                            <a:schemeClr val="dk1"/>
                          </a:solidFill>
                          <a:effectLst/>
                          <a:uFillTx/>
                          <a:latin typeface="Meiryo UI"/>
                          <a:ea typeface="Meiryo UI"/>
                        </a:rPr>
                        <a:t>ネットワーク上で端末を識別するためのアドレス</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467640">
                <a:tc>
                  <a:txBody>
                    <a:bodyPr lIns="63000" tIns="31320" rIns="63000" bIns="31320" anchor="ctr">
                      <a:noAutofit/>
                    </a:bodyPr>
                    <a:p>
                      <a:pPr algn="ctr" defTabSz="914400">
                        <a:lnSpc>
                          <a:spcPct val="100000"/>
                        </a:lnSpc>
                      </a:pPr>
                      <a:r>
                        <a:rPr lang="ja-JP" sz="1200" b="0" u="none" strike="noStrike">
                          <a:solidFill>
                            <a:schemeClr val="dk1"/>
                          </a:solidFill>
                          <a:effectLst/>
                          <a:uFillTx/>
                          <a:latin typeface="Meiryo UI"/>
                          <a:ea typeface="Meiryo UI"/>
                        </a:rPr>
                        <a:t>サブネットマスク</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63000" tIns="31320" rIns="63000" bIns="31320" anchor="ctr">
                      <a:noAutofit/>
                    </a:bodyPr>
                    <a:p>
                      <a:pPr algn="ctr" defTabSz="914400">
                        <a:lnSpc>
                          <a:spcPct val="100000"/>
                        </a:lnSpc>
                      </a:pPr>
                      <a:r>
                        <a:rPr lang="ja-JP" sz="1200" b="0" u="none" strike="noStrike">
                          <a:solidFill>
                            <a:schemeClr val="dk1"/>
                          </a:solidFill>
                          <a:effectLst/>
                          <a:uFillTx/>
                          <a:latin typeface="Meiryo UI"/>
                          <a:ea typeface="Meiryo UI"/>
                        </a:rPr>
                        <a:t>ネットワーク部とホスト部を判別</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57000">
                <a:tc>
                  <a:txBody>
                    <a:bodyPr lIns="63000" tIns="31320" rIns="63000" bIns="31320" anchor="ctr">
                      <a:noAutofit/>
                    </a:bodyPr>
                    <a:p>
                      <a:pPr algn="ctr" defTabSz="914400">
                        <a:lnSpc>
                          <a:spcPct val="100000"/>
                        </a:lnSpc>
                      </a:pPr>
                      <a:r>
                        <a:rPr lang="ja-JP" sz="1200" b="0" u="none" strike="noStrike">
                          <a:solidFill>
                            <a:schemeClr val="dk1"/>
                          </a:solidFill>
                          <a:effectLst/>
                          <a:uFillTx/>
                          <a:latin typeface="Meiryo UI"/>
                          <a:ea typeface="Meiryo UI"/>
                        </a:rPr>
                        <a:t>デフォルトゲートウェイ</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63000" tIns="31320" rIns="63000" bIns="31320" anchor="ctr">
                      <a:noAutofit/>
                    </a:bodyPr>
                    <a:p>
                      <a:pPr algn="ctr" defTabSz="914400">
                        <a:lnSpc>
                          <a:spcPct val="100000"/>
                        </a:lnSpc>
                      </a:pPr>
                      <a:r>
                        <a:rPr lang="ja-JP" sz="1200" b="0" u="none" strike="noStrike">
                          <a:solidFill>
                            <a:schemeClr val="dk1"/>
                          </a:solidFill>
                          <a:effectLst/>
                          <a:uFillTx/>
                          <a:latin typeface="Meiryo UI"/>
                          <a:ea typeface="Meiryo UI"/>
                        </a:rPr>
                        <a:t>外部ネットワークに出る際の出口ルーター</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467640">
                <a:tc>
                  <a:txBody>
                    <a:bodyPr lIns="63000" tIns="31320" rIns="63000" bIns="31320" anchor="ctr">
                      <a:noAutofit/>
                    </a:bodyPr>
                    <a:p>
                      <a:pPr algn="ctr" defTabSz="914400">
                        <a:lnSpc>
                          <a:spcPct val="100000"/>
                        </a:lnSpc>
                      </a:pPr>
                      <a:r>
                        <a:rPr lang="en-US" sz="1200" b="0" u="none" strike="noStrike">
                          <a:solidFill>
                            <a:schemeClr val="dk1"/>
                          </a:solidFill>
                          <a:effectLst/>
                          <a:uFillTx/>
                          <a:latin typeface="Meiryo UI"/>
                          <a:ea typeface="Meiryo UI"/>
                        </a:rPr>
                        <a:t>DNS</a:t>
                      </a:r>
                      <a:r>
                        <a:rPr lang="ja-JP" sz="1200" b="0" u="none" strike="noStrike">
                          <a:solidFill>
                            <a:schemeClr val="dk1"/>
                          </a:solidFill>
                          <a:effectLst/>
                          <a:uFillTx/>
                          <a:latin typeface="Meiryo UI"/>
                          <a:ea typeface="Meiryo UI"/>
                        </a:rPr>
                        <a:t>サーバー</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63000" tIns="31320" rIns="63000" bIns="31320" anchor="ctr">
                      <a:noAutofit/>
                    </a:bodyPr>
                    <a:p>
                      <a:pPr algn="ctr" defTabSz="914400">
                        <a:lnSpc>
                          <a:spcPct val="100000"/>
                        </a:lnSpc>
                      </a:pPr>
                      <a:r>
                        <a:rPr lang="ja-JP" sz="1200" b="0" u="none" strike="noStrike">
                          <a:solidFill>
                            <a:schemeClr val="dk1"/>
                          </a:solidFill>
                          <a:effectLst/>
                          <a:uFillTx/>
                          <a:latin typeface="Meiryo UI"/>
                          <a:ea typeface="Meiryo UI"/>
                        </a:rPr>
                        <a:t>ドメイン名を</a:t>
                      </a:r>
                      <a:r>
                        <a:rPr lang="en-US" sz="1200" b="0" u="none" strike="noStrike">
                          <a:solidFill>
                            <a:schemeClr val="dk1"/>
                          </a:solidFill>
                          <a:effectLst/>
                          <a:uFillTx/>
                          <a:latin typeface="Meiryo UI"/>
                          <a:ea typeface="Meiryo UI"/>
                        </a:rPr>
                        <a:t>IP</a:t>
                      </a:r>
                      <a:r>
                        <a:rPr lang="ja-JP" sz="1200" b="0" u="none" strike="noStrike">
                          <a:solidFill>
                            <a:schemeClr val="dk1"/>
                          </a:solidFill>
                          <a:effectLst/>
                          <a:uFillTx/>
                          <a:latin typeface="Meiryo UI"/>
                          <a:ea typeface="Meiryo UI"/>
                        </a:rPr>
                        <a:t>アドレスに変換するサーバー</a:t>
                      </a:r>
                      <a:endParaRPr lang="en-US" sz="1200" b="0" u="none" strike="noStrike">
                        <a:solidFill>
                          <a:srgbClr val="000000"/>
                        </a:solidFill>
                        <a:effectLst/>
                        <a:uFillTx/>
                        <a:latin typeface="Arial"/>
                      </a:endParaRPr>
                    </a:p>
                  </a:txBody>
                  <a:tcPr anchor="ctr" marL="63000" marR="63000" marT="31320" marB="313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DHCP</a:t>
            </a:r>
            <a:r>
              <a:rPr lang="ja-JP" sz="4400" b="1" u="none" spc="99" strike="noStrike">
                <a:solidFill>
                  <a:schemeClr val="dk1"/>
                </a:solidFill>
                <a:effectLst/>
                <a:uFillTx/>
                <a:latin typeface="Meiryo UI"/>
                <a:ea typeface="Meiryo UI"/>
              </a:rPr>
              <a:t>を使わない場合</a:t>
            </a:r>
            <a:endParaRPr lang="en-US" sz="4400" b="1" u="none" spc="99" strike="noStrike">
              <a:solidFill>
                <a:schemeClr val="dk1"/>
              </a:solidFill>
              <a:effectLst/>
              <a:uFillTx/>
              <a:latin typeface="Meiryo UI"/>
            </a:endParaRPr>
          </a:p>
        </p:txBody>
      </p:sp>
      <p:sp>
        <p:nvSpPr>
          <p:cNvPr id="407" name="テキスト ボックス 3"/>
          <p:cNvSpPr/>
          <p:nvPr/>
        </p:nvSpPr>
        <p:spPr>
          <a:xfrm>
            <a:off x="603720" y="583920"/>
            <a:ext cx="2824560" cy="3998520"/>
          </a:xfrm>
          <a:prstGeom prst="rect">
            <a:avLst/>
          </a:prstGeom>
          <a:noFill/>
          <a:ln w="0">
            <a:noFill/>
          </a:ln>
        </p:spPr>
        <p:style>
          <a:lnRef idx="0"/>
          <a:fillRef idx="0"/>
          <a:effectRef idx="0"/>
          <a:fontRef idx="minor"/>
        </p:style>
        <p:txBody>
          <a:bodyPr lIns="0" tIns="274320" rIns="90000" bIns="45000" anchor="t">
            <a:normAutofit/>
          </a:bodyPr>
          <a:p>
            <a:pPr defTabSz="914400">
              <a:lnSpc>
                <a:spcPct val="90000"/>
              </a:lnSpc>
              <a:spcBef>
                <a:spcPts val="1800"/>
              </a:spcBef>
            </a:pPr>
            <a:r>
              <a:rPr lang="en-US" sz="2000" b="0" u="none" strike="noStrike">
                <a:solidFill>
                  <a:schemeClr val="dk1"/>
                </a:solidFill>
                <a:effectLst/>
                <a:uFillTx/>
                <a:latin typeface="Meiryo UI"/>
                <a:ea typeface="Meiryo UI"/>
              </a:rPr>
              <a:t>DHCP</a:t>
            </a:r>
            <a:r>
              <a:rPr lang="ja-JP" sz="2000" b="0" u="none" strike="noStrike">
                <a:solidFill>
                  <a:schemeClr val="dk1"/>
                </a:solidFill>
                <a:effectLst/>
                <a:uFillTx/>
                <a:latin typeface="Meiryo UI"/>
                <a:ea typeface="Meiryo UI"/>
              </a:rPr>
              <a:t>はネットワーク知識がなくても自動で設定してくれるので、非常に便利な仕組みです。</a:t>
            </a:r>
            <a:endParaRPr lang="en-US" sz="2000" b="0" u="none" strike="noStrike">
              <a:solidFill>
                <a:srgbClr val="000000"/>
              </a:solidFill>
              <a:effectLst/>
              <a:uFillTx/>
              <a:latin typeface="Arial"/>
            </a:endParaRPr>
          </a:p>
          <a:p>
            <a:pPr defTabSz="914400">
              <a:lnSpc>
                <a:spcPct val="90000"/>
              </a:lnSpc>
              <a:spcBef>
                <a:spcPts val="1800"/>
              </a:spcBef>
            </a:pPr>
            <a:r>
              <a:rPr lang="ja-JP" sz="2000" b="0" u="none" strike="noStrike">
                <a:solidFill>
                  <a:schemeClr val="dk1"/>
                </a:solidFill>
                <a:effectLst/>
                <a:uFillTx/>
                <a:latin typeface="Meiryo UI"/>
                <a:ea typeface="Meiryo UI"/>
              </a:rPr>
              <a:t>しかし右記のような例でだとリース更新やノードの再起動で</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が変わる可能性があり設定も都度変える必要が出てくるので不向きなことがあります。</a:t>
            </a:r>
            <a:endParaRPr lang="en-US" sz="2000" b="0" u="none" strike="noStrike">
              <a:solidFill>
                <a:srgbClr val="000000"/>
              </a:solidFill>
              <a:effectLst/>
              <a:uFillTx/>
              <a:latin typeface="Arial"/>
            </a:endParaRPr>
          </a:p>
          <a:p>
            <a:pPr defTabSz="914400">
              <a:lnSpc>
                <a:spcPct val="90000"/>
              </a:lnSpc>
              <a:spcBef>
                <a:spcPts val="1800"/>
              </a:spcBef>
            </a:pPr>
            <a:endParaRPr lang="en-US" sz="2000" b="0" u="none" strike="noStrike">
              <a:solidFill>
                <a:srgbClr val="000000"/>
              </a:solidFill>
              <a:effectLst/>
              <a:uFillTx/>
              <a:latin typeface="Arial"/>
            </a:endParaRPr>
          </a:p>
        </p:txBody>
      </p:sp>
      <p:graphicFrame>
        <p:nvGraphicFramePr>
          <p:cNvPr id="408" name="Diagram1"/>
          <p:cNvGraphicFramePr/>
          <p:nvPr>
            <p:extLst>
              <p:ext uri="{D42A27DB-BD31-4B8C-83A1-F6EECF244321}">
                <p14:modId xmlns:p14="http://schemas.microsoft.com/office/powerpoint/2010/main" val="4196964949"/>
              </p:ext>
            </p:extLst>
          </p:nvPr>
        </p:nvGraphicFramePr>
        <p:xfrm>
          <a:off x="3670920" y="583920"/>
          <a:ext cx="7926120" cy="39985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51" strike="noStrike">
                <a:solidFill>
                  <a:schemeClr val="dk1"/>
                </a:solidFill>
                <a:effectLst/>
                <a:uFillTx/>
                <a:latin typeface="Meiryo UI"/>
                <a:ea typeface="Meiryo UI"/>
              </a:rPr>
              <a:t>DHCP</a:t>
            </a:r>
            <a:r>
              <a:rPr lang="ja-JP" sz="4400" b="1" u="none" spc="51" strike="noStrike">
                <a:solidFill>
                  <a:schemeClr val="dk1"/>
                </a:solidFill>
                <a:effectLst/>
                <a:uFillTx/>
                <a:latin typeface="Meiryo UI"/>
                <a:ea typeface="Meiryo UI"/>
              </a:rPr>
              <a:t>範囲について</a:t>
            </a:r>
            <a:endParaRPr lang="en-US" sz="4400" b="1" u="none" spc="51" strike="noStrike">
              <a:solidFill>
                <a:schemeClr val="dk1"/>
              </a:solidFill>
              <a:effectLst/>
              <a:uFillTx/>
              <a:latin typeface="Meiryo UI"/>
            </a:endParaRPr>
          </a:p>
        </p:txBody>
      </p:sp>
      <p:sp>
        <p:nvSpPr>
          <p:cNvPr id="410" name="PlaceHolder 2"/>
          <p:cNvSpPr>
            <a:spLocks noGrp="1"/>
          </p:cNvSpPr>
          <p:nvPr>
            <p:ph hasCustomPrompt="1"/>
          </p:nvPr>
        </p:nvSpPr>
        <p:spPr>
          <a:xfrm>
            <a:off x="594360" y="2282040"/>
            <a:ext cx="6787080" cy="3707640"/>
          </a:xfrm>
          <a:prstGeom prst="rect">
            <a:avLst/>
          </a:prstGeom>
          <a:noFill/>
          <a:ln w="0">
            <a:noFill/>
          </a:ln>
        </p:spPr>
        <p:txBody>
          <a:bodyPr lIns="0" tIns="228600" rIns="0" bIns="0" anchor="t">
            <a:normAutofit/>
          </a:bodyPr>
          <a:p>
            <a:pPr indent="0" algn="l" defTabSz="914400">
              <a:lnSpc>
                <a:spcPct val="80000"/>
              </a:lnSpc>
              <a:spcBef>
                <a:spcPts val="2200"/>
              </a:spcBef>
              <a:buNone/>
              <a:tabLst>
                <a:tab pos="0" algn="l"/>
              </a:tabLst>
            </a:pPr>
            <a:r>
              <a:rPr lang="en-US" sz="2400" b="1" u="none" strike="noStrike">
                <a:solidFill>
                  <a:schemeClr val="lt2">
                    <a:lumMod val="75000"/>
                  </a:schemeClr>
                </a:solidFill>
                <a:effectLst/>
                <a:uFillTx/>
                <a:latin typeface="Meiryo UI"/>
                <a:ea typeface="Meiryo UI"/>
              </a:rPr>
              <a:t>DHCP</a:t>
            </a:r>
            <a:r>
              <a:rPr lang="ja-JP" sz="2400" b="1" u="none" strike="noStrike">
                <a:solidFill>
                  <a:schemeClr val="lt2">
                    <a:lumMod val="75000"/>
                  </a:schemeClr>
                </a:solidFill>
                <a:effectLst/>
                <a:uFillTx/>
                <a:latin typeface="Meiryo UI"/>
                <a:ea typeface="Meiryo UI"/>
              </a:rPr>
              <a:t>では、</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アドレスを自動で配るための「範囲」を決めることができます。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その範囲内のアドレスは自動で割り当てられ、それ以外のアドレスは手動で設定すれば固定</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として使えます。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必要に応じて、この範囲は</a:t>
            </a:r>
            <a:r>
              <a:rPr lang="en-US" sz="2400" b="1" u="none" strike="noStrike">
                <a:solidFill>
                  <a:schemeClr val="lt2">
                    <a:lumMod val="75000"/>
                  </a:schemeClr>
                </a:solidFill>
                <a:effectLst/>
                <a:uFillTx/>
                <a:latin typeface="Meiryo UI"/>
                <a:ea typeface="Meiryo UI"/>
              </a:rPr>
              <a:t>DHCP</a:t>
            </a:r>
            <a:r>
              <a:rPr lang="ja-JP" sz="2400" b="1" u="none" strike="noStrike">
                <a:solidFill>
                  <a:schemeClr val="lt2">
                    <a:lumMod val="75000"/>
                  </a:schemeClr>
                </a:solidFill>
                <a:effectLst/>
                <a:uFillTx/>
                <a:latin typeface="Meiryo UI"/>
                <a:ea typeface="Meiryo UI"/>
              </a:rPr>
              <a:t>サーバーの設定で変更できます。一般家庭では、ルーターが</a:t>
            </a:r>
            <a:r>
              <a:rPr lang="en-US" sz="2400" b="1" u="none" strike="noStrike">
                <a:solidFill>
                  <a:schemeClr val="lt2">
                    <a:lumMod val="75000"/>
                  </a:schemeClr>
                </a:solidFill>
                <a:effectLst/>
                <a:uFillTx/>
                <a:latin typeface="Meiryo UI"/>
                <a:ea typeface="Meiryo UI"/>
              </a:rPr>
              <a:t>DHCP</a:t>
            </a:r>
            <a:r>
              <a:rPr lang="ja-JP" sz="2400" b="1" u="none" strike="noStrike">
                <a:solidFill>
                  <a:schemeClr val="lt2">
                    <a:lumMod val="75000"/>
                  </a:schemeClr>
                </a:solidFill>
                <a:effectLst/>
                <a:uFillTx/>
                <a:latin typeface="Meiryo UI"/>
                <a:ea typeface="Meiryo UI"/>
              </a:rPr>
              <a:t>サーバーの役割をしています。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en-US" sz="6000" b="1" u="none" spc="99" strike="noStrike">
                <a:solidFill>
                  <a:schemeClr val="dk1"/>
                </a:solidFill>
                <a:effectLst/>
                <a:uFillTx/>
                <a:latin typeface="Meiryo UI"/>
                <a:ea typeface="Meiryo UI"/>
              </a:rPr>
              <a:t>DNS</a:t>
            </a:r>
            <a:r>
              <a:rPr lang="ja-JP" sz="6000" b="1" u="none" spc="99" strike="noStrike">
                <a:solidFill>
                  <a:schemeClr val="dk1"/>
                </a:solidFill>
                <a:effectLst/>
                <a:uFillTx/>
                <a:latin typeface="Meiryo UI"/>
                <a:ea typeface="Meiryo UI"/>
              </a:rPr>
              <a:t>について</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DNS</a:t>
            </a:r>
            <a:r>
              <a:rPr lang="ja-JP" sz="4400" b="1" u="none" spc="99" strike="noStrike">
                <a:solidFill>
                  <a:schemeClr val="dk1"/>
                </a:solidFill>
                <a:effectLst/>
                <a:uFillTx/>
                <a:latin typeface="Meiryo UI"/>
                <a:ea typeface="Meiryo UI"/>
              </a:rPr>
              <a:t>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sp>
        <p:nvSpPr>
          <p:cNvPr id="413" name="PlaceHolder 2"/>
          <p:cNvSpPr>
            <a:spLocks noGrp="1"/>
          </p:cNvSpPr>
          <p:nvPr>
            <p:ph hasCustomPrompt="1"/>
          </p:nvPr>
        </p:nvSpPr>
        <p:spPr>
          <a:xfrm>
            <a:off x="620640" y="583920"/>
            <a:ext cx="10980360" cy="3998520"/>
          </a:xfrm>
          <a:prstGeom prst="rect">
            <a:avLst/>
          </a:prstGeom>
          <a:noFill/>
          <a:ln w="0">
            <a:noFill/>
          </a:ln>
        </p:spPr>
        <p:txBody>
          <a:bodyPr lIns="0" tIns="45720" rIns="91440" bIns="45720" anchor="t">
            <a:normAutofit lnSpcReduction="9999"/>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a:t>
            </a:r>
            <a:r>
              <a:rPr lang="en-US" sz="2000" b="0" u="none" strike="noStrike">
                <a:solidFill>
                  <a:schemeClr val="dk1"/>
                </a:solidFill>
                <a:effectLst/>
                <a:uFillTx/>
                <a:latin typeface="Meiryo UI"/>
                <a:ea typeface="Meiryo UI"/>
              </a:rPr>
              <a:t>Domain Name System</a:t>
            </a:r>
            <a:r>
              <a:rPr lang="ja-JP" sz="2000" b="0" u="none" strike="noStrike">
                <a:solidFill>
                  <a:schemeClr val="dk1"/>
                </a:solidFill>
                <a:effectLst/>
                <a:uFillTx/>
                <a:latin typeface="Meiryo UI"/>
                <a:ea typeface="Meiryo UI"/>
              </a:rPr>
              <a:t>／ドメインネームシステム）</a:t>
            </a:r>
            <a:br>
              <a:rPr sz="2000"/>
            </a:br>
            <a:r>
              <a:rPr lang="en-US" sz="2000" b="0" u="none" strike="noStrike">
                <a:solidFill>
                  <a:schemeClr val="dk1"/>
                </a:solidFill>
                <a:effectLst/>
                <a:uFillTx/>
                <a:latin typeface="Meiryo UI"/>
                <a:ea typeface="Meiryo UI"/>
              </a:rPr>
              <a:t>-&gt;</a:t>
            </a:r>
            <a:r>
              <a:rPr lang="en-US" sz="2000" b="1" u="none" strike="noStrike">
                <a:solidFill>
                  <a:schemeClr val="dk1"/>
                </a:solidFill>
                <a:effectLst/>
                <a:uFillTx/>
                <a:latin typeface="Meiryo UI"/>
                <a:ea typeface="Meiryo UI"/>
              </a:rPr>
              <a:t> </a:t>
            </a:r>
            <a:r>
              <a:rPr lang="ja-JP" sz="2000" b="1" u="none" strike="noStrike">
                <a:solidFill>
                  <a:schemeClr val="dk1"/>
                </a:solidFill>
                <a:effectLst/>
                <a:uFillTx/>
                <a:latin typeface="Meiryo UI"/>
                <a:ea typeface="Meiryo UI"/>
              </a:rPr>
              <a:t>「人が覚えやすい名前</a:t>
            </a:r>
            <a:r>
              <a:rPr lang="en-US" sz="2000" b="0" u="none" strike="noStrike">
                <a:solidFill>
                  <a:schemeClr val="dk1"/>
                </a:solidFill>
                <a:effectLst/>
                <a:uFillTx/>
                <a:latin typeface="Meiryo UI"/>
                <a:ea typeface="Meiryo UI"/>
              </a:rPr>
              <a:t>=&gt;</a:t>
            </a:r>
            <a:r>
              <a:rPr lang="ja-JP" sz="2000" b="1" u="none" strike="noStrike">
                <a:solidFill>
                  <a:schemeClr val="dk1"/>
                </a:solidFill>
                <a:effectLst/>
                <a:uFillTx/>
                <a:latin typeface="Meiryo UI"/>
                <a:ea typeface="Meiryo UI"/>
              </a:rPr>
              <a:t>「コンピュータが使う数字」</a:t>
            </a:r>
            <a:r>
              <a:rPr lang="ja-JP" sz="2000" b="0" u="none" strike="noStrike">
                <a:solidFill>
                  <a:schemeClr val="dk1"/>
                </a:solidFill>
                <a:effectLst/>
                <a:uFillTx/>
                <a:latin typeface="Meiryo UI"/>
                <a:ea typeface="Meiryo UI"/>
              </a:rPr>
              <a:t>に変換してくれる仕組み。</a:t>
            </a:r>
            <a:br>
              <a:rPr sz="2000"/>
            </a:br>
            <a:r>
              <a:rPr lang="ja-JP" sz="2000" b="0" u="none" strike="noStrike">
                <a:solidFill>
                  <a:schemeClr val="dk1"/>
                </a:solidFill>
                <a:effectLst/>
                <a:uFillTx/>
                <a:latin typeface="Meiryo UI"/>
                <a:ea typeface="Meiryo UI"/>
              </a:rPr>
              <a:t>簡単に言うと：</a:t>
            </a:r>
            <a:br>
              <a:rPr sz="2000"/>
            </a:br>
            <a:r>
              <a:rPr lang="ja-JP" sz="2000" b="0" u="none" strike="noStrike">
                <a:solidFill>
                  <a:schemeClr val="dk1"/>
                </a:solidFill>
                <a:effectLst/>
                <a:uFillTx/>
                <a:latin typeface="Meiryo UI"/>
                <a:ea typeface="Meiryo UI"/>
              </a:rPr>
              <a:t>「インターネットの電話帳」のようなものです。</a:t>
            </a:r>
            <a:endParaRPr lang="en-US" sz="2000" b="0" u="none" strike="noStrike">
              <a:solidFill>
                <a:schemeClr val="dk1"/>
              </a:solidFill>
              <a:effectLst/>
              <a:uFillTx/>
              <a:latin typeface="Meiryo UI"/>
            </a:endParaRPr>
          </a:p>
          <a:p>
            <a:pPr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人間が使う名前（ドメイン名）： </a:t>
            </a:r>
            <a:r>
              <a:rPr lang="en-US" sz="2000" b="0" u="sng" strike="noStrike">
                <a:solidFill>
                  <a:schemeClr val="dk1"/>
                </a:solidFill>
                <a:effectLst/>
                <a:uFillTx/>
                <a:latin typeface="Meiryo UI"/>
                <a:ea typeface="Meiryo UI"/>
                <a:hlinkClick r:id="rId1"/>
              </a:rPr>
              <a:t>www.google.com</a:t>
            </a:r>
            <a:endParaRPr lang="en-US" sz="2000" b="0" u="none" strike="noStrike">
              <a:solidFill>
                <a:schemeClr val="dk1"/>
              </a:solidFill>
              <a:effectLst/>
              <a:uFillTx/>
              <a:latin typeface="Meiryo UI"/>
            </a:endParaRPr>
          </a:p>
          <a:p>
            <a:pPr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コンピュータが理解する番号（</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 </a:t>
            </a:r>
            <a:r>
              <a:rPr lang="en-US" sz="2000" b="0" u="none" strike="noStrike">
                <a:solidFill>
                  <a:schemeClr val="dk1"/>
                </a:solidFill>
                <a:effectLst/>
                <a:uFillTx/>
                <a:latin typeface="Meiryo UI"/>
                <a:ea typeface="Meiryo UI"/>
              </a:rPr>
              <a:t>142.250.199.68</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インターネット上の通信は、実際には </a:t>
            </a: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a:t>
            </a:r>
            <a:r>
              <a:rPr lang="en-US" sz="2000" b="0" u="none" strike="noStrike">
                <a:solidFill>
                  <a:schemeClr val="dk1"/>
                </a:solidFill>
                <a:effectLst/>
                <a:uFillTx/>
                <a:latin typeface="Meiryo UI"/>
                <a:ea typeface="Meiryo UI"/>
              </a:rPr>
              <a:t> を使って行われます。</a:t>
            </a:r>
            <a:br>
              <a:rPr sz="2000"/>
            </a:br>
            <a:r>
              <a:rPr lang="ja-JP" sz="2000" b="0" u="none" strike="noStrike">
                <a:solidFill>
                  <a:schemeClr val="dk1"/>
                </a:solidFill>
                <a:effectLst/>
                <a:uFillTx/>
                <a:latin typeface="Meiryo UI"/>
                <a:ea typeface="Meiryo UI"/>
              </a:rPr>
              <a:t>しかし、数字の羅列は覚えるのが大変なため、</a:t>
            </a:r>
            <a:br>
              <a:rPr sz="2000"/>
            </a:b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が </a:t>
            </a:r>
            <a:r>
              <a:rPr lang="ja-JP" sz="2000" b="1" u="none" strike="noStrike">
                <a:solidFill>
                  <a:schemeClr val="dk1"/>
                </a:solidFill>
                <a:effectLst/>
                <a:uFillTx/>
                <a:latin typeface="Meiryo UI"/>
                <a:ea typeface="Meiryo UI"/>
              </a:rPr>
              <a:t>人間に分かりやすいドメイン名と</a:t>
            </a: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アドレスを対応づけて</a:t>
            </a:r>
            <a:r>
              <a:rPr lang="en-US" sz="2000" b="0" u="none" strike="noStrike">
                <a:solidFill>
                  <a:schemeClr val="dk1"/>
                </a:solidFill>
                <a:effectLst/>
                <a:uFillTx/>
                <a:latin typeface="Meiryo UI"/>
                <a:ea typeface="Meiryo UI"/>
              </a:rPr>
              <a:t> くれています。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「名前解決」という言葉を聞いたことがある人もいるかもしれませんが、</a:t>
            </a:r>
            <a:br>
              <a:rPr sz="2000"/>
            </a:br>
            <a:r>
              <a:rPr lang="ja-JP" sz="2000" b="0" u="none" strike="noStrike">
                <a:solidFill>
                  <a:schemeClr val="dk1"/>
                </a:solidFill>
                <a:effectLst/>
                <a:uFillTx/>
                <a:latin typeface="Meiryo UI"/>
                <a:ea typeface="Meiryo UI"/>
              </a:rPr>
              <a:t>これは </a:t>
            </a:r>
            <a:r>
              <a:rPr lang="ja-JP" sz="2000" b="1" u="none" strike="noStrike">
                <a:solidFill>
                  <a:schemeClr val="dk1"/>
                </a:solidFill>
                <a:effectLst/>
                <a:uFillTx/>
                <a:latin typeface="Meiryo UI"/>
                <a:ea typeface="Meiryo UI"/>
              </a:rPr>
              <a:t>ドメイン名から</a:t>
            </a:r>
            <a:r>
              <a:rPr lang="en-US" sz="2000" b="1" u="none" strike="noStrike">
                <a:solidFill>
                  <a:schemeClr val="dk1"/>
                </a:solidFill>
                <a:effectLst/>
                <a:uFillTx/>
                <a:latin typeface="Meiryo UI"/>
                <a:ea typeface="Meiryo UI"/>
              </a:rPr>
              <a:t>IP</a:t>
            </a:r>
            <a:r>
              <a:rPr lang="ja-JP" sz="2000" b="1" u="none" strike="noStrike">
                <a:solidFill>
                  <a:schemeClr val="dk1"/>
                </a:solidFill>
                <a:effectLst/>
                <a:uFillTx/>
                <a:latin typeface="Meiryo UI"/>
                <a:ea typeface="Meiryo UI"/>
              </a:rPr>
              <a:t>アドレスを調べる処理</a:t>
            </a:r>
            <a:r>
              <a:rPr lang="en-US" sz="2000" b="0" u="none" strike="noStrike">
                <a:solidFill>
                  <a:schemeClr val="dk1"/>
                </a:solidFill>
                <a:effectLst/>
                <a:uFillTx/>
                <a:latin typeface="Meiryo UI"/>
                <a:ea typeface="Meiryo UI"/>
              </a:rPr>
              <a:t> のことを指しており、</a:t>
            </a: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と深く関係しています。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hosts</a:t>
            </a:r>
            <a:r>
              <a:rPr lang="ja-JP" sz="4400" b="1" u="none" spc="99" strike="noStrike">
                <a:solidFill>
                  <a:schemeClr val="dk1"/>
                </a:solidFill>
                <a:effectLst/>
                <a:uFillTx/>
                <a:latin typeface="Meiryo UI"/>
                <a:ea typeface="Meiryo UI"/>
              </a:rPr>
              <a:t>ファイルとは</a:t>
            </a:r>
            <a:r>
              <a:rPr lang="en-US" sz="4400" b="1" u="none" spc="99" strike="noStrike">
                <a:solidFill>
                  <a:schemeClr val="dk1"/>
                </a:solidFill>
                <a:effectLst/>
                <a:uFillTx/>
                <a:latin typeface="Meiryo UI"/>
                <a:ea typeface="Meiryo UI"/>
              </a:rPr>
              <a:t>?</a:t>
            </a:r>
            <a:endParaRPr lang="en-US" sz="4400" b="1" u="none" spc="99" strike="noStrike">
              <a:solidFill>
                <a:schemeClr val="dk1"/>
              </a:solidFill>
              <a:effectLst/>
              <a:uFillTx/>
              <a:latin typeface="Meiryo UI"/>
            </a:endParaRPr>
          </a:p>
        </p:txBody>
      </p:sp>
      <p:sp>
        <p:nvSpPr>
          <p:cNvPr id="415" name="PlaceHolder 2"/>
          <p:cNvSpPr>
            <a:spLocks noGrp="1"/>
          </p:cNvSpPr>
          <p:nvPr>
            <p:ph hasCustomPrompt="1"/>
          </p:nvPr>
        </p:nvSpPr>
        <p:spPr>
          <a:xfrm>
            <a:off x="620640" y="583920"/>
            <a:ext cx="10980360" cy="4901760"/>
          </a:xfrm>
          <a:prstGeom prst="rect">
            <a:avLst/>
          </a:prstGeom>
          <a:noFill/>
          <a:ln w="0">
            <a:noFill/>
          </a:ln>
        </p:spPr>
        <p:txBody>
          <a:bodyPr lIns="0" tIns="45720" rIns="91440" bIns="45720" anchor="t">
            <a:normAutofit lnSpcReduction="9999"/>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という技術が登場するまでは、各ノード（コンピュータ）に </a:t>
            </a:r>
            <a:r>
              <a:rPr lang="en-US" sz="2000" b="1" u="none" strike="noStrike">
                <a:solidFill>
                  <a:schemeClr val="dk1"/>
                </a:solidFill>
                <a:effectLst/>
                <a:uFillTx/>
                <a:latin typeface="Meiryo UI"/>
                <a:ea typeface="Meiryo UI"/>
              </a:rPr>
              <a:t>hosts </a:t>
            </a:r>
            <a:r>
              <a:rPr lang="ja-JP" sz="2000" b="1" u="none" strike="noStrike">
                <a:solidFill>
                  <a:schemeClr val="dk1"/>
                </a:solidFill>
                <a:effectLst/>
                <a:uFillTx/>
                <a:latin typeface="Meiryo UI"/>
                <a:ea typeface="Meiryo UI"/>
              </a:rPr>
              <a:t>ファイル</a:t>
            </a:r>
            <a:r>
              <a:rPr lang="en-US" sz="2000" b="0" u="none" strike="noStrike">
                <a:solidFill>
                  <a:schemeClr val="dk1"/>
                </a:solidFill>
                <a:effectLst/>
                <a:uFillTx/>
                <a:latin typeface="Meiryo UI"/>
                <a:ea typeface="Meiryo UI"/>
              </a:rPr>
              <a:t> というものが置かれており、</a:t>
            </a:r>
            <a:br>
              <a:rPr sz="2000"/>
            </a:br>
            <a:r>
              <a:rPr lang="ja-JP" sz="2000" b="0" u="none" strike="noStrike">
                <a:solidFill>
                  <a:schemeClr val="dk1"/>
                </a:solidFill>
                <a:effectLst/>
                <a:uFillTx/>
                <a:latin typeface="Meiryo UI"/>
                <a:ea typeface="Meiryo UI"/>
              </a:rPr>
              <a:t>そのファイルを参照して名前解決を行っていました。</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hosts</a:t>
            </a:r>
            <a:r>
              <a:rPr lang="ja-JP" sz="2000" b="0" u="none" strike="noStrike">
                <a:solidFill>
                  <a:schemeClr val="dk1"/>
                </a:solidFill>
                <a:effectLst/>
                <a:uFillTx/>
                <a:latin typeface="Meiryo UI"/>
                <a:ea typeface="Meiryo UI"/>
              </a:rPr>
              <a:t>ファイルはローカルファイルであるため、名前解決の内容を変更する場合は </a:t>
            </a:r>
            <a:r>
              <a:rPr lang="ja-JP" sz="2000" b="1" u="none" strike="noStrike">
                <a:solidFill>
                  <a:schemeClr val="dk1"/>
                </a:solidFill>
                <a:effectLst/>
                <a:uFillTx/>
                <a:latin typeface="Meiryo UI"/>
                <a:ea typeface="Meiryo UI"/>
              </a:rPr>
              <a:t>すべてのノードで手動更新</a:t>
            </a:r>
            <a:r>
              <a:rPr lang="en-US" sz="2000" b="0" u="none" strike="noStrike">
                <a:solidFill>
                  <a:schemeClr val="dk1"/>
                </a:solidFill>
                <a:effectLst/>
                <a:uFillTx/>
                <a:latin typeface="Meiryo UI"/>
                <a:ea typeface="Meiryo UI"/>
              </a:rPr>
              <a:t> が必要となり、ネットワーク規模が大きくなるにつれて非常に大変な作業でした。</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そこで、ネットワーク経由で名前解決を集中管理できる</a:t>
            </a:r>
            <a:r>
              <a:rPr lang="en-US" sz="2000" b="1"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が開発され、現在では</a:t>
            </a: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が主流となっています。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ただし、その名残として </a:t>
            </a:r>
            <a:r>
              <a:rPr lang="en-US" sz="2000" b="0" u="none" strike="noStrike">
                <a:solidFill>
                  <a:schemeClr val="dk1"/>
                </a:solidFill>
                <a:effectLst/>
                <a:uFillTx/>
                <a:latin typeface="Meiryo UI"/>
                <a:ea typeface="Meiryo UI"/>
              </a:rPr>
              <a:t>hosts </a:t>
            </a:r>
            <a:r>
              <a:rPr lang="ja-JP" sz="2000" b="0" u="none" strike="noStrike">
                <a:solidFill>
                  <a:schemeClr val="dk1"/>
                </a:solidFill>
                <a:effectLst/>
                <a:uFillTx/>
                <a:latin typeface="Meiryo UI"/>
                <a:ea typeface="Meiryo UI"/>
              </a:rPr>
              <a:t>ファイルは現在も利用されており、主要な</a:t>
            </a:r>
            <a:r>
              <a:rPr lang="en-US" sz="2000" b="0" u="none" strike="noStrike">
                <a:solidFill>
                  <a:schemeClr val="dk1"/>
                </a:solidFill>
                <a:effectLst/>
                <a:uFillTx/>
                <a:latin typeface="Meiryo UI"/>
                <a:ea typeface="Meiryo UI"/>
              </a:rPr>
              <a:t>OS</a:t>
            </a:r>
            <a:r>
              <a:rPr lang="ja-JP" sz="2000" b="0" u="none" strike="noStrike">
                <a:solidFill>
                  <a:schemeClr val="dk1"/>
                </a:solidFill>
                <a:effectLst/>
                <a:uFillTx/>
                <a:latin typeface="Meiryo UI"/>
                <a:ea typeface="Meiryo UI"/>
              </a:rPr>
              <a:t>（</a:t>
            </a:r>
            <a:r>
              <a:rPr lang="en-US" sz="2000" b="0" u="none" strike="noStrike">
                <a:solidFill>
                  <a:schemeClr val="dk1"/>
                </a:solidFill>
                <a:effectLst/>
                <a:uFillTx/>
                <a:latin typeface="Meiryo UI"/>
                <a:ea typeface="Meiryo UI"/>
              </a:rPr>
              <a:t>Windows</a:t>
            </a:r>
            <a:r>
              <a:rPr lang="ja-JP" sz="2000" b="0" u="none" strike="noStrike">
                <a:solidFill>
                  <a:schemeClr val="dk1"/>
                </a:solidFill>
                <a:effectLst/>
                <a:uFillTx/>
                <a:latin typeface="Meiryo UI"/>
                <a:ea typeface="Meiryo UI"/>
              </a:rPr>
              <a:t>、</a:t>
            </a:r>
            <a:r>
              <a:rPr lang="en-US" sz="2000" b="0" u="none" strike="noStrike">
                <a:solidFill>
                  <a:schemeClr val="dk1"/>
                </a:solidFill>
                <a:effectLst/>
                <a:uFillTx/>
                <a:latin typeface="Meiryo UI"/>
                <a:ea typeface="Meiryo UI"/>
              </a:rPr>
              <a:t>macOS</a:t>
            </a:r>
            <a:r>
              <a:rPr lang="ja-JP" sz="2000" b="0" u="none" strike="noStrike">
                <a:solidFill>
                  <a:schemeClr val="dk1"/>
                </a:solidFill>
                <a:effectLst/>
                <a:uFillTx/>
                <a:latin typeface="Meiryo UI"/>
                <a:ea typeface="Meiryo UI"/>
              </a:rPr>
              <a:t>、</a:t>
            </a:r>
            <a:r>
              <a:rPr lang="en-US" sz="2000" b="0" u="none" strike="noStrike">
                <a:solidFill>
                  <a:schemeClr val="dk1"/>
                </a:solidFill>
                <a:effectLst/>
                <a:uFillTx/>
                <a:latin typeface="Meiryo UI"/>
                <a:ea typeface="Meiryo UI"/>
              </a:rPr>
              <a:t>Linux</a:t>
            </a:r>
            <a:r>
              <a:rPr lang="ja-JP" sz="2000" b="0" u="none" strike="noStrike">
                <a:solidFill>
                  <a:schemeClr val="dk1"/>
                </a:solidFill>
                <a:effectLst/>
                <a:uFillTx/>
                <a:latin typeface="Meiryo UI"/>
                <a:ea typeface="Meiryo UI"/>
              </a:rPr>
              <a:t>ディストリビューション）では、</a:t>
            </a:r>
            <a:r>
              <a:rPr lang="ja-JP" sz="2000" b="1" u="none" strike="noStrike">
                <a:solidFill>
                  <a:schemeClr val="dk1"/>
                </a:solidFill>
                <a:effectLst/>
                <a:uFillTx/>
                <a:latin typeface="Meiryo UI"/>
                <a:ea typeface="Meiryo UI"/>
              </a:rPr>
              <a:t>名前解決の際にまず</a:t>
            </a:r>
            <a:r>
              <a:rPr lang="en-US" sz="2000" b="1" u="none" strike="noStrike">
                <a:solidFill>
                  <a:schemeClr val="dk1"/>
                </a:solidFill>
                <a:effectLst/>
                <a:uFillTx/>
                <a:latin typeface="Meiryo UI"/>
                <a:ea typeface="Meiryo UI"/>
              </a:rPr>
              <a:t>hosts</a:t>
            </a:r>
            <a:r>
              <a:rPr lang="ja-JP" sz="2000" b="1" u="none" strike="noStrike">
                <a:solidFill>
                  <a:schemeClr val="dk1"/>
                </a:solidFill>
                <a:effectLst/>
                <a:uFillTx/>
                <a:latin typeface="Meiryo UI"/>
                <a:ea typeface="Meiryo UI"/>
              </a:rPr>
              <a:t>ファイルを参照し、一致しない場合に</a:t>
            </a:r>
            <a:r>
              <a:rPr lang="en-US" sz="2000" b="1" u="none" strike="noStrike">
                <a:solidFill>
                  <a:schemeClr val="dk1"/>
                </a:solidFill>
                <a:effectLst/>
                <a:uFillTx/>
                <a:latin typeface="Meiryo UI"/>
                <a:ea typeface="Meiryo UI"/>
              </a:rPr>
              <a:t>DNS</a:t>
            </a:r>
            <a:r>
              <a:rPr lang="ja-JP" sz="2000" b="1" u="none" strike="noStrike">
                <a:solidFill>
                  <a:schemeClr val="dk1"/>
                </a:solidFill>
                <a:effectLst/>
                <a:uFillTx/>
                <a:latin typeface="Meiryo UI"/>
                <a:ea typeface="Meiryo UI"/>
              </a:rPr>
              <a:t>へ問い合わせる</a:t>
            </a:r>
            <a:r>
              <a:rPr lang="en-US" sz="2000" b="0" u="none" strike="noStrike">
                <a:solidFill>
                  <a:schemeClr val="dk1"/>
                </a:solidFill>
                <a:effectLst/>
                <a:uFillTx/>
                <a:latin typeface="Meiryo UI"/>
                <a:ea typeface="Meiryo UI"/>
              </a:rPr>
              <a:t> という動作をします。</a:t>
            </a:r>
            <a:br>
              <a:rPr sz="2000"/>
            </a:br>
            <a:r>
              <a:rPr lang="en-US" sz="2000" b="0" u="none" strike="noStrike">
                <a:solidFill>
                  <a:schemeClr val="dk1"/>
                </a:solidFill>
                <a:effectLst/>
                <a:uFillTx/>
                <a:latin typeface="Meiryo UI"/>
                <a:ea typeface="Meiryo UI"/>
              </a:rPr>
              <a:t>hosts </a:t>
            </a:r>
            <a:r>
              <a:rPr lang="ja-JP" sz="2000" b="0" u="none" strike="noStrike">
                <a:solidFill>
                  <a:schemeClr val="dk1"/>
                </a:solidFill>
                <a:effectLst/>
                <a:uFillTx/>
                <a:latin typeface="Meiryo UI"/>
                <a:ea typeface="Meiryo UI"/>
              </a:rPr>
              <a:t>ファイルは、下記の場合で利用されることがあるので知識として持っておく必要があります。</a:t>
            </a:r>
            <a:endParaRPr lang="en-US" sz="2000" b="0" u="none" strike="noStrike">
              <a:solidFill>
                <a:schemeClr val="dk1"/>
              </a:solidFill>
              <a:effectLst/>
              <a:uFillTx/>
              <a:latin typeface="Meiryo UI"/>
            </a:endParaRPr>
          </a:p>
          <a:p>
            <a:pPr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個別の名前解決設定をしたい場合</a:t>
            </a:r>
            <a:endParaRPr lang="en-US" sz="2000" b="0" u="none" strike="noStrike">
              <a:solidFill>
                <a:schemeClr val="dk1"/>
              </a:solidFill>
              <a:effectLst/>
              <a:uFillTx/>
              <a:latin typeface="Meiryo UI"/>
            </a:endParaRPr>
          </a:p>
          <a:p>
            <a:pPr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動作確認やテスト環境</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sp>
        <p:nvSpPr>
          <p:cNvPr id="416" name="Content Placeholder 2"/>
          <p:cNvSpPr/>
          <p:nvPr/>
        </p:nvSpPr>
        <p:spPr>
          <a:xfrm>
            <a:off x="5404320" y="4222080"/>
            <a:ext cx="6787080" cy="878760"/>
          </a:xfrm>
          <a:prstGeom prst="rect">
            <a:avLst/>
          </a:prstGeom>
          <a:noFill/>
          <a:ln w="0">
            <a:noFill/>
          </a:ln>
        </p:spPr>
        <p:style>
          <a:lnRef idx="0"/>
          <a:fillRef idx="0"/>
          <a:effectRef idx="0"/>
          <a:fontRef idx="minor"/>
        </p:style>
        <p:txBody>
          <a:bodyPr lIns="0" tIns="45000" rIns="90000" bIns="45000" anchor="t">
            <a:normAutofit fontScale="85000" lnSpcReduction="19999"/>
          </a:bodyPr>
          <a:p>
            <a:pPr defTabSz="914400">
              <a:lnSpc>
                <a:spcPct val="90000"/>
              </a:lnSpc>
              <a:spcBef>
                <a:spcPts val="1800"/>
              </a:spcBef>
              <a:tabLst>
                <a:tab pos="0" algn="l"/>
              </a:tabLst>
            </a:pPr>
            <a:r>
              <a:rPr lang="en-US" sz="2000" b="0" u="none" strike="noStrike">
                <a:solidFill>
                  <a:srgbClr val="C00000"/>
                </a:solidFill>
                <a:effectLst/>
                <a:uFillTx/>
                <a:latin typeface="Meiryo UI"/>
                <a:ea typeface="Meiryo UI"/>
              </a:rPr>
              <a:t>※</a:t>
            </a:r>
            <a:r>
              <a:rPr lang="ja-JP" sz="2000" b="0" u="none" strike="noStrike">
                <a:solidFill>
                  <a:srgbClr val="C00000"/>
                </a:solidFill>
                <a:effectLst/>
                <a:uFillTx/>
                <a:latin typeface="Meiryo UI"/>
                <a:ea typeface="Meiryo UI"/>
              </a:rPr>
              <a:t>注</a:t>
            </a:r>
            <a:br>
              <a:rPr sz="2000"/>
            </a:br>
            <a:r>
              <a:rPr lang="ja-JP" sz="2000" b="0" u="none" strike="noStrike">
                <a:solidFill>
                  <a:srgbClr val="C00000"/>
                </a:solidFill>
                <a:effectLst/>
                <a:uFillTx/>
                <a:latin typeface="Meiryo UI"/>
                <a:ea typeface="Meiryo UI"/>
              </a:rPr>
              <a:t>なお、</a:t>
            </a:r>
            <a:r>
              <a:rPr lang="en-US" sz="2000" b="0" u="none" strike="noStrike">
                <a:solidFill>
                  <a:srgbClr val="C00000"/>
                </a:solidFill>
                <a:effectLst/>
                <a:uFillTx/>
                <a:latin typeface="Meiryo UI"/>
                <a:ea typeface="Meiryo UI"/>
              </a:rPr>
              <a:t>hosts </a:t>
            </a:r>
            <a:r>
              <a:rPr lang="ja-JP" sz="2000" b="0" u="none" strike="noStrike">
                <a:solidFill>
                  <a:srgbClr val="C00000"/>
                </a:solidFill>
                <a:effectLst/>
                <a:uFillTx/>
                <a:latin typeface="Meiryo UI"/>
                <a:ea typeface="Meiryo UI"/>
              </a:rPr>
              <a:t>ファイルに記述された内容は </a:t>
            </a:r>
            <a:r>
              <a:rPr lang="en-US" sz="2000" b="1" u="none" strike="noStrike">
                <a:solidFill>
                  <a:srgbClr val="C00000"/>
                </a:solidFill>
                <a:effectLst/>
                <a:uFillTx/>
                <a:latin typeface="Meiryo UI"/>
                <a:ea typeface="Meiryo UI"/>
              </a:rPr>
              <a:t>DNS</a:t>
            </a:r>
            <a:r>
              <a:rPr lang="ja-JP" sz="2000" b="1" u="none" strike="noStrike">
                <a:solidFill>
                  <a:srgbClr val="C00000"/>
                </a:solidFill>
                <a:effectLst/>
                <a:uFillTx/>
                <a:latin typeface="Meiryo UI"/>
                <a:ea typeface="Meiryo UI"/>
              </a:rPr>
              <a:t>よりも優先される</a:t>
            </a:r>
            <a:r>
              <a:rPr lang="en-US" sz="2000" b="0" u="none" strike="noStrike">
                <a:solidFill>
                  <a:srgbClr val="C00000"/>
                </a:solidFill>
                <a:effectLst/>
                <a:uFillTx/>
                <a:latin typeface="Meiryo UI"/>
                <a:ea typeface="Meiryo UI"/>
              </a:rPr>
              <a:t> ため、</a:t>
            </a:r>
            <a:br>
              <a:rPr sz="2000"/>
            </a:br>
            <a:r>
              <a:rPr lang="ja-JP" sz="2000" b="0" u="none" strike="noStrike">
                <a:solidFill>
                  <a:srgbClr val="C00000"/>
                </a:solidFill>
                <a:effectLst/>
                <a:uFillTx/>
                <a:latin typeface="Meiryo UI"/>
                <a:ea typeface="Meiryo UI"/>
              </a:rPr>
              <a:t>設定を誤ると特定のサイトにアクセスできなくなることがあります。</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DNS</a:t>
            </a:r>
            <a:r>
              <a:rPr lang="ja-JP" sz="4400" b="1" u="none" spc="99" strike="noStrike">
                <a:solidFill>
                  <a:schemeClr val="dk1"/>
                </a:solidFill>
                <a:effectLst/>
                <a:uFillTx/>
                <a:latin typeface="Meiryo UI"/>
                <a:ea typeface="Meiryo UI"/>
              </a:rPr>
              <a:t>が止まるとどうなる？</a:t>
            </a:r>
            <a:endParaRPr lang="en-US" sz="4400" b="1" u="none" spc="99" strike="noStrike">
              <a:solidFill>
                <a:schemeClr val="dk1"/>
              </a:solidFill>
              <a:effectLst/>
              <a:uFillTx/>
              <a:latin typeface="Meiryo UI"/>
            </a:endParaRPr>
          </a:p>
        </p:txBody>
      </p:sp>
      <p:sp>
        <p:nvSpPr>
          <p:cNvPr id="418" name="テキスト ボックス 3"/>
          <p:cNvSpPr/>
          <p:nvPr/>
        </p:nvSpPr>
        <p:spPr>
          <a:xfrm>
            <a:off x="603720" y="583920"/>
            <a:ext cx="4734000" cy="3998520"/>
          </a:xfrm>
          <a:prstGeom prst="rect">
            <a:avLst/>
          </a:prstGeom>
          <a:noFill/>
          <a:ln w="0">
            <a:noFill/>
          </a:ln>
        </p:spPr>
        <p:style>
          <a:lnRef idx="0"/>
          <a:fillRef idx="0"/>
          <a:effectRef idx="0"/>
          <a:fontRef idx="minor"/>
        </p:style>
        <p:txBody>
          <a:bodyPr lIns="0" tIns="274320" rIns="90000" bIns="45000" anchor="t">
            <a:normAutofit/>
          </a:bodyPr>
          <a:p>
            <a:pPr defTabSz="914400">
              <a:lnSpc>
                <a:spcPct val="90000"/>
              </a:lnSpc>
              <a:spcBef>
                <a:spcPts val="1800"/>
              </a:spcBef>
            </a:pP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が止まると名前解決が出来なくなるのでドメインで管理されているソフトウェアやサービスで問題が発生します。</a:t>
            </a:r>
            <a:br>
              <a:rPr sz="2000"/>
            </a:br>
            <a:r>
              <a:rPr lang="ja-JP" sz="2000" b="0" u="none" strike="noStrike">
                <a:solidFill>
                  <a:schemeClr val="dk1"/>
                </a:solidFill>
                <a:effectLst/>
                <a:uFillTx/>
                <a:latin typeface="Meiryo UI"/>
                <a:ea typeface="Meiryo UI"/>
              </a:rPr>
              <a:t>主に右記の症状になる可能性があります。</a:t>
            </a:r>
            <a:endParaRPr lang="en-US" sz="2000" b="0" u="none" strike="noStrike">
              <a:solidFill>
                <a:srgbClr val="000000"/>
              </a:solidFill>
              <a:effectLst/>
              <a:uFillTx/>
              <a:latin typeface="Arial"/>
            </a:endParaRPr>
          </a:p>
          <a:p>
            <a:pPr defTabSz="914400">
              <a:lnSpc>
                <a:spcPct val="90000"/>
              </a:lnSpc>
              <a:spcBef>
                <a:spcPts val="1800"/>
              </a:spcBef>
            </a:pPr>
            <a:r>
              <a:rPr lang="ja-JP" sz="2000" b="0" u="none" strike="noStrike">
                <a:solidFill>
                  <a:schemeClr val="dk1"/>
                </a:solidFill>
                <a:effectLst/>
                <a:uFillTx/>
                <a:latin typeface="Meiryo UI"/>
                <a:ea typeface="Meiryo UI"/>
              </a:rPr>
              <a:t>有名な</a:t>
            </a:r>
            <a:r>
              <a:rPr lang="en-US" sz="2000" b="0" u="none" strike="noStrike">
                <a:solidFill>
                  <a:schemeClr val="dk1"/>
                </a:solidFill>
                <a:effectLst/>
                <a:uFillTx/>
                <a:latin typeface="Meiryo UI"/>
                <a:ea typeface="Meiryo UI"/>
              </a:rPr>
              <a:t>DNS</a:t>
            </a:r>
            <a:r>
              <a:rPr lang="ja-JP" sz="2000" b="0" u="none" strike="noStrike">
                <a:solidFill>
                  <a:schemeClr val="dk1"/>
                </a:solidFill>
                <a:effectLst/>
                <a:uFillTx/>
                <a:latin typeface="Meiryo UI"/>
                <a:ea typeface="Meiryo UI"/>
              </a:rPr>
              <a:t>サーバー</a:t>
            </a:r>
            <a:r>
              <a:rPr lang="en-US" sz="2000" b="0" u="none" strike="noStrike">
                <a:solidFill>
                  <a:schemeClr val="dk1"/>
                </a:solidFill>
                <a:effectLst/>
                <a:uFillTx/>
                <a:latin typeface="Meiryo UI"/>
                <a:ea typeface="Meiryo UI"/>
              </a:rPr>
              <a:t>(PublicDNS)</a:t>
            </a:r>
            <a:endParaRPr lang="en-US" sz="2000" b="0" u="none" strike="noStrike">
              <a:solidFill>
                <a:srgbClr val="000000"/>
              </a:solidFill>
              <a:effectLst/>
              <a:uFillTx/>
              <a:latin typeface="Arial"/>
            </a:endParaRPr>
          </a:p>
          <a:p>
            <a:pPr marL="343080" indent="-343080" defTabSz="914400">
              <a:lnSpc>
                <a:spcPct val="90000"/>
              </a:lnSpc>
              <a:spcBef>
                <a:spcPts val="1800"/>
              </a:spcBef>
              <a:buClr>
                <a:srgbClr val="000000"/>
              </a:buClr>
              <a:buFont typeface="Arial"/>
              <a:buChar char="•"/>
            </a:pPr>
            <a:r>
              <a:rPr lang="en-US" sz="2000" b="0" u="none" strike="noStrike">
                <a:solidFill>
                  <a:schemeClr val="dk1"/>
                </a:solidFill>
                <a:effectLst/>
                <a:uFillTx/>
                <a:latin typeface="Meiryo UI"/>
                <a:ea typeface="Meiryo UI"/>
              </a:rPr>
              <a:t>8.8.8.8-Google</a:t>
            </a:r>
            <a:endParaRPr lang="en-US" sz="2000" b="0" u="none" strike="noStrike">
              <a:solidFill>
                <a:srgbClr val="000000"/>
              </a:solidFill>
              <a:effectLst/>
              <a:uFillTx/>
              <a:latin typeface="Arial"/>
            </a:endParaRPr>
          </a:p>
          <a:p>
            <a:pPr marL="343080" indent="-343080" defTabSz="914400">
              <a:lnSpc>
                <a:spcPct val="90000"/>
              </a:lnSpc>
              <a:spcBef>
                <a:spcPts val="1800"/>
              </a:spcBef>
              <a:buClr>
                <a:srgbClr val="000000"/>
              </a:buClr>
              <a:buFont typeface="Arial"/>
              <a:buChar char="•"/>
            </a:pPr>
            <a:r>
              <a:rPr lang="en-US" sz="2000" b="0" u="none" strike="noStrike">
                <a:solidFill>
                  <a:schemeClr val="dk1"/>
                </a:solidFill>
                <a:effectLst/>
                <a:uFillTx/>
                <a:latin typeface="Meiryo UI"/>
                <a:ea typeface="Meiryo UI"/>
              </a:rPr>
              <a:t>1.1.1.1-CloudFlare</a:t>
            </a:r>
            <a:endParaRPr lang="en-US" sz="2000" b="0" u="none" strike="noStrike">
              <a:solidFill>
                <a:srgbClr val="000000"/>
              </a:solidFill>
              <a:effectLst/>
              <a:uFillTx/>
              <a:latin typeface="Arial"/>
            </a:endParaRPr>
          </a:p>
        </p:txBody>
      </p:sp>
      <p:graphicFrame>
        <p:nvGraphicFramePr>
          <p:cNvPr id="419" name="Diagram2"/>
          <p:cNvGraphicFramePr/>
          <p:nvPr>
            <p:extLst>
              <p:ext uri="{D42A27DB-BD31-4B8C-83A1-F6EECF244321}">
                <p14:modId xmlns:p14="http://schemas.microsoft.com/office/powerpoint/2010/main" val="2600634763"/>
              </p:ext>
            </p:extLst>
          </p:nvPr>
        </p:nvGraphicFramePr>
        <p:xfrm>
          <a:off x="6095880" y="583920"/>
          <a:ext cx="5500800" cy="31219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4</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4</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422"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ローカル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とグローバル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の対応付け</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NAT</a:t>
            </a:r>
            <a:r>
              <a:rPr lang="ja-JP" sz="2400" b="1" u="none" strike="noStrike">
                <a:solidFill>
                  <a:schemeClr val="lt2">
                    <a:lumMod val="75000"/>
                  </a:schemeClr>
                </a:solidFill>
                <a:effectLst/>
                <a:uFillTx/>
                <a:latin typeface="Meiryo UI"/>
                <a:ea typeface="Meiryo UI"/>
              </a:rPr>
              <a:t>と</a:t>
            </a:r>
            <a:r>
              <a:rPr lang="en-US" sz="2400" b="1" u="none" strike="noStrike">
                <a:solidFill>
                  <a:schemeClr val="lt2">
                    <a:lumMod val="75000"/>
                  </a:schemeClr>
                </a:solidFill>
                <a:effectLst/>
                <a:uFillTx/>
                <a:latin typeface="Meiryo UI"/>
                <a:ea typeface="Meiryo UI"/>
              </a:rPr>
              <a:t>NAPT</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ポート番号について</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変換の流れ</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en-US" sz="6000" b="1" u="none" spc="99" strike="noStrike">
                <a:solidFill>
                  <a:schemeClr val="dk1"/>
                </a:solidFill>
                <a:effectLst/>
                <a:uFillTx/>
                <a:latin typeface="Meiryo UI"/>
                <a:ea typeface="Meiryo UI"/>
              </a:rPr>
              <a:t>IP</a:t>
            </a:r>
            <a:r>
              <a:rPr lang="ja-JP" sz="6000" b="1" u="none" spc="99" strike="noStrike">
                <a:solidFill>
                  <a:schemeClr val="dk1"/>
                </a:solidFill>
                <a:effectLst/>
                <a:uFillTx/>
                <a:latin typeface="Meiryo UI"/>
                <a:ea typeface="Meiryo UI"/>
              </a:rPr>
              <a:t>の対応付け</a:t>
            </a:r>
            <a:endParaRPr lang="en-US" sz="6000" b="1" u="none" spc="99" strike="noStrike">
              <a:solidFill>
                <a:schemeClr val="dk1"/>
              </a:solidFill>
              <a:effectLst/>
              <a:uFillTx/>
              <a:latin typeface="Meiryo UI"/>
            </a:endParaRPr>
          </a:p>
        </p:txBody>
      </p:sp>
      <p:pic>
        <p:nvPicPr>
          <p:cNvPr id="424" name="図プレースホルダー 4"/>
          <p:cNvPicPr/>
          <p:nvPr/>
        </p:nvPicPr>
        <p:blipFill>
          <a:blip r:embed="rId1"/>
          <a:srcRect l="26327" t="0" r="26327" b="0"/>
          <a:stretch/>
        </p:blipFill>
        <p:spPr>
          <a:xfrm>
            <a:off x="0" y="-11160"/>
            <a:ext cx="5790600" cy="6879600"/>
          </a:xfrm>
          <a:prstGeom prst="rect">
            <a:avLst/>
          </a:prstGeom>
          <a:noFill/>
          <a:ln w="0">
            <a:noFill/>
          </a:ln>
        </p:spPr>
      </p:pic>
      <p:sp>
        <p:nvSpPr>
          <p:cNvPr id="425"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ローカル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をもった</a:t>
            </a:r>
            <a:r>
              <a:rPr lang="en-US" sz="2400" b="1" u="none" strike="noStrike">
                <a:solidFill>
                  <a:schemeClr val="lt2">
                    <a:lumMod val="75000"/>
                  </a:schemeClr>
                </a:solidFill>
                <a:effectLst/>
                <a:uFillTx/>
                <a:latin typeface="Meiryo UI"/>
                <a:ea typeface="Meiryo UI"/>
              </a:rPr>
              <a:t>PC</a:t>
            </a:r>
            <a:r>
              <a:rPr lang="ja-JP" sz="2400" b="1" u="none" strike="noStrike">
                <a:solidFill>
                  <a:schemeClr val="lt2">
                    <a:lumMod val="75000"/>
                  </a:schemeClr>
                </a:solidFill>
                <a:effectLst/>
                <a:uFillTx/>
                <a:latin typeface="Meiryo UI"/>
                <a:ea typeface="Meiryo UI"/>
              </a:rPr>
              <a:t>が別</a:t>
            </a:r>
            <a:r>
              <a:rPr lang="en-US" sz="2400" b="1" u="none" strike="noStrike">
                <a:solidFill>
                  <a:schemeClr val="lt2">
                    <a:lumMod val="75000"/>
                  </a:schemeClr>
                </a:solidFill>
                <a:effectLst/>
                <a:uFillTx/>
                <a:latin typeface="Meiryo UI"/>
                <a:ea typeface="Meiryo UI"/>
              </a:rPr>
              <a:t>LAN</a:t>
            </a:r>
            <a:r>
              <a:rPr lang="ja-JP" sz="2400" b="1" u="none" strike="noStrike">
                <a:solidFill>
                  <a:schemeClr val="lt2">
                    <a:lumMod val="75000"/>
                  </a:schemeClr>
                </a:solidFill>
                <a:effectLst/>
                <a:uFillTx/>
                <a:latin typeface="Meiryo UI"/>
                <a:ea typeface="Meiryo UI"/>
              </a:rPr>
              <a:t>のローカル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にアクセスする流れを見ていきましょう。</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hasCustomPrompt="1"/>
          </p:nvPr>
        </p:nvSpPr>
        <p:spPr>
          <a:xfrm>
            <a:off x="594360" y="189720"/>
            <a:ext cx="7030440" cy="159264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51" strike="noStrike">
                <a:solidFill>
                  <a:schemeClr val="dk1"/>
                </a:solidFill>
                <a:effectLst/>
                <a:uFillTx/>
                <a:latin typeface="Meiryo UI"/>
                <a:ea typeface="Meiryo UI"/>
              </a:rPr>
              <a:t>NAT,NAPT(IP</a:t>
            </a:r>
            <a:r>
              <a:rPr lang="ja-JP" sz="4400" b="1" u="none" spc="51" strike="noStrike">
                <a:solidFill>
                  <a:schemeClr val="dk1"/>
                </a:solidFill>
                <a:effectLst/>
                <a:uFillTx/>
                <a:latin typeface="Meiryo UI"/>
                <a:ea typeface="Meiryo UI"/>
              </a:rPr>
              <a:t>マスカレード</a:t>
            </a:r>
            <a:r>
              <a:rPr lang="en-US" sz="4400" b="1" u="none" spc="51" strike="noStrike">
                <a:solidFill>
                  <a:schemeClr val="dk1"/>
                </a:solidFill>
                <a:effectLst/>
                <a:uFillTx/>
                <a:latin typeface="Meiryo UI"/>
                <a:ea typeface="Meiryo UI"/>
              </a:rPr>
              <a:t>)</a:t>
            </a:r>
            <a:endParaRPr lang="en-US" sz="4400" b="1" u="none" spc="51" strike="noStrike">
              <a:solidFill>
                <a:schemeClr val="dk1"/>
              </a:solidFill>
              <a:effectLst/>
              <a:uFillTx/>
              <a:latin typeface="Meiryo UI"/>
            </a:endParaRPr>
          </a:p>
        </p:txBody>
      </p:sp>
      <p:sp>
        <p:nvSpPr>
          <p:cNvPr id="427" name="PlaceHolder 2"/>
          <p:cNvSpPr>
            <a:spLocks noGrp="1"/>
          </p:cNvSpPr>
          <p:nvPr>
            <p:ph hasCustomPrompt="1"/>
          </p:nvPr>
        </p:nvSpPr>
        <p:spPr>
          <a:xfrm>
            <a:off x="594360" y="2282040"/>
            <a:ext cx="6787080" cy="3707640"/>
          </a:xfrm>
          <a:prstGeom prst="rect">
            <a:avLst/>
          </a:prstGeom>
          <a:noFill/>
          <a:ln w="0">
            <a:noFill/>
          </a:ln>
        </p:spPr>
        <p:txBody>
          <a:bodyPr lIns="0" tIns="228600" rIns="0" bIns="0" anchor="t">
            <a:normAutofit lnSpcReduction="9999"/>
          </a:bodyPr>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ローカル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とグローバル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は</a:t>
            </a:r>
            <a:r>
              <a:rPr lang="en-US" sz="2400" b="1" u="none" strike="noStrike">
                <a:solidFill>
                  <a:schemeClr val="lt2">
                    <a:lumMod val="75000"/>
                  </a:schemeClr>
                </a:solidFill>
                <a:effectLst/>
                <a:uFillTx/>
                <a:latin typeface="Meiryo UI"/>
                <a:ea typeface="Meiryo UI"/>
              </a:rPr>
              <a:t>NAT</a:t>
            </a:r>
            <a:r>
              <a:rPr lang="ja-JP" sz="2400" b="1" u="none" strike="noStrike">
                <a:solidFill>
                  <a:schemeClr val="lt2">
                    <a:lumMod val="75000"/>
                  </a:schemeClr>
                </a:solidFill>
                <a:effectLst/>
                <a:uFillTx/>
                <a:latin typeface="Meiryo UI"/>
                <a:ea typeface="Meiryo UI"/>
              </a:rPr>
              <a:t>もしくは</a:t>
            </a:r>
            <a:r>
              <a:rPr lang="en-US" sz="2400" b="1" u="none" strike="noStrike">
                <a:solidFill>
                  <a:schemeClr val="lt2">
                    <a:lumMod val="75000"/>
                  </a:schemeClr>
                </a:solidFill>
                <a:effectLst/>
                <a:uFillTx/>
                <a:latin typeface="Meiryo UI"/>
                <a:ea typeface="Meiryo UI"/>
              </a:rPr>
              <a:t>NAPT</a:t>
            </a:r>
            <a:r>
              <a:rPr lang="ja-JP" sz="2400" b="1" u="none" strike="noStrike">
                <a:solidFill>
                  <a:schemeClr val="lt2">
                    <a:lumMod val="75000"/>
                  </a:schemeClr>
                </a:solidFill>
                <a:effectLst/>
                <a:uFillTx/>
                <a:latin typeface="Meiryo UI"/>
                <a:ea typeface="Meiryo UI"/>
              </a:rPr>
              <a:t>という技術で対応付けられそれにより</a:t>
            </a:r>
            <a:r>
              <a:rPr lang="en-US" sz="2400" b="1" u="none" strike="noStrike">
                <a:solidFill>
                  <a:schemeClr val="lt2">
                    <a:lumMod val="75000"/>
                  </a:schemeClr>
                </a:solidFill>
                <a:effectLst/>
                <a:uFillTx/>
                <a:latin typeface="Meiryo UI"/>
                <a:ea typeface="Meiryo UI"/>
              </a:rPr>
              <a:t>WAN</a:t>
            </a:r>
            <a:r>
              <a:rPr lang="ja-JP" sz="2400" b="1" u="none" strike="noStrike">
                <a:solidFill>
                  <a:schemeClr val="lt2">
                    <a:lumMod val="75000"/>
                  </a:schemeClr>
                </a:solidFill>
                <a:effectLst/>
                <a:uFillTx/>
                <a:latin typeface="Meiryo UI"/>
                <a:ea typeface="Meiryo UI"/>
              </a:rPr>
              <a:t>経由で外部</a:t>
            </a:r>
            <a:r>
              <a:rPr lang="en-US" sz="2400" b="1" u="none" strike="noStrike">
                <a:solidFill>
                  <a:schemeClr val="lt2">
                    <a:lumMod val="75000"/>
                  </a:schemeClr>
                </a:solidFill>
                <a:effectLst/>
                <a:uFillTx/>
                <a:latin typeface="Meiryo UI"/>
                <a:ea typeface="Meiryo UI"/>
              </a:rPr>
              <a:t>LAN</a:t>
            </a:r>
            <a:r>
              <a:rPr lang="ja-JP" sz="2400" b="1" u="none" strike="noStrike">
                <a:solidFill>
                  <a:schemeClr val="lt2">
                    <a:lumMod val="75000"/>
                  </a:schemeClr>
                </a:solidFill>
                <a:effectLst/>
                <a:uFillTx/>
                <a:latin typeface="Meiryo UI"/>
                <a:ea typeface="Meiryo UI"/>
              </a:rPr>
              <a:t>との通信を可能にします。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流れとしては、ローカル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を持ったノードがルーターへ通信しそこでそのルーターが持つグローバル</a:t>
            </a: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からの通信に変換され</a:t>
            </a:r>
            <a:r>
              <a:rPr lang="en-US" sz="2400" b="1" u="none" strike="noStrike">
                <a:solidFill>
                  <a:schemeClr val="lt2">
                    <a:lumMod val="75000"/>
                  </a:schemeClr>
                </a:solidFill>
                <a:effectLst/>
                <a:uFillTx/>
                <a:latin typeface="Meiryo UI"/>
                <a:ea typeface="Meiryo UI"/>
              </a:rPr>
              <a:t>WAN</a:t>
            </a:r>
            <a:r>
              <a:rPr lang="ja-JP" sz="2400" b="1" u="none" strike="noStrike">
                <a:solidFill>
                  <a:schemeClr val="lt2">
                    <a:lumMod val="75000"/>
                  </a:schemeClr>
                </a:solidFill>
                <a:effectLst/>
                <a:uFillTx/>
                <a:latin typeface="Meiryo UI"/>
                <a:ea typeface="Meiryo UI"/>
              </a:rPr>
              <a:t>に出ます。</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2400" b="1" u="none" strike="noStrike">
                <a:solidFill>
                  <a:schemeClr val="lt2">
                    <a:lumMod val="75000"/>
                  </a:schemeClr>
                </a:solidFill>
                <a:effectLst/>
                <a:uFillTx/>
                <a:latin typeface="Meiryo UI"/>
                <a:ea typeface="Meiryo UI"/>
              </a:rPr>
              <a:t>その先では逆のことが行われ返ってくるというイメージです。</a:t>
            </a:r>
            <a:br>
              <a:rPr sz="2400"/>
            </a:br>
            <a:r>
              <a:rPr lang="ja-JP" sz="2400" b="1" u="none" strike="noStrike">
                <a:solidFill>
                  <a:schemeClr val="lt2">
                    <a:lumMod val="75000"/>
                  </a:schemeClr>
                </a:solidFill>
                <a:effectLst/>
                <a:uFillTx/>
                <a:latin typeface="Meiryo UI"/>
                <a:ea typeface="Meiryo UI"/>
              </a:rPr>
              <a:t>家庭用のネットワークでは通常</a:t>
            </a:r>
            <a:r>
              <a:rPr lang="en-US" sz="2400" b="1" u="none" strike="noStrike">
                <a:solidFill>
                  <a:schemeClr val="lt2">
                    <a:lumMod val="75000"/>
                  </a:schemeClr>
                </a:solidFill>
                <a:effectLst/>
                <a:uFillTx/>
                <a:latin typeface="Meiryo UI"/>
                <a:ea typeface="Meiryo UI"/>
              </a:rPr>
              <a:t>NAPT</a:t>
            </a:r>
            <a:r>
              <a:rPr lang="ja-JP" sz="2400" b="1" u="none" strike="noStrike">
                <a:solidFill>
                  <a:schemeClr val="lt2">
                    <a:lumMod val="75000"/>
                  </a:schemeClr>
                </a:solidFill>
                <a:effectLst/>
                <a:uFillTx/>
                <a:latin typeface="Meiryo UI"/>
                <a:ea typeface="Meiryo UI"/>
              </a:rPr>
              <a:t>が使用されます。</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ポート番号について</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ポート番号とは</a:t>
            </a:r>
            <a:endParaRPr lang="en-US" sz="4400" b="1" u="none" spc="51" strike="noStrike">
              <a:solidFill>
                <a:schemeClr val="dk1"/>
              </a:solidFill>
              <a:effectLst/>
              <a:uFillTx/>
              <a:latin typeface="Meiryo UI"/>
            </a:endParaRPr>
          </a:p>
        </p:txBody>
      </p:sp>
      <p:sp>
        <p:nvSpPr>
          <p:cNvPr id="430" name="PlaceHolder 2"/>
          <p:cNvSpPr>
            <a:spLocks noGrp="1"/>
          </p:cNvSpPr>
          <p:nvPr>
            <p:ph hasCustomPrompt="1"/>
          </p:nvPr>
        </p:nvSpPr>
        <p:spPr>
          <a:xfrm>
            <a:off x="594360" y="2282040"/>
            <a:ext cx="11171880" cy="4385880"/>
          </a:xfrm>
          <a:prstGeom prst="rect">
            <a:avLst/>
          </a:prstGeom>
          <a:noFill/>
          <a:ln w="0">
            <a:noFill/>
          </a:ln>
        </p:spPr>
        <p:txBody>
          <a:bodyPr lIns="0" tIns="228600" rIns="0" bIns="0" anchor="t">
            <a:normAutofit/>
          </a:bodyPr>
          <a:p>
            <a:pPr indent="0" algn="l" defTabSz="914400">
              <a:lnSpc>
                <a:spcPct val="80000"/>
              </a:lnSpc>
              <a:spcBef>
                <a:spcPts val="2200"/>
              </a:spcBef>
              <a:buNone/>
              <a:tabLst>
                <a:tab pos="0" algn="l"/>
              </a:tabLst>
            </a:pPr>
            <a:r>
              <a:rPr lang="ja-JP" sz="1600" b="1" u="none" strike="noStrike">
                <a:solidFill>
                  <a:schemeClr val="lt2">
                    <a:lumMod val="75000"/>
                  </a:schemeClr>
                </a:solidFill>
                <a:effectLst/>
                <a:uFillTx/>
                <a:latin typeface="Meiryo UI"/>
                <a:ea typeface="Meiryo UI"/>
              </a:rPr>
              <a:t>ネットワークのポート番号とは</a:t>
            </a:r>
            <a:r>
              <a:rPr lang="en-US" sz="1600" b="1" u="none" strike="noStrike">
                <a:solidFill>
                  <a:schemeClr val="lt2">
                    <a:lumMod val="75000"/>
                  </a:schemeClr>
                </a:solidFill>
                <a:effectLst/>
                <a:uFillTx/>
                <a:latin typeface="Meiryo UI"/>
                <a:ea typeface="Meiryo UI"/>
              </a:rPr>
              <a:t>1</a:t>
            </a:r>
            <a:r>
              <a:rPr lang="ja-JP" sz="1600" b="1" u="none" strike="noStrike">
                <a:solidFill>
                  <a:schemeClr val="lt2">
                    <a:lumMod val="75000"/>
                  </a:schemeClr>
                </a:solidFill>
                <a:effectLst/>
                <a:uFillTx/>
                <a:latin typeface="Meiryo UI"/>
                <a:ea typeface="Meiryo UI"/>
              </a:rPr>
              <a:t>つの</a:t>
            </a:r>
            <a:r>
              <a:rPr lang="en-US" sz="1600" b="1" u="none" strike="noStrike">
                <a:solidFill>
                  <a:schemeClr val="lt2">
                    <a:lumMod val="75000"/>
                  </a:schemeClr>
                </a:solidFill>
                <a:effectLst/>
                <a:uFillTx/>
                <a:latin typeface="Meiryo UI"/>
                <a:ea typeface="Meiryo UI"/>
              </a:rPr>
              <a:t>IP</a:t>
            </a:r>
            <a:r>
              <a:rPr lang="ja-JP" sz="1600" b="1" u="none" strike="noStrike">
                <a:solidFill>
                  <a:schemeClr val="lt2">
                    <a:lumMod val="75000"/>
                  </a:schemeClr>
                </a:solidFill>
                <a:effectLst/>
                <a:uFillTx/>
                <a:latin typeface="Meiryo UI"/>
                <a:ea typeface="Meiryo UI"/>
              </a:rPr>
              <a:t>アドレスでどのアプリやサービス宛てかを区別する為の番号です。</a:t>
            </a:r>
            <a:endParaRPr lang="en-US" sz="16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1600" b="1" u="none" strike="noStrike">
                <a:solidFill>
                  <a:schemeClr val="lt2">
                    <a:lumMod val="75000"/>
                  </a:schemeClr>
                </a:solidFill>
                <a:effectLst/>
                <a:uFillTx/>
                <a:latin typeface="Meiryo UI"/>
                <a:ea typeface="Meiryo UI"/>
              </a:rPr>
              <a:t>よくある例えとして集合住宅の部屋番号があげられます。同じ建物</a:t>
            </a:r>
            <a:r>
              <a:rPr lang="en-US" sz="1600" b="1" u="none" strike="noStrike">
                <a:solidFill>
                  <a:schemeClr val="lt2">
                    <a:lumMod val="75000"/>
                  </a:schemeClr>
                </a:solidFill>
                <a:effectLst/>
                <a:uFillTx/>
                <a:latin typeface="Meiryo UI"/>
                <a:ea typeface="Meiryo UI"/>
              </a:rPr>
              <a:t>(IP</a:t>
            </a:r>
            <a:r>
              <a:rPr lang="ja-JP" sz="1600" b="1" u="none" strike="noStrike">
                <a:solidFill>
                  <a:schemeClr val="lt2">
                    <a:lumMod val="75000"/>
                  </a:schemeClr>
                </a:solidFill>
                <a:effectLst/>
                <a:uFillTx/>
                <a:latin typeface="Meiryo UI"/>
                <a:ea typeface="Meiryo UI"/>
              </a:rPr>
              <a:t>アドレス</a:t>
            </a:r>
            <a:r>
              <a:rPr lang="en-US" sz="1600" b="1" u="none" strike="noStrike">
                <a:solidFill>
                  <a:schemeClr val="lt2">
                    <a:lumMod val="75000"/>
                  </a:schemeClr>
                </a:solidFill>
                <a:effectLst/>
                <a:uFillTx/>
                <a:latin typeface="Meiryo UI"/>
                <a:ea typeface="Meiryo UI"/>
              </a:rPr>
              <a:t>)</a:t>
            </a:r>
            <a:r>
              <a:rPr lang="ja-JP" sz="1600" b="1" u="none" strike="noStrike">
                <a:solidFill>
                  <a:schemeClr val="lt2">
                    <a:lumMod val="75000"/>
                  </a:schemeClr>
                </a:solidFill>
                <a:effectLst/>
                <a:uFillTx/>
                <a:latin typeface="Meiryo UI"/>
                <a:ea typeface="Meiryo UI"/>
              </a:rPr>
              <a:t>でも</a:t>
            </a:r>
            <a:r>
              <a:rPr lang="en-US" sz="1600" b="1" u="none" strike="noStrike">
                <a:solidFill>
                  <a:schemeClr val="lt2">
                    <a:lumMod val="75000"/>
                  </a:schemeClr>
                </a:solidFill>
                <a:effectLst/>
                <a:uFillTx/>
                <a:latin typeface="Meiryo UI"/>
                <a:ea typeface="Meiryo UI"/>
              </a:rPr>
              <a:t>101</a:t>
            </a:r>
            <a:r>
              <a:rPr lang="ja-JP" sz="1600" b="1" u="none" strike="noStrike">
                <a:solidFill>
                  <a:schemeClr val="lt2">
                    <a:lumMod val="75000"/>
                  </a:schemeClr>
                </a:solidFill>
                <a:effectLst/>
                <a:uFillTx/>
                <a:latin typeface="Meiryo UI"/>
                <a:ea typeface="Meiryo UI"/>
              </a:rPr>
              <a:t>号は</a:t>
            </a:r>
            <a:r>
              <a:rPr lang="en-US" sz="1600" b="1" u="none" strike="noStrike">
                <a:solidFill>
                  <a:schemeClr val="lt2">
                    <a:lumMod val="75000"/>
                  </a:schemeClr>
                </a:solidFill>
                <a:effectLst/>
                <a:uFillTx/>
                <a:latin typeface="Meiryo UI"/>
                <a:ea typeface="Meiryo UI"/>
              </a:rPr>
              <a:t>Web</a:t>
            </a:r>
            <a:r>
              <a:rPr lang="ja-JP" sz="1600" b="1" u="none" strike="noStrike">
                <a:solidFill>
                  <a:schemeClr val="lt2">
                    <a:lumMod val="75000"/>
                  </a:schemeClr>
                </a:solidFill>
                <a:effectLst/>
                <a:uFillTx/>
                <a:latin typeface="Meiryo UI"/>
                <a:ea typeface="Meiryo UI"/>
              </a:rPr>
              <a:t>サイト閲覧、</a:t>
            </a:r>
            <a:r>
              <a:rPr lang="en-US" sz="1600" b="1" u="none" strike="noStrike">
                <a:solidFill>
                  <a:schemeClr val="lt2">
                    <a:lumMod val="75000"/>
                  </a:schemeClr>
                </a:solidFill>
                <a:effectLst/>
                <a:uFillTx/>
                <a:latin typeface="Meiryo UI"/>
                <a:ea typeface="Meiryo UI"/>
              </a:rPr>
              <a:t>102</a:t>
            </a:r>
            <a:r>
              <a:rPr lang="ja-JP" sz="1600" b="1" u="none" strike="noStrike">
                <a:solidFill>
                  <a:schemeClr val="lt2">
                    <a:lumMod val="75000"/>
                  </a:schemeClr>
                </a:solidFill>
                <a:effectLst/>
                <a:uFillTx/>
                <a:latin typeface="Meiryo UI"/>
                <a:ea typeface="Meiryo UI"/>
              </a:rPr>
              <a:t>号室はリモート操作というようにポート番号を使う事でどのアプリに通信をしたいのかを指定することが可能です。</a:t>
            </a:r>
            <a:br>
              <a:rPr sz="1600"/>
            </a:br>
            <a:r>
              <a:rPr lang="ja-JP" sz="1600" b="1" u="none" strike="noStrike">
                <a:solidFill>
                  <a:schemeClr val="lt2">
                    <a:lumMod val="75000"/>
                  </a:schemeClr>
                </a:solidFill>
                <a:effectLst/>
                <a:uFillTx/>
                <a:latin typeface="Meiryo UI"/>
                <a:ea typeface="Meiryo UI"/>
              </a:rPr>
              <a:t>個人的には飲食店</a:t>
            </a:r>
            <a:r>
              <a:rPr lang="en-US" sz="1600" b="1" u="none" strike="noStrike">
                <a:solidFill>
                  <a:schemeClr val="lt2">
                    <a:lumMod val="75000"/>
                  </a:schemeClr>
                </a:solidFill>
                <a:effectLst/>
                <a:uFillTx/>
                <a:latin typeface="Meiryo UI"/>
                <a:ea typeface="Meiryo UI"/>
              </a:rPr>
              <a:t>(IP</a:t>
            </a:r>
            <a:r>
              <a:rPr lang="ja-JP" sz="1600" b="1" u="none" strike="noStrike">
                <a:solidFill>
                  <a:schemeClr val="lt2">
                    <a:lumMod val="75000"/>
                  </a:schemeClr>
                </a:solidFill>
                <a:effectLst/>
                <a:uFillTx/>
                <a:latin typeface="Meiryo UI"/>
                <a:ea typeface="Meiryo UI"/>
              </a:rPr>
              <a:t>アドレス</a:t>
            </a:r>
            <a:r>
              <a:rPr lang="en-US" sz="1600" b="1" u="none" strike="noStrike">
                <a:solidFill>
                  <a:schemeClr val="lt2">
                    <a:lumMod val="75000"/>
                  </a:schemeClr>
                </a:solidFill>
                <a:effectLst/>
                <a:uFillTx/>
                <a:latin typeface="Meiryo UI"/>
                <a:ea typeface="Meiryo UI"/>
              </a:rPr>
              <a:t>)</a:t>
            </a:r>
            <a:r>
              <a:rPr lang="ja-JP" sz="1600" b="1" u="none" strike="noStrike">
                <a:solidFill>
                  <a:schemeClr val="lt2">
                    <a:lumMod val="75000"/>
                  </a:schemeClr>
                </a:solidFill>
                <a:effectLst/>
                <a:uFillTx/>
                <a:latin typeface="Meiryo UI"/>
                <a:ea typeface="Meiryo UI"/>
              </a:rPr>
              <a:t>に対してのテーブル、レジのようにさらに細かい分類です。</a:t>
            </a:r>
            <a:endParaRPr lang="en-US" sz="16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r>
              <a:rPr lang="ja-JP" sz="1600" b="1" u="none" strike="noStrike">
                <a:solidFill>
                  <a:schemeClr val="lt2">
                    <a:lumMod val="75000"/>
                  </a:schemeClr>
                </a:solidFill>
                <a:effectLst/>
                <a:uFillTx/>
                <a:latin typeface="Meiryo UI"/>
                <a:ea typeface="Meiryo UI"/>
              </a:rPr>
              <a:t>ポート番号は</a:t>
            </a:r>
            <a:r>
              <a:rPr lang="en-US" sz="1600" b="1" u="none" strike="noStrike">
                <a:solidFill>
                  <a:schemeClr val="lt2">
                    <a:lumMod val="75000"/>
                  </a:schemeClr>
                </a:solidFill>
                <a:effectLst/>
                <a:uFillTx/>
                <a:latin typeface="Meiryo UI"/>
                <a:ea typeface="Meiryo UI"/>
              </a:rPr>
              <a:t>0</a:t>
            </a:r>
            <a:r>
              <a:rPr lang="ja-JP" sz="1600" b="1" u="none" strike="noStrike">
                <a:solidFill>
                  <a:schemeClr val="lt2">
                    <a:lumMod val="75000"/>
                  </a:schemeClr>
                </a:solidFill>
                <a:effectLst/>
                <a:uFillTx/>
                <a:latin typeface="Meiryo UI"/>
                <a:ea typeface="Meiryo UI"/>
              </a:rPr>
              <a:t>番から</a:t>
            </a:r>
            <a:r>
              <a:rPr lang="en-US" sz="1600" b="1" u="none" strike="noStrike">
                <a:solidFill>
                  <a:schemeClr val="lt2">
                    <a:lumMod val="75000"/>
                  </a:schemeClr>
                </a:solidFill>
                <a:effectLst/>
                <a:uFillTx/>
                <a:latin typeface="Meiryo UI"/>
                <a:ea typeface="Meiryo UI"/>
              </a:rPr>
              <a:t>65535</a:t>
            </a:r>
            <a:r>
              <a:rPr lang="ja-JP" sz="1600" b="1" u="none" strike="noStrike">
                <a:solidFill>
                  <a:schemeClr val="lt2">
                    <a:lumMod val="75000"/>
                  </a:schemeClr>
                </a:solidFill>
                <a:effectLst/>
                <a:uFillTx/>
                <a:latin typeface="Meiryo UI"/>
                <a:ea typeface="Meiryo UI"/>
              </a:rPr>
              <a:t>番まであり用途や管理の仕方でウェルノウンポート、登録済みポート、プライベートポートに分けられます。</a:t>
            </a:r>
            <a:endParaRPr lang="en-US" sz="16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tabLst>
                <a:tab pos="0" algn="l"/>
              </a:tabLst>
            </a:pPr>
            <a:r>
              <a:rPr lang="ja-JP" sz="1600" b="1" u="none" strike="noStrike">
                <a:solidFill>
                  <a:schemeClr val="lt2">
                    <a:lumMod val="75000"/>
                  </a:schemeClr>
                </a:solidFill>
                <a:effectLst/>
                <a:uFillTx/>
                <a:latin typeface="Meiryo UI"/>
                <a:ea typeface="Meiryo UI"/>
              </a:rPr>
              <a:t>ウェルノウンポート</a:t>
            </a:r>
            <a:r>
              <a:rPr lang="en-US" sz="1600" b="1" u="none" strike="noStrike">
                <a:solidFill>
                  <a:schemeClr val="lt2">
                    <a:lumMod val="75000"/>
                  </a:schemeClr>
                </a:solidFill>
                <a:effectLst/>
                <a:uFillTx/>
                <a:latin typeface="Meiryo UI"/>
                <a:ea typeface="Meiryo UI"/>
              </a:rPr>
              <a:t>:0-1023</a:t>
            </a:r>
            <a:r>
              <a:rPr lang="ja-JP" sz="1600" b="1" u="none" strike="noStrike">
                <a:solidFill>
                  <a:schemeClr val="lt2">
                    <a:lumMod val="75000"/>
                  </a:schemeClr>
                </a:solidFill>
                <a:effectLst/>
                <a:uFillTx/>
                <a:latin typeface="Meiryo UI"/>
                <a:ea typeface="Meiryo UI"/>
              </a:rPr>
              <a:t>　特定のサービスやアプリケーションに標準的に割り当てられいるポートです。</a:t>
            </a:r>
            <a:br>
              <a:rPr sz="1600"/>
            </a:br>
            <a:r>
              <a:rPr lang="ja-JP" sz="1600" b="1" u="none" strike="noStrike">
                <a:solidFill>
                  <a:schemeClr val="lt2">
                    <a:lumMod val="75000"/>
                  </a:schemeClr>
                </a:solidFill>
                <a:effectLst/>
                <a:uFillTx/>
                <a:latin typeface="Meiryo UI"/>
                <a:ea typeface="Meiryo UI"/>
              </a:rPr>
              <a:t>使用者はユーザーです。主に送信先ポートで使用されます。</a:t>
            </a:r>
            <a:endParaRPr lang="en-US" sz="16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tabLst>
                <a:tab pos="0" algn="l"/>
              </a:tabLst>
            </a:pPr>
            <a:r>
              <a:rPr lang="ja-JP" sz="1600" b="1" u="none" strike="noStrike">
                <a:solidFill>
                  <a:schemeClr val="lt2">
                    <a:lumMod val="75000"/>
                  </a:schemeClr>
                </a:solidFill>
                <a:effectLst/>
                <a:uFillTx/>
                <a:latin typeface="Meiryo UI"/>
                <a:ea typeface="Meiryo UI"/>
              </a:rPr>
              <a:t>登録済みポート</a:t>
            </a:r>
            <a:r>
              <a:rPr lang="en-US" sz="1600" b="1" u="none" strike="noStrike">
                <a:solidFill>
                  <a:schemeClr val="lt2">
                    <a:lumMod val="75000"/>
                  </a:schemeClr>
                </a:solidFill>
                <a:effectLst/>
                <a:uFillTx/>
                <a:latin typeface="Meiryo UI"/>
                <a:ea typeface="Meiryo UI"/>
              </a:rPr>
              <a:t>:1024-49151 </a:t>
            </a:r>
            <a:r>
              <a:rPr lang="ja-JP" sz="1600" b="1" u="none" strike="noStrike">
                <a:solidFill>
                  <a:schemeClr val="lt2">
                    <a:lumMod val="75000"/>
                  </a:schemeClr>
                </a:solidFill>
                <a:effectLst/>
                <a:uFillTx/>
                <a:latin typeface="Meiryo UI"/>
                <a:ea typeface="Meiryo UI"/>
              </a:rPr>
              <a:t>特定のアプリケーションやサービス向けに登録されているポートです。</a:t>
            </a:r>
            <a:br>
              <a:rPr sz="1600"/>
            </a:br>
            <a:r>
              <a:rPr lang="ja-JP" sz="1600" b="1" u="none" strike="noStrike">
                <a:solidFill>
                  <a:schemeClr val="lt2">
                    <a:lumMod val="75000"/>
                  </a:schemeClr>
                </a:solidFill>
                <a:effectLst/>
                <a:uFillTx/>
                <a:latin typeface="Meiryo UI"/>
                <a:ea typeface="Meiryo UI"/>
              </a:rPr>
              <a:t>使用者はソフトウェアです。主に送信先ポートで使用されます。</a:t>
            </a:r>
            <a:endParaRPr lang="en-US" sz="16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tabLst>
                <a:tab pos="0" algn="l"/>
              </a:tabLst>
            </a:pPr>
            <a:r>
              <a:rPr lang="ja-JP" sz="1600" b="1" u="none" strike="noStrike">
                <a:solidFill>
                  <a:schemeClr val="lt2">
                    <a:lumMod val="75000"/>
                  </a:schemeClr>
                </a:solidFill>
                <a:effectLst/>
                <a:uFillTx/>
                <a:latin typeface="Meiryo UI"/>
                <a:ea typeface="Meiryo UI"/>
              </a:rPr>
              <a:t>プライベートポート</a:t>
            </a:r>
            <a:r>
              <a:rPr lang="en-US" sz="1600" b="1" u="none" strike="noStrike">
                <a:solidFill>
                  <a:schemeClr val="lt2">
                    <a:lumMod val="75000"/>
                  </a:schemeClr>
                </a:solidFill>
                <a:effectLst/>
                <a:uFillTx/>
                <a:latin typeface="Meiryo UI"/>
                <a:ea typeface="Meiryo UI"/>
              </a:rPr>
              <a:t>:49152-65535 </a:t>
            </a:r>
            <a:r>
              <a:rPr lang="ja-JP" sz="1600" b="1" u="none" strike="noStrike">
                <a:solidFill>
                  <a:schemeClr val="lt2">
                    <a:lumMod val="75000"/>
                  </a:schemeClr>
                </a:solidFill>
                <a:effectLst/>
                <a:uFillTx/>
                <a:latin typeface="Meiryo UI"/>
                <a:ea typeface="Meiryo UI"/>
              </a:rPr>
              <a:t>クライアントが一時的に接続するときに自動で割り当てられるポートです。</a:t>
            </a:r>
            <a:br>
              <a:rPr sz="1600"/>
            </a:br>
            <a:r>
              <a:rPr lang="ja-JP" sz="1600" b="1" u="none" strike="noStrike">
                <a:solidFill>
                  <a:schemeClr val="lt2">
                    <a:lumMod val="75000"/>
                  </a:schemeClr>
                </a:solidFill>
                <a:effectLst/>
                <a:uFillTx/>
                <a:latin typeface="Meiryo UI"/>
                <a:ea typeface="Meiryo UI"/>
              </a:rPr>
              <a:t>主に送信元ポートで使用されます</a:t>
            </a:r>
            <a:endParaRPr lang="en-US" sz="16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431" name="表プレースホルダー 2"/>
          <p:cNvGraphicFramePr/>
          <p:nvPr/>
        </p:nvGraphicFramePr>
        <p:xfrm>
          <a:off x="869400" y="505440"/>
          <a:ext cx="10674000" cy="5738400"/>
        </p:xfrm>
        <a:graphic>
          <a:graphicData uri="http://schemas.openxmlformats.org/drawingml/2006/table">
            <a:tbl>
              <a:tblPr/>
              <a:tblGrid>
                <a:gridCol w="3504240"/>
                <a:gridCol w="7170120"/>
              </a:tblGrid>
              <a:tr h="12499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80,443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Web</a:t>
                      </a:r>
                      <a:r>
                        <a:rPr lang="ja-JP" sz="2300" b="0" u="none" strike="noStrike">
                          <a:solidFill>
                            <a:schemeClr val="dk1"/>
                          </a:solidFill>
                          <a:effectLst/>
                          <a:uFillTx/>
                          <a:latin typeface="Meiryo UI"/>
                          <a:ea typeface="Meiryo UI"/>
                        </a:rPr>
                        <a:t>サイト閲覧用で用いられます。</a:t>
                      </a:r>
                      <a:r>
                        <a:rPr lang="en-US" sz="2300" b="0" u="none" strike="noStrike">
                          <a:solidFill>
                            <a:schemeClr val="dk1"/>
                          </a:solidFill>
                          <a:effectLst/>
                          <a:uFillTx/>
                          <a:latin typeface="Meiryo UI"/>
                          <a:ea typeface="Meiryo UI"/>
                        </a:rPr>
                        <a:t>80=http,443=https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943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22,23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リモート操作で用いられます。</a:t>
                      </a:r>
                      <a:r>
                        <a:rPr lang="en-US" sz="2300" b="0" u="none" strike="noStrike">
                          <a:solidFill>
                            <a:schemeClr val="dk1"/>
                          </a:solidFill>
                          <a:effectLst/>
                          <a:uFillTx/>
                          <a:latin typeface="Meiryo UI"/>
                          <a:ea typeface="Meiryo UI"/>
                        </a:rPr>
                        <a:t>22=SSH,23=telnet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2499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21</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FTP,FTPS</a:t>
                      </a:r>
                      <a:r>
                        <a:rPr lang="ja-JP" sz="2300" b="0" u="none" strike="noStrike">
                          <a:solidFill>
                            <a:schemeClr val="dk1"/>
                          </a:solidFill>
                          <a:effectLst/>
                          <a:uFillTx/>
                          <a:latin typeface="Meiryo UI"/>
                          <a:ea typeface="Meiryo UI"/>
                        </a:rPr>
                        <a:t>で使用するファイル転送用のポートです。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943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3306,5432</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DB</a:t>
                      </a:r>
                      <a:r>
                        <a:rPr lang="ja-JP" sz="2300" b="0" u="none" strike="noStrike">
                          <a:solidFill>
                            <a:schemeClr val="dk1"/>
                          </a:solidFill>
                          <a:effectLst/>
                          <a:uFillTx/>
                          <a:latin typeface="Meiryo UI"/>
                          <a:ea typeface="Meiryo UI"/>
                        </a:rPr>
                        <a:t>サーバー接続用ポートです。</a:t>
                      </a:r>
                      <a:r>
                        <a:rPr lang="en-US" sz="2300" b="0" u="none" strike="noStrike">
                          <a:solidFill>
                            <a:schemeClr val="dk1"/>
                          </a:solidFill>
                          <a:effectLst/>
                          <a:uFillTx/>
                          <a:latin typeface="Meiryo UI"/>
                          <a:ea typeface="Meiryo UI"/>
                        </a:rPr>
                        <a:t>3306=MySql,5432=PostgreSql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2499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8000,8080</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開発環境やローカルテスト用の</a:t>
                      </a:r>
                      <a:r>
                        <a:rPr lang="en-US" sz="2300" b="0" u="none" strike="noStrike">
                          <a:solidFill>
                            <a:schemeClr val="dk1"/>
                          </a:solidFill>
                          <a:effectLst/>
                          <a:uFillTx/>
                          <a:latin typeface="Meiryo UI"/>
                          <a:ea typeface="Meiryo UI"/>
                        </a:rPr>
                        <a:t>Web</a:t>
                      </a:r>
                      <a:r>
                        <a:rPr lang="ja-JP" sz="2300" b="0" u="none" strike="noStrike">
                          <a:solidFill>
                            <a:schemeClr val="dk1"/>
                          </a:solidFill>
                          <a:effectLst/>
                          <a:uFillTx/>
                          <a:latin typeface="Meiryo UI"/>
                          <a:ea typeface="Meiryo UI"/>
                        </a:rPr>
                        <a:t>サーバーでよく使われます。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51" strike="noStrike">
                <a:solidFill>
                  <a:schemeClr val="dk1"/>
                </a:solidFill>
                <a:effectLst/>
                <a:uFillTx/>
                <a:latin typeface="Meiryo UI"/>
                <a:ea typeface="Meiryo UI"/>
              </a:rPr>
              <a:t>NAT</a:t>
            </a:r>
            <a:r>
              <a:rPr lang="ja-JP" sz="4400" b="1" u="none" spc="51" strike="noStrike">
                <a:solidFill>
                  <a:schemeClr val="dk1"/>
                </a:solidFill>
                <a:effectLst/>
                <a:uFillTx/>
                <a:latin typeface="Meiryo UI"/>
                <a:ea typeface="Meiryo UI"/>
              </a:rPr>
              <a:t>と</a:t>
            </a:r>
            <a:r>
              <a:rPr lang="en-US" sz="4400" b="1" u="none" spc="51" strike="noStrike">
                <a:solidFill>
                  <a:schemeClr val="dk1"/>
                </a:solidFill>
                <a:effectLst/>
                <a:uFillTx/>
                <a:latin typeface="Meiryo UI"/>
                <a:ea typeface="Meiryo UI"/>
              </a:rPr>
              <a:t>NAPT</a:t>
            </a:r>
            <a:endParaRPr lang="en-US" sz="4400" b="1" u="none" spc="51" strike="noStrike">
              <a:solidFill>
                <a:schemeClr val="dk1"/>
              </a:solidFill>
              <a:effectLst/>
              <a:uFillTx/>
              <a:latin typeface="Meiryo UI"/>
            </a:endParaRPr>
          </a:p>
        </p:txBody>
      </p:sp>
      <p:grpSp>
        <p:nvGrpSpPr>
          <p:cNvPr id="433" name="Diagram4"/>
          <p:cNvGrpSpPr/>
          <p:nvPr/>
        </p:nvGrpSpPr>
        <p:grpSpPr>
          <a:xfrm>
            <a:off x="5046120" y="2959920"/>
            <a:ext cx="6787080" cy="3707640"/>
            <a:chOff x="5046120" y="2959920"/>
            <a:chExt cx="6787080" cy="3707640"/>
          </a:xfrm>
        </p:grpSpPr>
        <p:sp>
          <p:nvSpPr>
            <p:cNvPr id="434" name=""/>
            <p:cNvSpPr/>
            <p:nvPr/>
          </p:nvSpPr>
          <p:spPr>
            <a:xfrm>
              <a:off x="5046120" y="2959920"/>
              <a:ext cx="6787080" cy="3707640"/>
            </a:xfrm>
            <a:prstGeom prst="rect">
              <a:avLst/>
            </a:prstGeom>
            <a:no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35" name=""/>
            <p:cNvSpPr/>
            <p:nvPr/>
          </p:nvSpPr>
          <p:spPr>
            <a:xfrm>
              <a:off x="5046840" y="3737160"/>
              <a:ext cx="2908080" cy="1846440"/>
            </a:xfrm>
            <a:prstGeom prst="roundRect">
              <a:avLst>
                <a:gd name="adj" fmla="val 10000"/>
              </a:avLst>
            </a:prstGeom>
            <a:solidFill>
              <a:schemeClr val="accent3">
                <a:hueOff val="0"/>
                <a:satOff val="0"/>
                <a:lumOff val="0"/>
                <a:alphaOff val="0"/>
              </a:schemeClr>
            </a:solidFill>
            <a:ln>
              <a:solidFill>
                <a:srgbClr val="FFFFFF">
                  <a:hueOff val="0"/>
                  <a:satOff val="0"/>
                  <a:lumOff val="0"/>
                  <a:alphaOff val="0"/>
                </a:srgbClr>
              </a:solidFill>
            </a:ln>
          </p:spPr>
          <p:style>
            <a:lnRef idx="3"/>
            <a:fillRef idx="0"/>
            <a:effectRef idx="1"/>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6" name=""/>
            <p:cNvSpPr/>
            <p:nvPr/>
          </p:nvSpPr>
          <p:spPr>
            <a:xfrm>
              <a:off x="5370120" y="4044240"/>
              <a:ext cx="2908080" cy="1846440"/>
            </a:xfrm>
            <a:prstGeom prst="roundRect">
              <a:avLst>
                <a:gd name="adj" fmla="val 10000"/>
              </a:avLst>
            </a:prstGeom>
            <a:solidFill>
              <a:schemeClr val="lt1">
                <a:alpha val="90000"/>
              </a:schemeClr>
            </a:solidFill>
            <a:ln>
              <a:solidFill>
                <a:srgbClr val="4495A2">
                  <a:hueOff val="0"/>
                  <a:satOff val="0"/>
                  <a:lumOff val="0"/>
                  <a:alphaOff val="0"/>
                </a:srgbClr>
              </a:solidFill>
            </a:ln>
          </p:spPr>
          <p:style>
            <a:lnRef idx="2"/>
            <a:fillRef idx="0"/>
            <a:effectRef idx="0"/>
            <a:fontRef idx="minor"/>
          </p:style>
          <p:txBody>
            <a:bodyPr numCol="1" spcCol="1440" lIns="99000" tIns="99000" rIns="99000" bIns="99000" anchor="ctr">
              <a:noAutofit/>
            </a:bodyPr>
            <a:p>
              <a:pPr algn="ctr" defTabSz="1155600">
                <a:lnSpc>
                  <a:spcPct val="90000"/>
                </a:lnSpc>
                <a:spcAft>
                  <a:spcPts val="910"/>
                </a:spcAft>
                <a:tabLst>
                  <a:tab pos="0" algn="l"/>
                </a:tabLst>
              </a:pPr>
              <a:r>
                <a:rPr lang="en-US" sz="2600" b="0" u="none" strike="noStrike">
                  <a:solidFill>
                    <a:srgbClr val="000000"/>
                  </a:solidFill>
                  <a:effectLst/>
                  <a:uFillTx/>
                  <a:latin typeface="Meiryo UI"/>
                  <a:ea typeface="Meiryo UI"/>
                </a:rPr>
                <a:t>NAT</a:t>
              </a:r>
              <a:r>
                <a:rPr lang="ja-JP" sz="2600" b="0" u="none" strike="noStrike">
                  <a:solidFill>
                    <a:srgbClr val="000000"/>
                  </a:solidFill>
                  <a:effectLst/>
                  <a:uFillTx/>
                  <a:latin typeface="Meiryo UI"/>
                  <a:ea typeface="Meiryo UI"/>
                </a:rPr>
                <a:t>は</a:t>
              </a:r>
              <a:r>
                <a:rPr lang="en-US" sz="2600" b="0" u="none" strike="noStrike">
                  <a:solidFill>
                    <a:srgbClr val="000000"/>
                  </a:solidFill>
                  <a:effectLst/>
                  <a:uFillTx/>
                  <a:latin typeface="Meiryo UI"/>
                  <a:ea typeface="Meiryo UI"/>
                </a:rPr>
                <a:t>IP</a:t>
              </a:r>
              <a:r>
                <a:rPr lang="ja-JP" sz="2600" b="0" u="none" strike="noStrike">
                  <a:solidFill>
                    <a:srgbClr val="000000"/>
                  </a:solidFill>
                  <a:effectLst/>
                  <a:uFillTx/>
                  <a:latin typeface="Meiryo UI"/>
                  <a:ea typeface="Meiryo UI"/>
                </a:rPr>
                <a:t>アドレスのみ変換</a:t>
              </a:r>
              <a:endParaRPr lang="en-US" sz="2600" b="0" u="none" strike="noStrike">
                <a:solidFill>
                  <a:srgbClr val="000000"/>
                </a:solidFill>
                <a:effectLst/>
                <a:uFillTx/>
                <a:latin typeface="Arial"/>
              </a:endParaRPr>
            </a:p>
          </p:txBody>
        </p:sp>
        <p:sp>
          <p:nvSpPr>
            <p:cNvPr id="437" name=""/>
            <p:cNvSpPr/>
            <p:nvPr/>
          </p:nvSpPr>
          <p:spPr>
            <a:xfrm>
              <a:off x="8601480" y="3737160"/>
              <a:ext cx="2908080" cy="1846440"/>
            </a:xfrm>
            <a:prstGeom prst="roundRect">
              <a:avLst>
                <a:gd name="adj" fmla="val 10000"/>
              </a:avLst>
            </a:prstGeom>
            <a:solidFill>
              <a:schemeClr val="accent3">
                <a:hueOff val="0"/>
                <a:satOff val="0"/>
                <a:lumOff val="0"/>
                <a:alphaOff val="0"/>
              </a:schemeClr>
            </a:solidFill>
            <a:ln>
              <a:solidFill>
                <a:srgbClr val="FFFFFF">
                  <a:hueOff val="0"/>
                  <a:satOff val="0"/>
                  <a:lumOff val="0"/>
                  <a:alphaOff val="0"/>
                </a:srgbClr>
              </a:solidFill>
            </a:ln>
          </p:spPr>
          <p:style>
            <a:lnRef idx="3"/>
            <a:fillRef idx="0"/>
            <a:effectRef idx="1"/>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38" name=""/>
            <p:cNvSpPr/>
            <p:nvPr/>
          </p:nvSpPr>
          <p:spPr>
            <a:xfrm>
              <a:off x="8924760" y="4044240"/>
              <a:ext cx="2908080" cy="1846440"/>
            </a:xfrm>
            <a:prstGeom prst="roundRect">
              <a:avLst>
                <a:gd name="adj" fmla="val 10000"/>
              </a:avLst>
            </a:prstGeom>
            <a:solidFill>
              <a:schemeClr val="lt1">
                <a:alpha val="90000"/>
              </a:schemeClr>
            </a:solidFill>
            <a:ln>
              <a:solidFill>
                <a:srgbClr val="4495A2">
                  <a:hueOff val="0"/>
                  <a:satOff val="0"/>
                  <a:lumOff val="0"/>
                  <a:alphaOff val="0"/>
                </a:srgbClr>
              </a:solidFill>
            </a:ln>
          </p:spPr>
          <p:style>
            <a:lnRef idx="2"/>
            <a:fillRef idx="0"/>
            <a:effectRef idx="0"/>
            <a:fontRef idx="minor"/>
          </p:style>
          <p:txBody>
            <a:bodyPr numCol="1" spcCol="1440" lIns="99000" tIns="99000" rIns="99000" bIns="99000" anchor="ctr">
              <a:noAutofit/>
            </a:bodyPr>
            <a:p>
              <a:pPr algn="ctr" defTabSz="1155600">
                <a:lnSpc>
                  <a:spcPct val="90000"/>
                </a:lnSpc>
                <a:spcAft>
                  <a:spcPts val="910"/>
                </a:spcAft>
                <a:tabLst>
                  <a:tab pos="0" algn="l"/>
                </a:tabLst>
              </a:pPr>
              <a:r>
                <a:rPr lang="en-US" sz="2600" b="0" u="none" strike="noStrike">
                  <a:solidFill>
                    <a:srgbClr val="000000"/>
                  </a:solidFill>
                  <a:effectLst/>
                  <a:uFillTx/>
                  <a:latin typeface="Meiryo UI"/>
                  <a:ea typeface="Meiryo UI"/>
                </a:rPr>
                <a:t>NAPT</a:t>
              </a:r>
              <a:r>
                <a:rPr lang="ja-JP" sz="2600" b="0" u="none" strike="noStrike">
                  <a:solidFill>
                    <a:srgbClr val="000000"/>
                  </a:solidFill>
                  <a:effectLst/>
                  <a:uFillTx/>
                  <a:latin typeface="Meiryo UI"/>
                  <a:ea typeface="Meiryo UI"/>
                </a:rPr>
                <a:t>は</a:t>
              </a:r>
              <a:r>
                <a:rPr lang="en-US" sz="2600" b="0" u="none" strike="noStrike">
                  <a:solidFill>
                    <a:srgbClr val="000000"/>
                  </a:solidFill>
                  <a:effectLst/>
                  <a:uFillTx/>
                  <a:latin typeface="Meiryo UI"/>
                  <a:ea typeface="Meiryo UI"/>
                </a:rPr>
                <a:t>IP</a:t>
              </a:r>
              <a:r>
                <a:rPr lang="ja-JP" sz="2600" b="0" u="none" strike="noStrike">
                  <a:solidFill>
                    <a:srgbClr val="000000"/>
                  </a:solidFill>
                  <a:effectLst/>
                  <a:uFillTx/>
                  <a:latin typeface="Meiryo UI"/>
                  <a:ea typeface="Meiryo UI"/>
                </a:rPr>
                <a:t>アドレスとポート番号を変換</a:t>
              </a:r>
              <a:endParaRPr lang="en-US" sz="2600" b="0" u="none" strike="noStrike">
                <a:solidFill>
                  <a:srgbClr val="000000"/>
                </a:solidFill>
                <a:effectLst/>
                <a:uFillTx/>
                <a:latin typeface="Arial"/>
              </a:endParaRPr>
            </a:p>
          </p:txBody>
        </p:sp>
      </p:grpSp>
      <p:sp>
        <p:nvSpPr>
          <p:cNvPr id="439" name="テキスト ボックス 2"/>
          <p:cNvSpPr/>
          <p:nvPr/>
        </p:nvSpPr>
        <p:spPr>
          <a:xfrm>
            <a:off x="594360" y="2333520"/>
            <a:ext cx="4451040" cy="30463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2400" b="0" u="none" strike="noStrike">
                <a:solidFill>
                  <a:schemeClr val="dk1"/>
                </a:solidFill>
                <a:effectLst/>
                <a:uFillTx/>
                <a:latin typeface="Meiryo UI"/>
                <a:ea typeface="Meiryo UI"/>
              </a:rPr>
              <a:t>NAT</a:t>
            </a:r>
            <a:r>
              <a:rPr lang="ja-JP" sz="2400" b="0" u="none" strike="noStrike">
                <a:solidFill>
                  <a:schemeClr val="dk1"/>
                </a:solidFill>
                <a:effectLst/>
                <a:uFillTx/>
                <a:latin typeface="Meiryo UI"/>
                <a:ea typeface="Meiryo UI"/>
              </a:rPr>
              <a:t>と</a:t>
            </a:r>
            <a:r>
              <a:rPr lang="en-US" sz="2400" b="0" u="none" strike="noStrike">
                <a:solidFill>
                  <a:schemeClr val="dk1"/>
                </a:solidFill>
                <a:effectLst/>
                <a:uFillTx/>
                <a:latin typeface="Meiryo UI"/>
                <a:ea typeface="Meiryo UI"/>
              </a:rPr>
              <a:t>NAPT</a:t>
            </a:r>
            <a:r>
              <a:rPr lang="ja-JP" sz="2400" b="0" u="none" strike="noStrike">
                <a:solidFill>
                  <a:schemeClr val="dk1"/>
                </a:solidFill>
                <a:effectLst/>
                <a:uFillTx/>
                <a:latin typeface="Meiryo UI"/>
                <a:ea typeface="Meiryo UI"/>
              </a:rPr>
              <a:t>は</a:t>
            </a:r>
            <a:r>
              <a:rPr lang="en-US" sz="2400" b="0" u="none" strike="noStrike">
                <a:solidFill>
                  <a:schemeClr val="dk1"/>
                </a:solidFill>
                <a:effectLst/>
                <a:uFillTx/>
                <a:latin typeface="Meiryo UI"/>
                <a:ea typeface="Meiryo UI"/>
              </a:rPr>
              <a:t>IP</a:t>
            </a:r>
            <a:r>
              <a:rPr lang="ja-JP" sz="2400" b="0" u="none" strike="noStrike">
                <a:solidFill>
                  <a:schemeClr val="dk1"/>
                </a:solidFill>
                <a:effectLst/>
                <a:uFillTx/>
                <a:latin typeface="Meiryo UI"/>
                <a:ea typeface="Meiryo UI"/>
              </a:rPr>
              <a:t>アドレスを別の</a:t>
            </a:r>
            <a:r>
              <a:rPr lang="en-US" sz="2400" b="0" u="none" strike="noStrike">
                <a:solidFill>
                  <a:schemeClr val="dk1"/>
                </a:solidFill>
                <a:effectLst/>
                <a:uFillTx/>
                <a:latin typeface="Meiryo UI"/>
                <a:ea typeface="Meiryo UI"/>
              </a:rPr>
              <a:t>IP</a:t>
            </a:r>
            <a:r>
              <a:rPr lang="ja-JP" sz="2400" b="0" u="none" strike="noStrike">
                <a:solidFill>
                  <a:schemeClr val="dk1"/>
                </a:solidFill>
                <a:effectLst/>
                <a:uFillTx/>
                <a:latin typeface="Meiryo UI"/>
                <a:ea typeface="Meiryo UI"/>
              </a:rPr>
              <a:t>アドレスに変換してくれる技術で、違いは右記の通りでさらにダイナミックとスタティックに細分化されます。</a:t>
            </a:r>
            <a:endParaRPr lang="en-US" sz="2400" b="0" u="none" strike="noStrike">
              <a:solidFill>
                <a:srgbClr val="000000"/>
              </a:solidFill>
              <a:effectLst/>
              <a:uFillTx/>
              <a:latin typeface="Arial"/>
            </a:endParaRPr>
          </a:p>
          <a:p>
            <a:pPr defTabSz="914400">
              <a:lnSpc>
                <a:spcPct val="100000"/>
              </a:lnSpc>
            </a:pPr>
            <a:endParaRPr lang="en-US" sz="2400" b="0" u="none" strike="noStrike">
              <a:solidFill>
                <a:srgbClr val="000000"/>
              </a:solidFill>
              <a:effectLst/>
              <a:uFillTx/>
              <a:latin typeface="Arial"/>
            </a:endParaRPr>
          </a:p>
          <a:p>
            <a:pPr defTabSz="914400">
              <a:lnSpc>
                <a:spcPct val="100000"/>
              </a:lnSpc>
            </a:pPr>
            <a:r>
              <a:rPr lang="ja-JP" sz="2400" b="0" u="none" strike="noStrike">
                <a:solidFill>
                  <a:schemeClr val="dk1"/>
                </a:solidFill>
                <a:effectLst/>
                <a:uFillTx/>
                <a:latin typeface="Meiryo UI"/>
                <a:ea typeface="Meiryo UI"/>
              </a:rPr>
              <a:t>この技術を調べていると</a:t>
            </a:r>
            <a:r>
              <a:rPr lang="en-US" sz="2400" b="0" u="none" strike="noStrike">
                <a:solidFill>
                  <a:schemeClr val="dk1"/>
                </a:solidFill>
                <a:effectLst/>
                <a:uFillTx/>
                <a:latin typeface="Meiryo UI"/>
                <a:ea typeface="Meiryo UI"/>
              </a:rPr>
              <a:t>IP</a:t>
            </a:r>
            <a:r>
              <a:rPr lang="ja-JP" sz="2400" b="0" u="none" strike="noStrike">
                <a:solidFill>
                  <a:schemeClr val="dk1"/>
                </a:solidFill>
                <a:effectLst/>
                <a:uFillTx/>
                <a:latin typeface="Meiryo UI"/>
                <a:ea typeface="Meiryo UI"/>
              </a:rPr>
              <a:t>マスカレードという単語が出てきますが、ダイナミック</a:t>
            </a:r>
            <a:r>
              <a:rPr lang="en-US" sz="2400" b="0" u="none" strike="noStrike">
                <a:solidFill>
                  <a:schemeClr val="dk1"/>
                </a:solidFill>
                <a:effectLst/>
                <a:uFillTx/>
                <a:latin typeface="Meiryo UI"/>
                <a:ea typeface="Meiryo UI"/>
              </a:rPr>
              <a:t>NAPT</a:t>
            </a:r>
            <a:r>
              <a:rPr lang="ja-JP" sz="2400" b="0" u="none" strike="noStrike">
                <a:solidFill>
                  <a:schemeClr val="dk1"/>
                </a:solidFill>
                <a:effectLst/>
                <a:uFillTx/>
                <a:latin typeface="Meiryo UI"/>
                <a:ea typeface="Meiryo UI"/>
              </a:rPr>
              <a:t>を指す言葉です。</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アドレス変換の流れ</a:t>
            </a:r>
            <a:endParaRPr lang="en-US" sz="4400" b="1" u="none" spc="99" strike="noStrike">
              <a:solidFill>
                <a:schemeClr val="dk1"/>
              </a:solidFill>
              <a:effectLst/>
              <a:uFillTx/>
              <a:latin typeface="Meiryo UI"/>
            </a:endParaRPr>
          </a:p>
        </p:txBody>
      </p:sp>
      <p:graphicFrame>
        <p:nvGraphicFramePr>
          <p:cNvPr id="441" name="Diagram3"/>
          <p:cNvGraphicFramePr/>
          <p:nvPr>
            <p:extLst>
              <p:ext uri="{D42A27DB-BD31-4B8C-83A1-F6EECF244321}">
                <p14:modId xmlns:p14="http://schemas.microsoft.com/office/powerpoint/2010/main" val="3809408872"/>
              </p:ext>
            </p:extLst>
          </p:nvPr>
        </p:nvGraphicFramePr>
        <p:xfrm>
          <a:off x="594360" y="2522520"/>
          <a:ext cx="10873080" cy="3698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5</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5</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444"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基本的な設定</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ルーターの管理画面へのアクセス</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サブネットマスクと</a:t>
            </a:r>
            <a:r>
              <a:rPr lang="en-US" sz="2400" b="1" u="none" strike="noStrike">
                <a:solidFill>
                  <a:schemeClr val="lt2">
                    <a:lumMod val="75000"/>
                  </a:schemeClr>
                </a:solidFill>
                <a:effectLst/>
                <a:uFillTx/>
                <a:latin typeface="Meiryo UI"/>
                <a:ea typeface="Meiryo UI"/>
              </a:rPr>
              <a:t>DNS</a:t>
            </a:r>
            <a:r>
              <a:rPr lang="ja-JP" sz="2400" b="1" u="none" strike="noStrike">
                <a:solidFill>
                  <a:schemeClr val="lt2">
                    <a:lumMod val="75000"/>
                  </a:schemeClr>
                </a:solidFill>
                <a:effectLst/>
                <a:uFillTx/>
                <a:latin typeface="Meiryo UI"/>
                <a:ea typeface="Meiryo UI"/>
              </a:rPr>
              <a:t>サーバー</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IP</a:t>
            </a:r>
            <a:r>
              <a:rPr lang="ja-JP" sz="2400" b="1" u="none" strike="noStrike">
                <a:solidFill>
                  <a:schemeClr val="lt2">
                    <a:lumMod val="75000"/>
                  </a:schemeClr>
                </a:solidFill>
                <a:effectLst/>
                <a:uFillTx/>
                <a:latin typeface="Meiryo UI"/>
                <a:ea typeface="Meiryo UI"/>
              </a:rPr>
              <a:t>の固定</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DHCP</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その他</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5"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基本的な設定</a:t>
            </a:r>
            <a:endParaRPr lang="en-US" sz="6000" b="1" u="none" spc="99" strike="noStrike">
              <a:solidFill>
                <a:schemeClr val="dk1"/>
              </a:solidFill>
              <a:effectLst/>
              <a:uFillTx/>
              <a:latin typeface="Meiryo UI"/>
            </a:endParaRPr>
          </a:p>
        </p:txBody>
      </p:sp>
      <p:pic>
        <p:nvPicPr>
          <p:cNvPr id="446" name="図プレースホルダー 4" descr="店の名前が書いてある｜｜｜ｐ&#10;&#10;低い精度で自動的に生成された説明"/>
          <p:cNvPicPr/>
          <p:nvPr/>
        </p:nvPicPr>
        <p:blipFill>
          <a:blip r:embed="rId1"/>
          <a:srcRect l="0" t="0" r="0" b="1690"/>
          <a:stretch/>
        </p:blipFill>
        <p:spPr>
          <a:xfrm>
            <a:off x="0" y="-11160"/>
            <a:ext cx="5790600" cy="6879600"/>
          </a:xfrm>
          <a:prstGeom prst="rect">
            <a:avLst/>
          </a:prstGeom>
          <a:noFill/>
          <a:ln w="0">
            <a:noFill/>
          </a:ln>
        </p:spPr>
      </p:pic>
      <p:sp>
        <p:nvSpPr>
          <p:cNvPr id="447"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fontScale="92500" lnSpcReduction="9999"/>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ここまでで学んだ内容を基に設定項目を確認してみましょ</a:t>
            </a:r>
            <a:r>
              <a:rPr lang="ja-JP" sz="2400" b="1" u="none" strike="noStrike">
                <a:solidFill>
                  <a:schemeClr val="lt2">
                    <a:lumMod val="75000"/>
                  </a:schemeClr>
                </a:solidFill>
                <a:effectLst/>
                <a:uFillTx/>
                <a:latin typeface="Meiryo UI"/>
                <a:ea typeface="Meiryo UI"/>
              </a:rPr>
              <a:t>う。</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注</a:t>
            </a:r>
            <a:r>
              <a:rPr lang="en-US" sz="2400" b="1" u="none" strike="noStrike">
                <a:solidFill>
                  <a:schemeClr val="lt2">
                    <a:lumMod val="75000"/>
                  </a:schemeClr>
                </a:solidFill>
                <a:effectLst/>
                <a:uFillTx/>
                <a:latin typeface="Meiryo UI"/>
                <a:ea typeface="Meiryo UI"/>
              </a:rPr>
              <a:t>:</a:t>
            </a:r>
            <a:r>
              <a:rPr lang="ja-JP" sz="2400" b="1" u="none" strike="noStrike">
                <a:solidFill>
                  <a:schemeClr val="lt2">
                    <a:lumMod val="75000"/>
                  </a:schemeClr>
                </a:solidFill>
                <a:effectLst/>
                <a:uFillTx/>
                <a:latin typeface="Meiryo UI"/>
                <a:ea typeface="Meiryo UI"/>
              </a:rPr>
              <a:t>変更するとネットにつながらなくなる可能性もあるので</a:t>
            </a:r>
            <a:r>
              <a:rPr lang="ja-JP" sz="2400" b="1" u="none" strike="noStrike">
                <a:solidFill>
                  <a:schemeClr val="lt2">
                    <a:lumMod val="75000"/>
                  </a:schemeClr>
                </a:solidFill>
                <a:effectLst/>
                <a:uFillTx/>
                <a:latin typeface="Meiryo UI"/>
                <a:ea typeface="Meiryo UI"/>
              </a:rPr>
              <a:t>見るだけにしましょう</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ルーターの管理画面へのアクセス方法</a:t>
            </a:r>
            <a:endParaRPr lang="en-US" sz="4400" b="1" u="none" spc="99" strike="noStrike">
              <a:solidFill>
                <a:schemeClr val="dk1"/>
              </a:solidFill>
              <a:effectLst/>
              <a:uFillTx/>
              <a:latin typeface="Meiryo UI"/>
            </a:endParaRPr>
          </a:p>
        </p:txBody>
      </p:sp>
      <p:pic>
        <p:nvPicPr>
          <p:cNvPr id="449" name="図プレースホルダー 4"/>
          <p:cNvPicPr/>
          <p:nvPr/>
        </p:nvPicPr>
        <p:blipFill>
          <a:blip r:embed="rId1"/>
          <a:stretch/>
        </p:blipFill>
        <p:spPr>
          <a:xfrm>
            <a:off x="701640" y="2232720"/>
            <a:ext cx="6216480" cy="4040640"/>
          </a:xfrm>
          <a:prstGeom prst="rect">
            <a:avLst/>
          </a:prstGeom>
          <a:noFill/>
          <a:ln w="0">
            <a:noFill/>
          </a:ln>
        </p:spPr>
      </p:pic>
      <p:sp>
        <p:nvSpPr>
          <p:cNvPr id="450" name="PlaceHolder 2"/>
          <p:cNvSpPr>
            <a:spLocks noGrp="1"/>
          </p:cNvSpPr>
          <p:nvPr>
            <p:ph hasCustomPrompt="1"/>
          </p:nvPr>
        </p:nvSpPr>
        <p:spPr>
          <a:xfrm>
            <a:off x="7620120" y="2232720"/>
            <a:ext cx="3946320" cy="4040640"/>
          </a:xfrm>
          <a:prstGeom prst="rect">
            <a:avLst/>
          </a:prstGeom>
          <a:noFill/>
          <a:ln w="0">
            <a:noFill/>
          </a:ln>
        </p:spPr>
        <p:txBody>
          <a:bodyPr lIns="0" tIns="45720" rIns="91440" bIns="45720" anchor="t">
            <a:normAutofit fontScale="85000"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一般的なルーターであれば</a:t>
            </a:r>
            <a:r>
              <a:rPr lang="en-US" sz="2000" b="0" u="none" strike="noStrike">
                <a:solidFill>
                  <a:schemeClr val="dk1"/>
                </a:solidFill>
                <a:effectLst/>
                <a:uFillTx/>
                <a:latin typeface="Meiryo UI"/>
                <a:ea typeface="Meiryo UI"/>
              </a:rPr>
              <a:t>Web</a:t>
            </a:r>
            <a:r>
              <a:rPr lang="ja-JP" sz="2000" b="0" u="none" strike="noStrike">
                <a:solidFill>
                  <a:schemeClr val="dk1"/>
                </a:solidFill>
                <a:effectLst/>
                <a:uFillTx/>
                <a:latin typeface="Meiryo UI"/>
                <a:ea typeface="Meiryo UI"/>
              </a:rPr>
              <a:t>管理画面が用意されていますが、操作方法についてはメーカーや機種によってさまざまなので詳細については各個人で調べながらお願いします。</a:t>
            </a:r>
            <a:br>
              <a:rPr sz="2000"/>
            </a:br>
            <a:br>
              <a:rPr sz="2000"/>
            </a:br>
            <a:r>
              <a:rPr lang="ja-JP" sz="2000" b="0" u="none" strike="noStrike">
                <a:solidFill>
                  <a:schemeClr val="dk1"/>
                </a:solidFill>
                <a:effectLst/>
                <a:uFillTx/>
                <a:latin typeface="Meiryo UI"/>
                <a:ea typeface="Meiryo UI"/>
              </a:rPr>
              <a:t>管理画面にはブラウザからアドレスバーにルーターの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おそらくデフォルトゲートウェイ</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を入力するとログインフォームが出てくると思います。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デフォルトであればネットで調べるとでてくるはずなので調べてください。</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例</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メーカー名 機種名 管理画面 ログイン</a:t>
            </a:r>
            <a:r>
              <a:rPr lang="en-US" sz="2000" b="0" u="none" strike="noStrike">
                <a:solidFill>
                  <a:schemeClr val="dk1"/>
                </a:solidFill>
                <a:effectLst/>
                <a:uFillTx/>
                <a:latin typeface="Meiryo UI"/>
                <a:ea typeface="Meiryo UI"/>
              </a:rPr>
              <a:t>]</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サブネットマスクと</a:t>
            </a:r>
            <a:r>
              <a:rPr lang="en-US" sz="4400" b="1" u="none" spc="99" strike="noStrike">
                <a:solidFill>
                  <a:schemeClr val="dk1"/>
                </a:solidFill>
                <a:effectLst/>
                <a:uFillTx/>
                <a:latin typeface="Meiryo UI"/>
                <a:ea typeface="Meiryo UI"/>
              </a:rPr>
              <a:t>DNS</a:t>
            </a:r>
            <a:r>
              <a:rPr lang="ja-JP" sz="4400" b="1" u="none" spc="99" strike="noStrike">
                <a:solidFill>
                  <a:schemeClr val="dk1"/>
                </a:solidFill>
                <a:effectLst/>
                <a:uFillTx/>
                <a:latin typeface="Meiryo UI"/>
                <a:ea typeface="Meiryo UI"/>
              </a:rPr>
              <a:t>サーバーを確認しよう</a:t>
            </a:r>
            <a:endParaRPr lang="en-US" sz="4400" b="1" u="none" spc="99" strike="noStrike">
              <a:solidFill>
                <a:schemeClr val="dk1"/>
              </a:solidFill>
              <a:effectLst/>
              <a:uFillTx/>
              <a:latin typeface="Meiryo UI"/>
            </a:endParaRPr>
          </a:p>
        </p:txBody>
      </p:sp>
      <p:grpSp>
        <p:nvGrpSpPr>
          <p:cNvPr id="452" name="Diagram6"/>
          <p:cNvGrpSpPr/>
          <p:nvPr/>
        </p:nvGrpSpPr>
        <p:grpSpPr>
          <a:xfrm>
            <a:off x="594360" y="2628720"/>
            <a:ext cx="10972080" cy="3637080"/>
            <a:chOff x="594360" y="2628720"/>
            <a:chExt cx="10972080" cy="3637080"/>
          </a:xfrm>
        </p:grpSpPr>
        <p:sp>
          <p:nvSpPr>
            <p:cNvPr id="453" name=""/>
            <p:cNvSpPr/>
            <p:nvPr/>
          </p:nvSpPr>
          <p:spPr>
            <a:xfrm>
              <a:off x="594360" y="2628720"/>
              <a:ext cx="10972080" cy="3636000"/>
            </a:xfrm>
            <a:prstGeom prst="rect">
              <a:avLst/>
            </a:prstGeom>
            <a:no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454" name=""/>
            <p:cNvSpPr/>
            <p:nvPr/>
          </p:nvSpPr>
          <p:spPr>
            <a:xfrm>
              <a:off x="595800" y="2628720"/>
              <a:ext cx="5223600" cy="3636360"/>
            </a:xfrm>
            <a:prstGeom prst="rect">
              <a:avLst/>
            </a:prstGeom>
            <a:solidFill>
              <a:schemeClr val="accent1">
                <a:tint val="40000"/>
                <a:alpha val="90000"/>
              </a:schemeClr>
            </a:solidFill>
            <a:ln>
              <a:solidFill>
                <a:schemeClr val="accent1">
                  <a:tint val="40000"/>
                  <a:alpha val="90000"/>
                </a:schemeClr>
              </a:solidFill>
            </a:ln>
          </p:spPr>
          <p:style>
            <a:lnRef idx="2"/>
            <a:fillRef idx="0"/>
            <a:effectRef idx="0"/>
            <a:fontRef idx="minor"/>
          </p:style>
          <p:txBody>
            <a:bodyPr numCol="1" spcCol="1440" lIns="407160" tIns="1712160" rIns="407160" bIns="402840" anchor="t">
              <a:noAutofit/>
            </a:bodyPr>
            <a:p>
              <a:pPr defTabSz="800280">
                <a:lnSpc>
                  <a:spcPct val="90000"/>
                </a:lnSpc>
                <a:spcAft>
                  <a:spcPts val="629"/>
                </a:spcAft>
                <a:tabLst>
                  <a:tab pos="0" algn="l"/>
                </a:tabLst>
              </a:pPr>
              <a:r>
                <a:rPr lang="ja-JP" sz="1800" b="0" u="none" strike="noStrike">
                  <a:solidFill>
                    <a:srgbClr val="000000"/>
                  </a:solidFill>
                  <a:effectLst/>
                  <a:uFillTx/>
                  <a:latin typeface="Meiryo UI"/>
                  <a:ea typeface="Meiryo UI"/>
                </a:rPr>
                <a:t>サブネットマスクは</a:t>
              </a:r>
              <a:r>
                <a:rPr lang="en-US" sz="1800" b="0" u="none" strike="noStrike">
                  <a:solidFill>
                    <a:srgbClr val="000000"/>
                  </a:solidFill>
                  <a:effectLst/>
                  <a:uFillTx/>
                  <a:latin typeface="Meiryo UI"/>
                  <a:ea typeface="Meiryo UI"/>
                </a:rPr>
                <a:t>[255.255.255.0]</a:t>
              </a:r>
              <a:r>
                <a:rPr lang="ja-JP" sz="1800" b="0" u="none" strike="noStrike">
                  <a:solidFill>
                    <a:srgbClr val="000000"/>
                  </a:solidFill>
                  <a:effectLst/>
                  <a:uFillTx/>
                  <a:latin typeface="Meiryo UI"/>
                  <a:ea typeface="Meiryo UI"/>
                </a:rPr>
                <a:t>の</a:t>
              </a:r>
              <a:r>
                <a:rPr lang="en-US" sz="1800" b="0" u="none" strike="noStrike">
                  <a:solidFill>
                    <a:srgbClr val="000000"/>
                  </a:solidFill>
                  <a:effectLst/>
                  <a:uFillTx/>
                  <a:latin typeface="Meiryo UI"/>
                  <a:ea typeface="Meiryo UI"/>
                </a:rPr>
                <a:t>/24</a:t>
              </a:r>
              <a:r>
                <a:rPr lang="ja-JP" sz="1800" b="0" u="none" strike="noStrike">
                  <a:solidFill>
                    <a:srgbClr val="000000"/>
                  </a:solidFill>
                  <a:effectLst/>
                  <a:uFillTx/>
                  <a:latin typeface="Meiryo UI"/>
                  <a:ea typeface="Meiryo UI"/>
                </a:rPr>
                <a:t>になっていれば一般的な設定です。</a:t>
              </a:r>
              <a:endParaRPr lang="en-US" sz="1800" b="0" u="none" strike="noStrike">
                <a:solidFill>
                  <a:srgbClr val="000000"/>
                </a:solidFill>
                <a:effectLst/>
                <a:uFillTx/>
                <a:latin typeface="Arial"/>
              </a:endParaRPr>
            </a:p>
          </p:txBody>
        </p:sp>
        <p:sp>
          <p:nvSpPr>
            <p:cNvPr id="455" name=""/>
            <p:cNvSpPr/>
            <p:nvPr/>
          </p:nvSpPr>
          <p:spPr>
            <a:xfrm>
              <a:off x="2662200" y="2992320"/>
              <a:ext cx="1090800" cy="1090800"/>
            </a:xfrm>
            <a:prstGeom prst="ellipse">
              <a:avLst/>
            </a:prstGeom>
            <a:solidFill>
              <a:schemeClr val="accent1">
                <a:hueOff val="0"/>
                <a:satOff val="0"/>
                <a:lumOff val="0"/>
                <a:alphaOff val="0"/>
              </a:schemeClr>
            </a:solidFill>
            <a:ln>
              <a:solidFill>
                <a:srgbClr val="A9D4DB">
                  <a:hueOff val="0"/>
                  <a:satOff val="0"/>
                  <a:lumOff val="0"/>
                  <a:alphaOff val="0"/>
                </a:srgbClr>
              </a:solidFill>
            </a:ln>
          </p:spPr>
          <p:style>
            <a:lnRef idx="2"/>
            <a:fillRef idx="0"/>
            <a:effectRef idx="1"/>
            <a:fontRef idx="minor"/>
          </p:style>
          <p:txBody>
            <a:bodyPr numCol="1" spcCol="1440" lIns="84960" tIns="12600" rIns="84960" bIns="12600" anchor="ctr">
              <a:noAutofit/>
            </a:bodyPr>
            <a:p>
              <a:pPr algn="ctr" defTabSz="1689120">
                <a:lnSpc>
                  <a:spcPct val="90000"/>
                </a:lnSpc>
                <a:spcAft>
                  <a:spcPts val="1329"/>
                </a:spcAft>
                <a:tabLst>
                  <a:tab pos="0" algn="l"/>
                </a:tabLst>
              </a:pPr>
              <a:r>
                <a:rPr lang="en-US" sz="3800" b="0" u="none" strike="noStrike">
                  <a:solidFill>
                    <a:schemeClr val="lt1"/>
                  </a:solidFill>
                  <a:effectLst/>
                  <a:uFillTx/>
                  <a:latin typeface="Meiryo UI"/>
                  <a:ea typeface="Meiryo UI"/>
                </a:rPr>
                <a:t>1</a:t>
              </a:r>
              <a:endParaRPr lang="en-US" sz="3800" b="0" u="none" strike="noStrike">
                <a:solidFill>
                  <a:srgbClr val="000000"/>
                </a:solidFill>
                <a:effectLst/>
                <a:uFillTx/>
                <a:latin typeface="Arial"/>
              </a:endParaRPr>
            </a:p>
          </p:txBody>
        </p:sp>
        <p:sp>
          <p:nvSpPr>
            <p:cNvPr id="456" name=""/>
            <p:cNvSpPr/>
            <p:nvPr/>
          </p:nvSpPr>
          <p:spPr>
            <a:xfrm>
              <a:off x="595800" y="6265440"/>
              <a:ext cx="5223600" cy="360"/>
            </a:xfrm>
            <a:prstGeom prst="rect">
              <a:avLst/>
            </a:prstGeom>
            <a:solidFill>
              <a:schemeClr val="accent1">
                <a:hueOff val="0"/>
                <a:satOff val="0"/>
                <a:lumOff val="0"/>
                <a:alphaOff val="0"/>
              </a:schemeClr>
            </a:solidFill>
            <a:ln>
              <a:solidFill>
                <a:srgbClr val="A9D4DB">
                  <a:hueOff val="0"/>
                  <a:satOff val="0"/>
                  <a:lumOff val="0"/>
                  <a:alphaOff val="0"/>
                </a:srgbClr>
              </a:solidFill>
            </a:ln>
          </p:spPr>
          <p:style>
            <a:lnRef idx="2"/>
            <a:fillRef idx="0"/>
            <a:effectRef idx="1"/>
            <a:fontRef idx="minor"/>
          </p:style>
          <p:txBody>
            <a:bodyPr lIns="90000" tIns="-44280" rIns="90000" bIns="-44280" anchor="t">
              <a:noAutofit/>
            </a:bodyPr>
            <a:p>
              <a:endParaRPr lang="en-US" sz="1800" b="0" u="none" strike="noStrike">
                <a:solidFill>
                  <a:srgbClr val="000000"/>
                </a:solidFill>
                <a:effectLst/>
                <a:uFillTx/>
                <a:latin typeface="Arial"/>
              </a:endParaRPr>
            </a:p>
          </p:txBody>
        </p:sp>
        <p:sp>
          <p:nvSpPr>
            <p:cNvPr id="457" name=""/>
            <p:cNvSpPr/>
            <p:nvPr/>
          </p:nvSpPr>
          <p:spPr>
            <a:xfrm>
              <a:off x="6342120" y="2628720"/>
              <a:ext cx="5223600" cy="3636360"/>
            </a:xfrm>
            <a:prstGeom prst="rect">
              <a:avLst/>
            </a:prstGeom>
            <a:solidFill>
              <a:schemeClr val="accent1">
                <a:tint val="40000"/>
                <a:alpha val="90000"/>
              </a:schemeClr>
            </a:solidFill>
            <a:ln>
              <a:solidFill>
                <a:schemeClr val="accent1">
                  <a:tint val="40000"/>
                  <a:alpha val="90000"/>
                </a:schemeClr>
              </a:solidFill>
            </a:ln>
          </p:spPr>
          <p:style>
            <a:lnRef idx="2"/>
            <a:fillRef idx="0"/>
            <a:effectRef idx="0"/>
            <a:fontRef idx="minor"/>
          </p:style>
          <p:txBody>
            <a:bodyPr numCol="1" spcCol="1440" lIns="407160" tIns="1712160" rIns="407160" bIns="402840" anchor="t">
              <a:noAutofit/>
            </a:bodyPr>
            <a:p>
              <a:pPr defTabSz="800280">
                <a:lnSpc>
                  <a:spcPct val="90000"/>
                </a:lnSpc>
                <a:spcAft>
                  <a:spcPts val="629"/>
                </a:spcAft>
                <a:tabLst>
                  <a:tab pos="0" algn="l"/>
                </a:tabLst>
              </a:pPr>
              <a:r>
                <a:rPr lang="en-US" sz="1800" b="0" u="none" strike="noStrike">
                  <a:solidFill>
                    <a:srgbClr val="000000"/>
                  </a:solidFill>
                  <a:effectLst/>
                  <a:uFillTx/>
                  <a:latin typeface="Meiryo UI"/>
                  <a:ea typeface="Meiryo UI"/>
                </a:rPr>
                <a:t>DNS</a:t>
              </a:r>
              <a:r>
                <a:rPr lang="ja-JP" sz="1800" b="0" u="none" strike="noStrike">
                  <a:solidFill>
                    <a:srgbClr val="000000"/>
                  </a:solidFill>
                  <a:effectLst/>
                  <a:uFillTx/>
                  <a:latin typeface="Meiryo UI"/>
                  <a:ea typeface="Meiryo UI"/>
                </a:rPr>
                <a:t>サーバーは自動取得だったり、デフォルト設定のようになっていると思います。</a:t>
              </a:r>
              <a:endParaRPr lang="en-US" sz="1800" b="0" u="none" strike="noStrike">
                <a:solidFill>
                  <a:srgbClr val="000000"/>
                </a:solidFill>
                <a:effectLst/>
                <a:uFillTx/>
                <a:latin typeface="Arial"/>
              </a:endParaRPr>
            </a:p>
            <a:p>
              <a:pPr defTabSz="800280">
                <a:lnSpc>
                  <a:spcPct val="90000"/>
                </a:lnSpc>
                <a:spcAft>
                  <a:spcPts val="629"/>
                </a:spcAft>
                <a:tabLst>
                  <a:tab pos="0" algn="l"/>
                </a:tabLst>
              </a:pPr>
              <a:r>
                <a:rPr lang="ja-JP" sz="1800" b="0" u="none" strike="noStrike">
                  <a:solidFill>
                    <a:srgbClr val="000000"/>
                  </a:solidFill>
                  <a:effectLst/>
                  <a:uFillTx/>
                  <a:latin typeface="Meiryo UI"/>
                  <a:ea typeface="Meiryo UI"/>
                </a:rPr>
                <a:t>プライマリとセカンダリの指定がある場合はメインと予備の認識で大丈夫です。</a:t>
              </a:r>
              <a:endParaRPr lang="en-US" sz="1800" b="0" u="none" strike="noStrike">
                <a:solidFill>
                  <a:srgbClr val="000000"/>
                </a:solidFill>
                <a:effectLst/>
                <a:uFillTx/>
                <a:latin typeface="Arial"/>
              </a:endParaRPr>
            </a:p>
          </p:txBody>
        </p:sp>
        <p:sp>
          <p:nvSpPr>
            <p:cNvPr id="458" name=""/>
            <p:cNvSpPr/>
            <p:nvPr/>
          </p:nvSpPr>
          <p:spPr>
            <a:xfrm>
              <a:off x="8408520" y="2992320"/>
              <a:ext cx="1090800" cy="1090800"/>
            </a:xfrm>
            <a:prstGeom prst="ellipse">
              <a:avLst/>
            </a:prstGeom>
            <a:solidFill>
              <a:schemeClr val="accent1">
                <a:hueOff val="0"/>
                <a:satOff val="0"/>
                <a:lumOff val="0"/>
                <a:alphaOff val="0"/>
              </a:schemeClr>
            </a:solidFill>
            <a:ln>
              <a:solidFill>
                <a:srgbClr val="A9D4DB">
                  <a:hueOff val="0"/>
                  <a:satOff val="0"/>
                  <a:lumOff val="0"/>
                  <a:alphaOff val="0"/>
                </a:srgbClr>
              </a:solidFill>
            </a:ln>
          </p:spPr>
          <p:style>
            <a:lnRef idx="2"/>
            <a:fillRef idx="0"/>
            <a:effectRef idx="1"/>
            <a:fontRef idx="minor"/>
          </p:style>
          <p:txBody>
            <a:bodyPr numCol="1" spcCol="1440" lIns="84960" tIns="12600" rIns="84960" bIns="12600" anchor="ctr">
              <a:noAutofit/>
            </a:bodyPr>
            <a:p>
              <a:pPr algn="ctr" defTabSz="1689120">
                <a:lnSpc>
                  <a:spcPct val="90000"/>
                </a:lnSpc>
                <a:spcAft>
                  <a:spcPts val="1329"/>
                </a:spcAft>
                <a:tabLst>
                  <a:tab pos="0" algn="l"/>
                </a:tabLst>
              </a:pPr>
              <a:r>
                <a:rPr lang="en-US" sz="3800" b="0" u="none" strike="noStrike">
                  <a:solidFill>
                    <a:schemeClr val="lt1"/>
                  </a:solidFill>
                  <a:effectLst/>
                  <a:uFillTx/>
                  <a:latin typeface="Meiryo UI"/>
                  <a:ea typeface="Meiryo UI"/>
                </a:rPr>
                <a:t>2</a:t>
              </a:r>
              <a:endParaRPr lang="en-US" sz="3800" b="0" u="none" strike="noStrike">
                <a:solidFill>
                  <a:srgbClr val="000000"/>
                </a:solidFill>
                <a:effectLst/>
                <a:uFillTx/>
                <a:latin typeface="Arial"/>
              </a:endParaRPr>
            </a:p>
          </p:txBody>
        </p:sp>
        <p:sp>
          <p:nvSpPr>
            <p:cNvPr id="459" name=""/>
            <p:cNvSpPr/>
            <p:nvPr/>
          </p:nvSpPr>
          <p:spPr>
            <a:xfrm>
              <a:off x="6342120" y="6265440"/>
              <a:ext cx="5223600" cy="360"/>
            </a:xfrm>
            <a:prstGeom prst="rect">
              <a:avLst/>
            </a:prstGeom>
            <a:solidFill>
              <a:schemeClr val="accent1">
                <a:hueOff val="0"/>
                <a:satOff val="0"/>
                <a:lumOff val="0"/>
                <a:alphaOff val="0"/>
              </a:schemeClr>
            </a:solidFill>
            <a:ln>
              <a:solidFill>
                <a:srgbClr val="A9D4DB">
                  <a:hueOff val="0"/>
                  <a:satOff val="0"/>
                  <a:lumOff val="0"/>
                  <a:alphaOff val="0"/>
                </a:srgbClr>
              </a:solidFill>
            </a:ln>
          </p:spPr>
          <p:style>
            <a:lnRef idx="2"/>
            <a:fillRef idx="0"/>
            <a:effectRef idx="1"/>
            <a:fontRef idx="minor"/>
          </p:style>
          <p:txBody>
            <a:bodyPr lIns="90000" tIns="-44280" rIns="90000" bIns="-44280" anchor="t">
              <a:noAutofit/>
            </a:bodyPr>
            <a:p>
              <a:endParaRPr lang="en-US" sz="1800" b="0" u="none" strike="noStrik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アドレスの固定</a:t>
            </a:r>
            <a:endParaRPr lang="en-US" sz="4400" b="1" u="none" spc="99" strike="noStrike">
              <a:solidFill>
                <a:schemeClr val="dk1"/>
              </a:solidFill>
              <a:effectLst/>
              <a:uFillTx/>
              <a:latin typeface="Meiryo UI"/>
            </a:endParaRPr>
          </a:p>
        </p:txBody>
      </p:sp>
      <p:sp>
        <p:nvSpPr>
          <p:cNvPr id="461" name="PlaceHolder 2"/>
          <p:cNvSpPr>
            <a:spLocks noGrp="1"/>
          </p:cNvSpPr>
          <p:nvPr>
            <p:ph hasCustomPrompt="1"/>
          </p:nvPr>
        </p:nvSpPr>
        <p:spPr>
          <a:xfrm>
            <a:off x="3657600" y="2282040"/>
            <a:ext cx="7809840" cy="3698640"/>
          </a:xfrm>
          <a:prstGeom prst="rect">
            <a:avLst/>
          </a:prstGeom>
          <a:noFill/>
          <a:ln w="0">
            <a:noFill/>
          </a:ln>
        </p:spPr>
        <p:txBody>
          <a:bodyPr lIns="0" tIns="228600" rIns="0" bIns="0" anchor="t">
            <a:norm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ルーターから</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を固定する事も可能です。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機種にもよりますが予約済みアドレス等と表現されることもあり、対応した</a:t>
            </a:r>
            <a:r>
              <a:rPr lang="en-US" sz="2000" b="0" u="none" strike="noStrike">
                <a:solidFill>
                  <a:schemeClr val="dk1"/>
                </a:solidFill>
                <a:effectLst/>
                <a:uFillTx/>
                <a:latin typeface="Meiryo UI"/>
                <a:ea typeface="Meiryo UI"/>
              </a:rPr>
              <a:t>MAC</a:t>
            </a:r>
            <a:r>
              <a:rPr lang="ja-JP" sz="2000" b="0" u="none" strike="noStrike">
                <a:solidFill>
                  <a:schemeClr val="dk1"/>
                </a:solidFill>
                <a:effectLst/>
                <a:uFillTx/>
                <a:latin typeface="Meiryo UI"/>
                <a:ea typeface="Meiryo UI"/>
              </a:rPr>
              <a:t>アドレスの機器はその</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アドレスを割り当ててくれるようです。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今回はルーターの話なので詳細は割愛しますが、固定</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の設定はノード側でする事が多いと思います。</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DHCP</a:t>
            </a:r>
            <a:r>
              <a:rPr lang="ja-JP" sz="4400" b="1" u="none" spc="99" strike="noStrike">
                <a:solidFill>
                  <a:schemeClr val="dk1"/>
                </a:solidFill>
                <a:effectLst/>
                <a:uFillTx/>
                <a:latin typeface="Meiryo UI"/>
                <a:ea typeface="Meiryo UI"/>
              </a:rPr>
              <a:t>の設定</a:t>
            </a:r>
            <a:endParaRPr lang="en-US" sz="4400" b="1" u="none" spc="99" strike="noStrike">
              <a:solidFill>
                <a:schemeClr val="dk1"/>
              </a:solidFill>
              <a:effectLst/>
              <a:uFillTx/>
              <a:latin typeface="Meiryo UI"/>
            </a:endParaRPr>
          </a:p>
        </p:txBody>
      </p:sp>
      <p:pic>
        <p:nvPicPr>
          <p:cNvPr id="463" name="図プレースホルダー 4"/>
          <p:cNvPicPr/>
          <p:nvPr/>
        </p:nvPicPr>
        <p:blipFill>
          <a:blip r:embed="rId1"/>
          <a:stretch/>
        </p:blipFill>
        <p:spPr>
          <a:xfrm>
            <a:off x="701640" y="2232720"/>
            <a:ext cx="6216480" cy="4040640"/>
          </a:xfrm>
          <a:prstGeom prst="rect">
            <a:avLst/>
          </a:prstGeom>
          <a:noFill/>
          <a:ln w="0">
            <a:noFill/>
          </a:ln>
        </p:spPr>
      </p:pic>
      <p:sp>
        <p:nvSpPr>
          <p:cNvPr id="464" name="PlaceHolder 2"/>
          <p:cNvSpPr>
            <a:spLocks noGrp="1"/>
          </p:cNvSpPr>
          <p:nvPr>
            <p:ph hasCustomPrompt="1"/>
          </p:nvPr>
        </p:nvSpPr>
        <p:spPr>
          <a:xfrm>
            <a:off x="7620120" y="1630800"/>
            <a:ext cx="3946320" cy="4642560"/>
          </a:xfrm>
          <a:prstGeom prst="rect">
            <a:avLst/>
          </a:prstGeom>
          <a:noFill/>
          <a:ln w="0">
            <a:noFill/>
          </a:ln>
        </p:spPr>
        <p:txBody>
          <a:bodyPr lIns="0" tIns="45720" rIns="91440" bIns="45720" anchor="t">
            <a:normAutofit fontScale="92500" lnSpcReduction="9999"/>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DHCP</a:t>
            </a:r>
            <a:r>
              <a:rPr lang="ja-JP" sz="2000" b="0" u="none" strike="noStrike">
                <a:solidFill>
                  <a:schemeClr val="dk1"/>
                </a:solidFill>
                <a:effectLst/>
                <a:uFillTx/>
                <a:latin typeface="Meiryo UI"/>
                <a:ea typeface="Meiryo UI"/>
              </a:rPr>
              <a:t>の設定も可能です。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設定内容は下記のものがあることが多いです。</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有効</a:t>
            </a:r>
            <a:r>
              <a:rPr lang="en-US" sz="2000" b="0" u="none" strike="noStrike">
                <a:solidFill>
                  <a:schemeClr val="dk1"/>
                </a:solidFill>
                <a:effectLst/>
                <a:uFillTx/>
                <a:latin typeface="Meiryo UI"/>
                <a:ea typeface="Meiryo UI"/>
              </a:rPr>
              <a:t>or</a:t>
            </a:r>
            <a:r>
              <a:rPr lang="ja-JP" sz="2000" b="0" u="none" strike="noStrike">
                <a:solidFill>
                  <a:schemeClr val="dk1"/>
                </a:solidFill>
                <a:effectLst/>
                <a:uFillTx/>
                <a:latin typeface="Meiryo UI"/>
                <a:ea typeface="Meiryo UI"/>
              </a:rPr>
              <a:t>無効</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開始アドレス</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終了アドレス</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ここで重要なのが、</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アドレスの開始と終了で指定範囲内のアドレスを</a:t>
            </a:r>
            <a:r>
              <a:rPr lang="en-US" sz="2000" b="0" u="none" strike="noStrike">
                <a:solidFill>
                  <a:schemeClr val="dk1"/>
                </a:solidFill>
                <a:effectLst/>
                <a:uFillTx/>
                <a:latin typeface="Meiryo UI"/>
                <a:ea typeface="Meiryo UI"/>
              </a:rPr>
              <a:t>DHCP</a:t>
            </a:r>
            <a:r>
              <a:rPr lang="ja-JP" sz="2000" b="0" u="none" strike="noStrike">
                <a:solidFill>
                  <a:schemeClr val="dk1"/>
                </a:solidFill>
                <a:effectLst/>
                <a:uFillTx/>
                <a:latin typeface="Meiryo UI"/>
                <a:ea typeface="Meiryo UI"/>
              </a:rPr>
              <a:t>で割り振ってくれます。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固定</a:t>
            </a:r>
            <a:r>
              <a:rPr lang="en-US" sz="2000" b="0" u="none" strike="noStrike">
                <a:solidFill>
                  <a:schemeClr val="dk1"/>
                </a:solidFill>
                <a:effectLst/>
                <a:uFillTx/>
                <a:latin typeface="Meiryo UI"/>
                <a:ea typeface="Meiryo UI"/>
              </a:rPr>
              <a:t>IP</a:t>
            </a:r>
            <a:r>
              <a:rPr lang="ja-JP" sz="2000" b="0" u="none" strike="noStrike">
                <a:solidFill>
                  <a:schemeClr val="dk1"/>
                </a:solidFill>
                <a:effectLst/>
                <a:uFillTx/>
                <a:latin typeface="Meiryo UI"/>
                <a:ea typeface="Meiryo UI"/>
              </a:rPr>
              <a:t>の場合はその範囲外で指定が必要です。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その他</a:t>
            </a:r>
            <a:endParaRPr lang="en-US" sz="4400" b="1" u="none" spc="99" strike="noStrike">
              <a:solidFill>
                <a:schemeClr val="dk1"/>
              </a:solidFill>
              <a:effectLst/>
              <a:uFillTx/>
              <a:latin typeface="Meiryo UI"/>
            </a:endParaRPr>
          </a:p>
        </p:txBody>
      </p:sp>
      <p:sp>
        <p:nvSpPr>
          <p:cNvPr id="466" name="テキスト ボックス 3"/>
          <p:cNvSpPr/>
          <p:nvPr/>
        </p:nvSpPr>
        <p:spPr>
          <a:xfrm>
            <a:off x="603720" y="583920"/>
            <a:ext cx="2824560" cy="3998520"/>
          </a:xfrm>
          <a:prstGeom prst="rect">
            <a:avLst/>
          </a:prstGeom>
          <a:noFill/>
          <a:ln w="0">
            <a:noFill/>
          </a:ln>
        </p:spPr>
        <p:style>
          <a:lnRef idx="0"/>
          <a:fillRef idx="0"/>
          <a:effectRef idx="0"/>
          <a:fontRef idx="minor"/>
        </p:style>
        <p:txBody>
          <a:bodyPr lIns="0" tIns="274320" rIns="90000" bIns="45000" anchor="t">
            <a:normAutofit/>
          </a:bodyPr>
          <a:p>
            <a:pPr defTabSz="914400">
              <a:lnSpc>
                <a:spcPct val="90000"/>
              </a:lnSpc>
              <a:spcBef>
                <a:spcPts val="1800"/>
              </a:spcBef>
            </a:pPr>
            <a:r>
              <a:rPr lang="ja-JP" sz="2000" b="0" u="none" strike="noStrike">
                <a:solidFill>
                  <a:schemeClr val="dk1"/>
                </a:solidFill>
                <a:effectLst/>
                <a:uFillTx/>
                <a:latin typeface="Meiryo UI"/>
                <a:ea typeface="Meiryo UI"/>
              </a:rPr>
              <a:t>その他にも機能により右記のような設定もあったりします。</a:t>
            </a:r>
            <a:endParaRPr lang="en-US" sz="2000" b="0" u="none" strike="noStrike">
              <a:solidFill>
                <a:srgbClr val="000000"/>
              </a:solidFill>
              <a:effectLst/>
              <a:uFillTx/>
              <a:latin typeface="Arial"/>
            </a:endParaRPr>
          </a:p>
          <a:p>
            <a:pPr defTabSz="914400">
              <a:lnSpc>
                <a:spcPct val="90000"/>
              </a:lnSpc>
              <a:spcBef>
                <a:spcPts val="1800"/>
              </a:spcBef>
            </a:pPr>
            <a:r>
              <a:rPr lang="ja-JP" sz="2000" b="0" u="none" strike="noStrike">
                <a:solidFill>
                  <a:schemeClr val="dk1"/>
                </a:solidFill>
                <a:effectLst/>
                <a:uFillTx/>
                <a:latin typeface="Meiryo UI"/>
                <a:ea typeface="Meiryo UI"/>
              </a:rPr>
              <a:t>基本的にデフォルトからの変更はお勧めできませんが、自分が使用している機能を把握しておくのはとても大切です。</a:t>
            </a:r>
            <a:endParaRPr lang="en-US" sz="2000" b="0" u="none" strike="noStrike">
              <a:solidFill>
                <a:srgbClr val="000000"/>
              </a:solidFill>
              <a:effectLst/>
              <a:uFillTx/>
              <a:latin typeface="Arial"/>
            </a:endParaRPr>
          </a:p>
          <a:p>
            <a:pPr defTabSz="914400">
              <a:lnSpc>
                <a:spcPct val="90000"/>
              </a:lnSpc>
              <a:spcBef>
                <a:spcPts val="1800"/>
              </a:spcBef>
            </a:pPr>
            <a:endParaRPr lang="en-US" sz="2000" b="0" u="none" strike="noStrike">
              <a:solidFill>
                <a:srgbClr val="000000"/>
              </a:solidFill>
              <a:effectLst/>
              <a:uFillTx/>
              <a:latin typeface="Arial"/>
            </a:endParaRPr>
          </a:p>
        </p:txBody>
      </p:sp>
      <p:graphicFrame>
        <p:nvGraphicFramePr>
          <p:cNvPr id="467" name="Diagram4"/>
          <p:cNvGraphicFramePr/>
          <p:nvPr>
            <p:extLst>
              <p:ext uri="{D42A27DB-BD31-4B8C-83A1-F6EECF244321}">
                <p14:modId xmlns:p14="http://schemas.microsoft.com/office/powerpoint/2010/main" val="1883326445"/>
              </p:ext>
            </p:extLst>
          </p:nvPr>
        </p:nvGraphicFramePr>
        <p:xfrm>
          <a:off x="3670920" y="583920"/>
          <a:ext cx="7926120" cy="39985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6</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6</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470"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ネットワークの障害対応</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L1</a:t>
            </a:r>
            <a:r>
              <a:rPr lang="ja-JP" sz="2400" b="1" u="none" strike="noStrike">
                <a:solidFill>
                  <a:schemeClr val="lt2">
                    <a:lumMod val="75000"/>
                  </a:schemeClr>
                </a:solidFill>
                <a:effectLst/>
                <a:uFillTx/>
                <a:latin typeface="Meiryo UI"/>
                <a:ea typeface="Meiryo UI"/>
              </a:rPr>
              <a:t>、</a:t>
            </a:r>
            <a:r>
              <a:rPr lang="en-US" sz="2400" b="1" u="none" strike="noStrike">
                <a:solidFill>
                  <a:schemeClr val="lt2">
                    <a:lumMod val="75000"/>
                  </a:schemeClr>
                </a:solidFill>
                <a:effectLst/>
                <a:uFillTx/>
                <a:latin typeface="Meiryo UI"/>
                <a:ea typeface="Meiryo UI"/>
              </a:rPr>
              <a:t>L2</a:t>
            </a:r>
            <a:r>
              <a:rPr lang="ja-JP" sz="2400" b="1" u="none" strike="noStrike">
                <a:solidFill>
                  <a:schemeClr val="lt2">
                    <a:lumMod val="75000"/>
                  </a:schemeClr>
                </a:solidFill>
                <a:effectLst/>
                <a:uFillTx/>
                <a:latin typeface="Meiryo UI"/>
                <a:ea typeface="Meiryo UI"/>
              </a:rPr>
              <a:t>、</a:t>
            </a:r>
            <a:r>
              <a:rPr lang="en-US" sz="2400" b="1" u="none" strike="noStrike">
                <a:solidFill>
                  <a:schemeClr val="lt2">
                    <a:lumMod val="75000"/>
                  </a:schemeClr>
                </a:solidFill>
                <a:effectLst/>
                <a:uFillTx/>
                <a:latin typeface="Meiryo UI"/>
                <a:ea typeface="Meiryo UI"/>
              </a:rPr>
              <a:t>L3</a:t>
            </a:r>
            <a:r>
              <a:rPr lang="ja-JP" sz="2400" b="1" u="none" strike="noStrike">
                <a:solidFill>
                  <a:schemeClr val="lt2">
                    <a:lumMod val="75000"/>
                  </a:schemeClr>
                </a:solidFill>
                <a:effectLst/>
                <a:uFillTx/>
                <a:latin typeface="Meiryo UI"/>
                <a:ea typeface="Meiryo UI"/>
              </a:rPr>
              <a:t>、</a:t>
            </a:r>
            <a:r>
              <a:rPr lang="en-US" sz="2400" b="1" u="none" strike="noStrike">
                <a:solidFill>
                  <a:schemeClr val="lt2">
                    <a:lumMod val="75000"/>
                  </a:schemeClr>
                </a:solidFill>
                <a:effectLst/>
                <a:uFillTx/>
                <a:latin typeface="Meiryo UI"/>
                <a:ea typeface="Meiryo UI"/>
              </a:rPr>
              <a:t>L4</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en-US" sz="2400" b="1" u="none" strike="noStrike">
                <a:solidFill>
                  <a:schemeClr val="lt2">
                    <a:lumMod val="75000"/>
                  </a:schemeClr>
                </a:solidFill>
                <a:effectLst/>
                <a:uFillTx/>
                <a:latin typeface="Meiryo UI"/>
                <a:ea typeface="Meiryo UI"/>
              </a:rPr>
              <a:t>L5</a:t>
            </a:r>
            <a:r>
              <a:rPr lang="ja-JP" sz="2400" b="1" u="none" strike="noStrike">
                <a:solidFill>
                  <a:schemeClr val="lt2">
                    <a:lumMod val="75000"/>
                  </a:schemeClr>
                </a:solidFill>
                <a:effectLst/>
                <a:uFillTx/>
                <a:latin typeface="Meiryo UI"/>
                <a:ea typeface="Meiryo UI"/>
              </a:rPr>
              <a:t>以上</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実際の対応</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障害対応</a:t>
            </a:r>
            <a:endParaRPr lang="en-US" sz="6000" b="1" u="none" spc="99" strike="noStrike">
              <a:solidFill>
                <a:schemeClr val="dk1"/>
              </a:solidFill>
              <a:effectLst/>
              <a:uFillTx/>
              <a:latin typeface="Meiryo UI"/>
            </a:endParaRPr>
          </a:p>
        </p:txBody>
      </p:sp>
      <p:pic>
        <p:nvPicPr>
          <p:cNvPr id="472" name="図プレースホルダー 4"/>
          <p:cNvPicPr/>
          <p:nvPr/>
        </p:nvPicPr>
        <p:blipFill>
          <a:blip r:embed="rId1"/>
          <a:srcRect l="5160" t="0" r="5160" b="0"/>
          <a:stretch/>
        </p:blipFill>
        <p:spPr>
          <a:xfrm>
            <a:off x="0" y="-11160"/>
            <a:ext cx="5790600" cy="6879600"/>
          </a:xfrm>
          <a:prstGeom prst="rect">
            <a:avLst/>
          </a:prstGeom>
          <a:noFill/>
          <a:ln w="0">
            <a:noFill/>
          </a:ln>
        </p:spPr>
      </p:pic>
      <p:sp>
        <p:nvSpPr>
          <p:cNvPr id="473"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ではどのように確認するか見ていきましょう。</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ベストプラクティスは</a:t>
            </a:r>
            <a:r>
              <a:rPr lang="en-US" sz="2400" b="1" u="none" strike="noStrike">
                <a:solidFill>
                  <a:schemeClr val="lt2">
                    <a:lumMod val="75000"/>
                  </a:schemeClr>
                </a:solidFill>
                <a:effectLst/>
                <a:uFillTx/>
                <a:latin typeface="Meiryo UI"/>
                <a:ea typeface="Meiryo UI"/>
              </a:rPr>
              <a:t>OSI</a:t>
            </a:r>
            <a:r>
              <a:rPr lang="ja-JP" sz="2400" b="1" u="none" strike="noStrike">
                <a:solidFill>
                  <a:schemeClr val="lt2">
                    <a:lumMod val="75000"/>
                  </a:schemeClr>
                </a:solidFill>
                <a:effectLst/>
                <a:uFillTx/>
                <a:latin typeface="Meiryo UI"/>
                <a:ea typeface="Meiryo UI"/>
              </a:rPr>
              <a:t>参照モデルの下位層から順番に確認です。</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zh-TW"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1</a:t>
            </a:r>
            <a:r>
              <a:rPr lang="zh-TW" sz="4400" b="1" u="none" spc="99" strike="noStrike">
                <a:solidFill>
                  <a:schemeClr val="dk1"/>
                </a:solidFill>
                <a:effectLst/>
                <a:uFillTx/>
                <a:latin typeface="Meiryo UI"/>
                <a:ea typeface="Meiryo UI"/>
              </a:rPr>
              <a:t>層：物理層</a:t>
            </a:r>
            <a:endParaRPr lang="en-US" sz="4400" b="1" u="none" spc="99" strike="noStrike">
              <a:solidFill>
                <a:schemeClr val="dk1"/>
              </a:solidFill>
              <a:effectLst/>
              <a:uFillTx/>
              <a:latin typeface="Meiryo UI"/>
            </a:endParaRPr>
          </a:p>
        </p:txBody>
      </p:sp>
      <p:graphicFrame>
        <p:nvGraphicFramePr>
          <p:cNvPr id="475" name="表プレースホルダー 2"/>
          <p:cNvGraphicFramePr/>
          <p:nvPr/>
        </p:nvGraphicFramePr>
        <p:xfrm>
          <a:off x="766440" y="621720"/>
          <a:ext cx="10830240" cy="3922200"/>
        </p:xfrm>
        <a:graphic>
          <a:graphicData uri="http://schemas.openxmlformats.org/drawingml/2006/table">
            <a:tbl>
              <a:tblPr/>
              <a:tblGrid>
                <a:gridCol w="4050720"/>
                <a:gridCol w="6779880"/>
              </a:tblGrid>
              <a:tr h="64440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確認項目</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対応</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r>
              <a:tr h="109260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線が抜けていないか</a:t>
                      </a:r>
                      <a:r>
                        <a:rPr lang="en-US" sz="2900" b="0" u="none" strike="noStrike">
                          <a:solidFill>
                            <a:schemeClr val="dk1"/>
                          </a:solidFill>
                          <a:effectLst/>
                          <a:uFillTx/>
                          <a:latin typeface="Meiryo UI"/>
                          <a:ea typeface="Meiryo UI"/>
                        </a:rPr>
                        <a:t>?</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6240" tIns="78120" rIns="156240" bIns="78120" anchor="ctr">
                      <a:noAutofit/>
                    </a:bodyPr>
                    <a:p>
                      <a:pPr algn="ctr" defTabSz="914400">
                        <a:lnSpc>
                          <a:spcPct val="100000"/>
                        </a:lnSpc>
                      </a:pPr>
                      <a:r>
                        <a:rPr lang="en-US" sz="2900" b="0" u="none" strike="noStrike">
                          <a:solidFill>
                            <a:schemeClr val="dk1"/>
                          </a:solidFill>
                          <a:effectLst/>
                          <a:uFillTx/>
                          <a:latin typeface="Meiryo UI"/>
                          <a:ea typeface="Meiryo UI"/>
                        </a:rPr>
                        <a:t>LAN</a:t>
                      </a:r>
                      <a:r>
                        <a:rPr lang="ja-JP" sz="2900" b="0" u="none" strike="noStrike">
                          <a:solidFill>
                            <a:schemeClr val="dk1"/>
                          </a:solidFill>
                          <a:effectLst/>
                          <a:uFillTx/>
                          <a:latin typeface="Meiryo UI"/>
                          <a:ea typeface="Meiryo UI"/>
                        </a:rPr>
                        <a:t>の接続確認</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092600">
                <a:tc>
                  <a:txBody>
                    <a:bodyPr lIns="156240" tIns="78120" rIns="156240" bIns="78120" anchor="ctr">
                      <a:noAutofit/>
                    </a:bodyPr>
                    <a:p>
                      <a:pPr algn="ctr" defTabSz="914400">
                        <a:lnSpc>
                          <a:spcPct val="100000"/>
                        </a:lnSpc>
                        <a:tabLst>
                          <a:tab pos="0" algn="l"/>
                        </a:tabLst>
                      </a:pPr>
                      <a:r>
                        <a:rPr lang="en-US" sz="2900" b="0" u="none" strike="noStrike">
                          <a:solidFill>
                            <a:schemeClr val="dk1"/>
                          </a:solidFill>
                          <a:effectLst/>
                          <a:uFillTx/>
                          <a:latin typeface="Meiryo UI"/>
                          <a:ea typeface="Meiryo UI"/>
                        </a:rPr>
                        <a:t>Wi-Fi</a:t>
                      </a:r>
                      <a:r>
                        <a:rPr lang="ja-JP" sz="2900" b="0" u="none" strike="noStrike">
                          <a:solidFill>
                            <a:schemeClr val="dk1"/>
                          </a:solidFill>
                          <a:effectLst/>
                          <a:uFillTx/>
                          <a:latin typeface="Meiryo UI"/>
                          <a:ea typeface="Meiryo UI"/>
                        </a:rPr>
                        <a:t>は飛んでいるか</a:t>
                      </a:r>
                      <a:r>
                        <a:rPr lang="en-US" sz="2900" b="0" u="none" strike="noStrike">
                          <a:solidFill>
                            <a:schemeClr val="dk1"/>
                          </a:solidFill>
                          <a:effectLst/>
                          <a:uFillTx/>
                          <a:latin typeface="Meiryo UI"/>
                          <a:ea typeface="Meiryo UI"/>
                        </a:rPr>
                        <a:t>?</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56240" tIns="78120" rIns="156240" bIns="78120" anchor="ctr">
                      <a:noAutofit/>
                    </a:bodyPr>
                    <a:p>
                      <a:pPr algn="ctr" defTabSz="914400">
                        <a:lnSpc>
                          <a:spcPct val="100000"/>
                        </a:lnSpc>
                      </a:pPr>
                      <a:r>
                        <a:rPr lang="en-US" sz="2900" b="0" u="none" strike="noStrike">
                          <a:solidFill>
                            <a:schemeClr val="dk1"/>
                          </a:solidFill>
                          <a:effectLst/>
                          <a:uFillTx/>
                          <a:latin typeface="Meiryo UI"/>
                          <a:ea typeface="Meiryo UI"/>
                        </a:rPr>
                        <a:t>Wi-Fi</a:t>
                      </a:r>
                      <a:r>
                        <a:rPr lang="ja-JP" sz="2900" b="0" u="none" strike="noStrike">
                          <a:solidFill>
                            <a:schemeClr val="dk1"/>
                          </a:solidFill>
                          <a:effectLst/>
                          <a:uFillTx/>
                          <a:latin typeface="Meiryo UI"/>
                          <a:ea typeface="Meiryo UI"/>
                        </a:rPr>
                        <a:t>機器の起動確認、範囲の確認</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092600">
                <a:tc>
                  <a:txBody>
                    <a:bodyPr lIns="156240" tIns="78120" rIns="156240" bIns="78120" anchor="ctr">
                      <a:noAutofit/>
                    </a:bodyPr>
                    <a:p>
                      <a:pPr algn="ctr" defTabSz="914400">
                        <a:lnSpc>
                          <a:spcPct val="100000"/>
                        </a:lnSpc>
                        <a:tabLst>
                          <a:tab pos="0" algn="l"/>
                        </a:tabLst>
                      </a:pPr>
                      <a:r>
                        <a:rPr lang="en-US" sz="2900" b="0" u="none" strike="noStrike">
                          <a:solidFill>
                            <a:schemeClr val="dk1"/>
                          </a:solidFill>
                          <a:effectLst/>
                          <a:uFillTx/>
                          <a:latin typeface="Meiryo UI"/>
                          <a:ea typeface="Meiryo UI"/>
                        </a:rPr>
                        <a:t>Link Up / Down</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自身と直近のログを見る</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2</a:t>
            </a:r>
            <a:r>
              <a:rPr lang="ja-JP" sz="4400" b="1" u="none" spc="99" strike="noStrike">
                <a:solidFill>
                  <a:schemeClr val="dk1"/>
                </a:solidFill>
                <a:effectLst/>
                <a:uFillTx/>
                <a:latin typeface="Meiryo UI"/>
                <a:ea typeface="Meiryo UI"/>
              </a:rPr>
              <a:t>層：データリンク層</a:t>
            </a:r>
            <a:endParaRPr lang="en-US" sz="4400" b="1" u="none" spc="99" strike="noStrike">
              <a:solidFill>
                <a:schemeClr val="dk1"/>
              </a:solidFill>
              <a:effectLst/>
              <a:uFillTx/>
              <a:latin typeface="Meiryo UI"/>
            </a:endParaRPr>
          </a:p>
        </p:txBody>
      </p:sp>
      <p:graphicFrame>
        <p:nvGraphicFramePr>
          <p:cNvPr id="477" name="表プレースホルダー 2"/>
          <p:cNvGraphicFramePr/>
          <p:nvPr/>
        </p:nvGraphicFramePr>
        <p:xfrm>
          <a:off x="766440" y="621720"/>
          <a:ext cx="10830240" cy="4039560"/>
        </p:xfrm>
        <a:graphic>
          <a:graphicData uri="http://schemas.openxmlformats.org/drawingml/2006/table">
            <a:tbl>
              <a:tblPr/>
              <a:tblGrid>
                <a:gridCol w="3762360"/>
                <a:gridCol w="7068240"/>
              </a:tblGrid>
              <a:tr h="90756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確認項目</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対応</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r>
              <a:tr h="153864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スイッチが壊れて</a:t>
                      </a:r>
                      <a:endParaRPr lang="en-US" sz="2900" b="0" u="none" strike="noStrike">
                        <a:solidFill>
                          <a:srgbClr val="000000"/>
                        </a:solidFill>
                        <a:effectLst/>
                        <a:uFillTx/>
                        <a:latin typeface="Arial"/>
                      </a:endParaRPr>
                    </a:p>
                    <a:p>
                      <a:pPr algn="ctr" defTabSz="914400">
                        <a:lnSpc>
                          <a:spcPct val="100000"/>
                        </a:lnSpc>
                        <a:tabLst>
                          <a:tab pos="0" algn="l"/>
                        </a:tabLst>
                      </a:pPr>
                      <a:r>
                        <a:rPr lang="ja-JP" sz="2900" b="0" u="none" strike="noStrike">
                          <a:solidFill>
                            <a:schemeClr val="dk1"/>
                          </a:solidFill>
                          <a:effectLst/>
                          <a:uFillTx/>
                          <a:latin typeface="Meiryo UI"/>
                          <a:ea typeface="Meiryo UI"/>
                        </a:rPr>
                        <a:t>いないか</a:t>
                      </a:r>
                      <a:r>
                        <a:rPr lang="en-US" sz="2900" b="0" u="none" strike="noStrike">
                          <a:solidFill>
                            <a:schemeClr val="dk1"/>
                          </a:solidFill>
                          <a:effectLst/>
                          <a:uFillTx/>
                          <a:latin typeface="Meiryo UI"/>
                          <a:ea typeface="Meiryo UI"/>
                        </a:rPr>
                        <a:t>?</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6240" tIns="78120" rIns="156240" bIns="78120" anchor="ctr">
                      <a:noAutofit/>
                    </a:bodyPr>
                    <a:p>
                      <a:pPr algn="ctr" defTabSz="914400">
                        <a:lnSpc>
                          <a:spcPct val="100000"/>
                        </a:lnSpc>
                      </a:pPr>
                      <a:r>
                        <a:rPr lang="en-US" sz="2900" b="0" u="none" strike="noStrike">
                          <a:solidFill>
                            <a:schemeClr val="dk1"/>
                          </a:solidFill>
                          <a:effectLst/>
                          <a:uFillTx/>
                          <a:latin typeface="Meiryo UI"/>
                          <a:ea typeface="Meiryo UI"/>
                        </a:rPr>
                        <a:t>LinkUp</a:t>
                      </a:r>
                      <a:r>
                        <a:rPr lang="ja-JP" sz="2900" b="0" u="none" strike="noStrike">
                          <a:solidFill>
                            <a:schemeClr val="dk1"/>
                          </a:solidFill>
                          <a:effectLst/>
                          <a:uFillTx/>
                          <a:latin typeface="Meiryo UI"/>
                          <a:ea typeface="Meiryo UI"/>
                        </a:rPr>
                        <a:t>しているのに通信出来ない場合は故障の可能性があります。</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593360">
                <a:tc>
                  <a:txBody>
                    <a:bodyPr lIns="156240" tIns="78120" rIns="156240" bIns="78120" anchor="ctr">
                      <a:noAutofit/>
                    </a:bodyPr>
                    <a:p>
                      <a:pPr algn="ctr" defTabSz="914400">
                        <a:lnSpc>
                          <a:spcPct val="100000"/>
                        </a:lnSpc>
                        <a:tabLst>
                          <a:tab pos="0" algn="l"/>
                        </a:tabLst>
                      </a:pPr>
                      <a:r>
                        <a:rPr lang="ja-JP" sz="3200" b="0" u="none" strike="noStrike">
                          <a:solidFill>
                            <a:schemeClr val="dk1"/>
                          </a:solidFill>
                          <a:effectLst/>
                          <a:uFillTx/>
                          <a:latin typeface="Meiryo UI"/>
                          <a:ea typeface="Meiryo UI"/>
                        </a:rPr>
                        <a:t>ループが発生していないか</a:t>
                      </a:r>
                      <a:r>
                        <a:rPr lang="en-US" sz="3200" b="0" u="none" strike="noStrike">
                          <a:solidFill>
                            <a:schemeClr val="dk1"/>
                          </a:solidFill>
                          <a:effectLst/>
                          <a:uFillTx/>
                          <a:latin typeface="Meiryo UI"/>
                          <a:ea typeface="Meiryo UI"/>
                        </a:rPr>
                        <a:t>?</a:t>
                      </a:r>
                      <a:endParaRPr lang="en-US" sz="32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抜けているからとりあえず挿して発生というケースもあります。</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3</a:t>
            </a:r>
            <a:r>
              <a:rPr lang="ja-JP" sz="4400" b="1" u="none" spc="99" strike="noStrike">
                <a:solidFill>
                  <a:schemeClr val="dk1"/>
                </a:solidFill>
                <a:effectLst/>
                <a:uFillTx/>
                <a:latin typeface="Meiryo UI"/>
                <a:ea typeface="Meiryo UI"/>
              </a:rPr>
              <a:t>層：ネットワーク層</a:t>
            </a:r>
            <a:endParaRPr lang="en-US" sz="4400" b="1" u="none" spc="99" strike="noStrike">
              <a:solidFill>
                <a:schemeClr val="dk1"/>
              </a:solidFill>
              <a:effectLst/>
              <a:uFillTx/>
              <a:latin typeface="Meiryo UI"/>
            </a:endParaRPr>
          </a:p>
        </p:txBody>
      </p:sp>
      <p:graphicFrame>
        <p:nvGraphicFramePr>
          <p:cNvPr id="479" name="表プレースホルダー 2"/>
          <p:cNvGraphicFramePr/>
          <p:nvPr/>
        </p:nvGraphicFramePr>
        <p:xfrm>
          <a:off x="766440" y="621720"/>
          <a:ext cx="10830240" cy="3922200"/>
        </p:xfrm>
        <a:graphic>
          <a:graphicData uri="http://schemas.openxmlformats.org/drawingml/2006/table">
            <a:tbl>
              <a:tblPr/>
              <a:tblGrid>
                <a:gridCol w="4378680"/>
                <a:gridCol w="6451920"/>
              </a:tblGrid>
              <a:tr h="64440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確認項目</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対応</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r>
              <a:tr h="1092600">
                <a:tc>
                  <a:txBody>
                    <a:bodyPr lIns="156240" tIns="78120" rIns="156240" bIns="78120" anchor="ctr">
                      <a:noAutofit/>
                    </a:bodyPr>
                    <a:p>
                      <a:pPr algn="ctr" defTabSz="914400">
                        <a:lnSpc>
                          <a:spcPct val="100000"/>
                        </a:lnSpc>
                        <a:tabLst>
                          <a:tab pos="0" algn="l"/>
                        </a:tabLst>
                      </a:pPr>
                      <a:r>
                        <a:rPr lang="en-US" sz="2900" b="0" u="none" strike="noStrike">
                          <a:solidFill>
                            <a:schemeClr val="dk1"/>
                          </a:solidFill>
                          <a:effectLst/>
                          <a:uFillTx/>
                          <a:latin typeface="Meiryo UI"/>
                          <a:ea typeface="Meiryo UI"/>
                        </a:rPr>
                        <a:t>IP</a:t>
                      </a:r>
                      <a:r>
                        <a:rPr lang="ja-JP" sz="2900" b="0" u="none" strike="noStrike">
                          <a:solidFill>
                            <a:schemeClr val="dk1"/>
                          </a:solidFill>
                          <a:effectLst/>
                          <a:uFillTx/>
                          <a:latin typeface="Meiryo UI"/>
                          <a:ea typeface="Meiryo UI"/>
                        </a:rPr>
                        <a:t>アドレスは正しいか</a:t>
                      </a:r>
                      <a:r>
                        <a:rPr lang="en-US" sz="2900" b="0" u="none" strike="noStrike">
                          <a:solidFill>
                            <a:schemeClr val="dk1"/>
                          </a:solidFill>
                          <a:effectLst/>
                          <a:uFillTx/>
                          <a:latin typeface="Meiryo UI"/>
                          <a:ea typeface="Meiryo UI"/>
                        </a:rPr>
                        <a:t>?</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使用</a:t>
                      </a:r>
                      <a:r>
                        <a:rPr lang="en-US" sz="2900" b="0" u="none" strike="noStrike">
                          <a:solidFill>
                            <a:schemeClr val="dk1"/>
                          </a:solidFill>
                          <a:effectLst/>
                          <a:uFillTx/>
                          <a:latin typeface="Meiryo UI"/>
                          <a:ea typeface="Meiryo UI"/>
                        </a:rPr>
                        <a:t>IP</a:t>
                      </a:r>
                      <a:r>
                        <a:rPr lang="ja-JP" sz="2900" b="0" u="none" strike="noStrike">
                          <a:solidFill>
                            <a:schemeClr val="dk1"/>
                          </a:solidFill>
                          <a:effectLst/>
                          <a:uFillTx/>
                          <a:latin typeface="Meiryo UI"/>
                          <a:ea typeface="Meiryo UI"/>
                        </a:rPr>
                        <a:t>の確認</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09260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ルーティングの確認</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各ノードのルーティング</a:t>
                      </a:r>
                      <a:endParaRPr lang="en-US" sz="2900" b="0" u="none" strike="noStrike">
                        <a:solidFill>
                          <a:srgbClr val="000000"/>
                        </a:solidFill>
                        <a:effectLst/>
                        <a:uFillTx/>
                        <a:latin typeface="Arial"/>
                      </a:endParaRPr>
                    </a:p>
                    <a:p>
                      <a:pPr algn="ctr" defTabSz="914400">
                        <a:lnSpc>
                          <a:spcPct val="100000"/>
                        </a:lnSpc>
                      </a:pPr>
                      <a:r>
                        <a:rPr lang="ja-JP" sz="2900" b="0" u="none" strike="noStrike">
                          <a:solidFill>
                            <a:schemeClr val="dk1"/>
                          </a:solidFill>
                          <a:effectLst/>
                          <a:uFillTx/>
                          <a:latin typeface="Meiryo UI"/>
                          <a:ea typeface="Meiryo UI"/>
                        </a:rPr>
                        <a:t>設定を見てみる</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092600">
                <a:tc>
                  <a:txBody>
                    <a:bodyPr lIns="156240" tIns="78120" rIns="156240" bIns="78120" anchor="ctr">
                      <a:noAutofit/>
                    </a:bodyPr>
                    <a:p>
                      <a:pPr algn="ctr" defTabSz="914400">
                        <a:lnSpc>
                          <a:spcPct val="100000"/>
                        </a:lnSpc>
                        <a:tabLst>
                          <a:tab pos="0" algn="l"/>
                        </a:tabLst>
                      </a:pPr>
                      <a:r>
                        <a:rPr lang="en-US" sz="2900" b="0" u="none" strike="noStrike">
                          <a:solidFill>
                            <a:schemeClr val="dk1"/>
                          </a:solidFill>
                          <a:effectLst/>
                          <a:uFillTx/>
                          <a:latin typeface="Meiryo UI"/>
                          <a:ea typeface="Meiryo UI"/>
                        </a:rPr>
                        <a:t>IP</a:t>
                      </a:r>
                      <a:r>
                        <a:rPr lang="ja-JP" sz="2900" b="0" u="none" strike="noStrike">
                          <a:solidFill>
                            <a:schemeClr val="dk1"/>
                          </a:solidFill>
                          <a:effectLst/>
                          <a:uFillTx/>
                          <a:latin typeface="Meiryo UI"/>
                          <a:ea typeface="Meiryo UI"/>
                        </a:rPr>
                        <a:t>アドレスの重複</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各ノードの使用</a:t>
                      </a:r>
                      <a:r>
                        <a:rPr lang="en-US" sz="2900" b="0" u="none" strike="noStrike">
                          <a:solidFill>
                            <a:schemeClr val="dk1"/>
                          </a:solidFill>
                          <a:effectLst/>
                          <a:uFillTx/>
                          <a:latin typeface="Meiryo UI"/>
                          <a:ea typeface="Meiryo UI"/>
                        </a:rPr>
                        <a:t>IP</a:t>
                      </a:r>
                      <a:r>
                        <a:rPr lang="ja-JP" sz="2900" b="0" u="none" strike="noStrike">
                          <a:solidFill>
                            <a:schemeClr val="dk1"/>
                          </a:solidFill>
                          <a:effectLst/>
                          <a:uFillTx/>
                          <a:latin typeface="Meiryo UI"/>
                          <a:ea typeface="Meiryo UI"/>
                        </a:rPr>
                        <a:t>を確認</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4</a:t>
            </a:r>
            <a:r>
              <a:rPr lang="ja-JP" sz="4400" b="1" u="none" spc="99" strike="noStrike">
                <a:solidFill>
                  <a:schemeClr val="dk1"/>
                </a:solidFill>
                <a:effectLst/>
                <a:uFillTx/>
                <a:latin typeface="Meiryo UI"/>
                <a:ea typeface="Meiryo UI"/>
              </a:rPr>
              <a:t>層：トランスポート層</a:t>
            </a:r>
            <a:endParaRPr lang="en-US" sz="4400" b="1" u="none" spc="99" strike="noStrike">
              <a:solidFill>
                <a:schemeClr val="dk1"/>
              </a:solidFill>
              <a:effectLst/>
              <a:uFillTx/>
              <a:latin typeface="Meiryo UI"/>
            </a:endParaRPr>
          </a:p>
        </p:txBody>
      </p:sp>
      <p:graphicFrame>
        <p:nvGraphicFramePr>
          <p:cNvPr id="481" name="表プレースホルダー 2"/>
          <p:cNvGraphicFramePr/>
          <p:nvPr/>
        </p:nvGraphicFramePr>
        <p:xfrm>
          <a:off x="766440" y="621720"/>
          <a:ext cx="10830240" cy="3796560"/>
        </p:xfrm>
        <a:graphic>
          <a:graphicData uri="http://schemas.openxmlformats.org/drawingml/2006/table">
            <a:tbl>
              <a:tblPr/>
              <a:tblGrid>
                <a:gridCol w="3488400"/>
                <a:gridCol w="7342200"/>
              </a:tblGrid>
              <a:tr h="83952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確認項目</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対応</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r>
              <a:tr h="1423440">
                <a:tc>
                  <a:txBody>
                    <a:bodyPr lIns="156240" tIns="78120" rIns="156240" bIns="78120" anchor="ctr">
                      <a:noAutofit/>
                    </a:bodyPr>
                    <a:p>
                      <a:pPr algn="ctr" defTabSz="914400">
                        <a:lnSpc>
                          <a:spcPct val="100000"/>
                        </a:lnSpc>
                        <a:tabLst>
                          <a:tab pos="0" algn="l"/>
                        </a:tabLst>
                      </a:pPr>
                      <a:r>
                        <a:rPr lang="en-US" sz="2900" b="0" u="none" strike="noStrike">
                          <a:solidFill>
                            <a:schemeClr val="dk1"/>
                          </a:solidFill>
                          <a:effectLst/>
                          <a:uFillTx/>
                          <a:latin typeface="Meiryo UI"/>
                          <a:ea typeface="Meiryo UI"/>
                        </a:rPr>
                        <a:t>TCP/UDP</a:t>
                      </a:r>
                      <a:r>
                        <a:rPr lang="ja-JP" sz="2900" b="0" u="none" strike="noStrike">
                          <a:solidFill>
                            <a:schemeClr val="dk1"/>
                          </a:solidFill>
                          <a:effectLst/>
                          <a:uFillTx/>
                          <a:latin typeface="Meiryo UI"/>
                          <a:ea typeface="Meiryo UI"/>
                        </a:rPr>
                        <a:t>がブロックされてないか</a:t>
                      </a:r>
                      <a:r>
                        <a:rPr lang="en-US" sz="2900" b="0" u="none" strike="noStrike">
                          <a:solidFill>
                            <a:schemeClr val="dk1"/>
                          </a:solidFill>
                          <a:effectLst/>
                          <a:uFillTx/>
                          <a:latin typeface="Meiryo UI"/>
                          <a:ea typeface="Meiryo UI"/>
                        </a:rPr>
                        <a:t>?</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6240" tIns="78120" rIns="156240" bIns="78120" anchor="ctr">
                      <a:noAutofit/>
                    </a:bodyPr>
                    <a:p>
                      <a:pPr algn="ctr" defTabSz="914400">
                        <a:lnSpc>
                          <a:spcPct val="100000"/>
                        </a:lnSpc>
                      </a:pPr>
                      <a:r>
                        <a:rPr lang="ja-JP" sz="2900" b="0" u="none" strike="noStrike">
                          <a:solidFill>
                            <a:schemeClr val="dk1"/>
                          </a:solidFill>
                          <a:effectLst/>
                          <a:uFillTx/>
                          <a:latin typeface="Meiryo UI"/>
                          <a:ea typeface="Meiryo UI"/>
                        </a:rPr>
                        <a:t>ファイアウォールのログを確認</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474200">
                <a:tc>
                  <a:txBody>
                    <a:bodyPr lIns="156240" tIns="78120" rIns="156240" bIns="78120" anchor="ctr">
                      <a:noAutofit/>
                    </a:bodyPr>
                    <a:p>
                      <a:pPr algn="ctr" defTabSz="914400">
                        <a:lnSpc>
                          <a:spcPct val="100000"/>
                        </a:lnSpc>
                        <a:tabLst>
                          <a:tab pos="0" algn="l"/>
                        </a:tabLst>
                      </a:pPr>
                      <a:r>
                        <a:rPr lang="ja-JP" sz="2900" b="0" u="none" strike="noStrike">
                          <a:solidFill>
                            <a:schemeClr val="dk1"/>
                          </a:solidFill>
                          <a:effectLst/>
                          <a:uFillTx/>
                          <a:latin typeface="Meiryo UI"/>
                          <a:ea typeface="Meiryo UI"/>
                        </a:rPr>
                        <a:t>相手側は</a:t>
                      </a:r>
                      <a:r>
                        <a:rPr lang="en-US" sz="3200" b="0" u="none" strike="noStrike">
                          <a:solidFill>
                            <a:schemeClr val="dk1"/>
                          </a:solidFill>
                          <a:effectLst/>
                          <a:uFillTx/>
                          <a:latin typeface="Meiryo UI"/>
                          <a:ea typeface="Meiryo UI"/>
                        </a:rPr>
                        <a:t>LISTEN </a:t>
                      </a:r>
                      <a:r>
                        <a:rPr lang="ja-JP" sz="3200" b="0" u="none" strike="noStrike">
                          <a:solidFill>
                            <a:schemeClr val="dk1"/>
                          </a:solidFill>
                          <a:effectLst/>
                          <a:uFillTx/>
                          <a:latin typeface="Meiryo UI"/>
                          <a:ea typeface="Meiryo UI"/>
                        </a:rPr>
                        <a:t>しているか</a:t>
                      </a:r>
                      <a:r>
                        <a:rPr lang="en-US" sz="3200" b="0" u="none" strike="noStrike">
                          <a:solidFill>
                            <a:schemeClr val="dk1"/>
                          </a:solidFill>
                          <a:effectLst/>
                          <a:uFillTx/>
                          <a:latin typeface="Meiryo UI"/>
                          <a:ea typeface="Meiryo UI"/>
                        </a:rPr>
                        <a:t>?</a:t>
                      </a:r>
                      <a:endParaRPr lang="en-US" sz="32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56240" tIns="78120" rIns="156240" bIns="78120" anchor="ctr">
                      <a:noAutofit/>
                    </a:bodyPr>
                    <a:p>
                      <a:pPr algn="ctr" defTabSz="914400">
                        <a:lnSpc>
                          <a:spcPct val="100000"/>
                        </a:lnSpc>
                      </a:pPr>
                      <a:r>
                        <a:rPr lang="en-US" sz="2900" b="0" u="none" strike="noStrike">
                          <a:solidFill>
                            <a:schemeClr val="dk1"/>
                          </a:solidFill>
                          <a:effectLst/>
                          <a:uFillTx/>
                          <a:latin typeface="Meiryo UI"/>
                          <a:ea typeface="Meiryo UI"/>
                        </a:rPr>
                        <a:t>PowerShell</a:t>
                      </a:r>
                      <a:r>
                        <a:rPr lang="ja-JP" sz="2900" b="0" u="none" strike="noStrike">
                          <a:solidFill>
                            <a:schemeClr val="dk1"/>
                          </a:solidFill>
                          <a:effectLst/>
                          <a:uFillTx/>
                          <a:latin typeface="Meiryo UI"/>
                          <a:ea typeface="Meiryo UI"/>
                        </a:rPr>
                        <a:t>で下記を入力</a:t>
                      </a:r>
                      <a:br>
                        <a:rPr sz="2900"/>
                      </a:br>
                      <a:r>
                        <a:rPr lang="en-US" sz="2900" b="0" u="none" strike="noStrike">
                          <a:solidFill>
                            <a:schemeClr val="dk1"/>
                          </a:solidFill>
                          <a:effectLst/>
                          <a:uFillTx/>
                          <a:latin typeface="Meiryo UI"/>
                          <a:ea typeface="Meiryo UI"/>
                        </a:rPr>
                        <a:t>PS&gt;Test-NetConnection </a:t>
                      </a:r>
                      <a:r>
                        <a:rPr lang="ja-JP" sz="2900" b="0" u="none" strike="noStrike">
                          <a:solidFill>
                            <a:schemeClr val="dk1"/>
                          </a:solidFill>
                          <a:effectLst/>
                          <a:uFillTx/>
                          <a:latin typeface="Meiryo UI"/>
                          <a:ea typeface="Meiryo UI"/>
                        </a:rPr>
                        <a:t>宛先</a:t>
                      </a:r>
                      <a:r>
                        <a:rPr lang="en-US" sz="2900" b="0" u="none" strike="noStrike">
                          <a:solidFill>
                            <a:schemeClr val="dk1"/>
                          </a:solidFill>
                          <a:effectLst/>
                          <a:uFillTx/>
                          <a:latin typeface="Meiryo UI"/>
                          <a:ea typeface="Meiryo UI"/>
                        </a:rPr>
                        <a:t>IP –p </a:t>
                      </a:r>
                      <a:r>
                        <a:rPr lang="ja-JP" sz="2900" b="0" u="none" strike="noStrike">
                          <a:solidFill>
                            <a:schemeClr val="dk1"/>
                          </a:solidFill>
                          <a:effectLst/>
                          <a:uFillTx/>
                          <a:latin typeface="Meiryo UI"/>
                          <a:ea typeface="Meiryo UI"/>
                        </a:rPr>
                        <a:t>ポート</a:t>
                      </a:r>
                      <a:endParaRPr lang="en-US" sz="2900" b="0" u="none" strike="noStrike">
                        <a:solidFill>
                          <a:srgbClr val="000000"/>
                        </a:solidFill>
                        <a:effectLst/>
                        <a:uFillTx/>
                        <a:latin typeface="Arial"/>
                      </a:endParaRPr>
                    </a:p>
                  </a:txBody>
                  <a:tcPr anchor="ctr" marL="156240" marR="156240" marT="78120" marB="781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L5</a:t>
            </a:r>
            <a:r>
              <a:rPr lang="ja-JP" sz="4400" b="1" u="none" spc="99" strike="noStrike">
                <a:solidFill>
                  <a:schemeClr val="dk1"/>
                </a:solidFill>
                <a:effectLst/>
                <a:uFillTx/>
                <a:latin typeface="Meiryo UI"/>
                <a:ea typeface="Meiryo UI"/>
              </a:rPr>
              <a:t>以上の障害</a:t>
            </a:r>
            <a:endParaRPr lang="en-US" sz="4400" b="1" u="none" spc="99" strike="noStrike">
              <a:solidFill>
                <a:schemeClr val="dk1"/>
              </a:solidFill>
              <a:effectLst/>
              <a:uFillTx/>
              <a:latin typeface="Meiryo UI"/>
            </a:endParaRPr>
          </a:p>
        </p:txBody>
      </p:sp>
      <p:sp>
        <p:nvSpPr>
          <p:cNvPr id="483" name="PlaceHolder 2"/>
          <p:cNvSpPr>
            <a:spLocks noGrp="1"/>
          </p:cNvSpPr>
          <p:nvPr>
            <p:ph hasCustomPrompt="1"/>
          </p:nvPr>
        </p:nvSpPr>
        <p:spPr>
          <a:xfrm>
            <a:off x="603720" y="583920"/>
            <a:ext cx="2824560" cy="5457600"/>
          </a:xfrm>
          <a:prstGeom prst="rect">
            <a:avLst/>
          </a:prstGeom>
          <a:noFill/>
          <a:ln w="0">
            <a:noFill/>
          </a:ln>
        </p:spPr>
        <p:txBody>
          <a:bodyPr lIns="0" tIns="274320" rIns="91440" bIns="45720" anchor="t">
            <a:noAutofit/>
          </a:bodyPr>
          <a:p>
            <a:pPr indent="0" algn="l" defTabSz="914400">
              <a:lnSpc>
                <a:spcPct val="90000"/>
              </a:lnSpc>
              <a:spcBef>
                <a:spcPts val="1800"/>
              </a:spcBef>
              <a:buNone/>
              <a:tabLst>
                <a:tab pos="0" algn="l"/>
              </a:tabLst>
            </a:pPr>
            <a:r>
              <a:rPr lang="en-US" sz="1800" b="0" u="none" strike="noStrike">
                <a:solidFill>
                  <a:schemeClr val="dk1"/>
                </a:solidFill>
                <a:effectLst/>
                <a:uFillTx/>
                <a:latin typeface="Meiryo UI"/>
                <a:ea typeface="Meiryo UI"/>
              </a:rPr>
              <a:t>L4</a:t>
            </a:r>
            <a:r>
              <a:rPr lang="ja-JP" sz="1800" b="0" u="none" strike="noStrike">
                <a:solidFill>
                  <a:schemeClr val="dk1"/>
                </a:solidFill>
                <a:effectLst/>
                <a:uFillTx/>
                <a:latin typeface="Meiryo UI"/>
                <a:ea typeface="Meiryo UI"/>
              </a:rPr>
              <a:t>まで疎通が確認できれば、</a:t>
            </a:r>
            <a:r>
              <a:rPr lang="en-US" sz="1800" b="0" u="none" strike="noStrike">
                <a:solidFill>
                  <a:schemeClr val="dk1"/>
                </a:solidFill>
                <a:effectLst/>
                <a:uFillTx/>
                <a:latin typeface="Meiryo UI"/>
                <a:ea typeface="Meiryo UI"/>
              </a:rPr>
              <a:t>IP</a:t>
            </a:r>
            <a:r>
              <a:rPr lang="ja-JP" sz="1800" b="0" u="none" strike="noStrike">
                <a:solidFill>
                  <a:schemeClr val="dk1"/>
                </a:solidFill>
                <a:effectLst/>
                <a:uFillTx/>
                <a:latin typeface="Meiryo UI"/>
                <a:ea typeface="Meiryo UI"/>
              </a:rPr>
              <a:t>およびポートレベルでの到達性は確認できていると言えます。</a:t>
            </a:r>
            <a:br>
              <a:rPr sz="1800"/>
            </a:br>
            <a:r>
              <a:rPr lang="ja-JP" sz="1800" b="0" u="none" strike="noStrike">
                <a:solidFill>
                  <a:schemeClr val="dk1"/>
                </a:solidFill>
                <a:effectLst/>
                <a:uFillTx/>
                <a:latin typeface="Meiryo UI"/>
                <a:ea typeface="Meiryo UI"/>
              </a:rPr>
              <a:t>そのため、ネットワークエンジニアの担当範囲は</a:t>
            </a:r>
            <a:r>
              <a:rPr lang="en-US" sz="1800" b="0" u="none" strike="noStrike">
                <a:solidFill>
                  <a:schemeClr val="dk1"/>
                </a:solidFill>
                <a:effectLst/>
                <a:uFillTx/>
                <a:latin typeface="Meiryo UI"/>
                <a:ea typeface="Meiryo UI"/>
              </a:rPr>
              <a:t>L4</a:t>
            </a:r>
            <a:r>
              <a:rPr lang="ja-JP" sz="1800" b="0" u="none" strike="noStrike">
                <a:solidFill>
                  <a:schemeClr val="dk1"/>
                </a:solidFill>
                <a:effectLst/>
                <a:uFillTx/>
                <a:latin typeface="Meiryo UI"/>
                <a:ea typeface="Meiryo UI"/>
              </a:rPr>
              <a:t>までとされることもあります。</a:t>
            </a:r>
            <a:br>
              <a:rPr sz="1800"/>
            </a:br>
            <a:r>
              <a:rPr lang="ja-JP" sz="1800" b="0" u="none" strike="noStrike">
                <a:solidFill>
                  <a:schemeClr val="dk1"/>
                </a:solidFill>
                <a:effectLst/>
                <a:uFillTx/>
                <a:latin typeface="Meiryo UI"/>
                <a:ea typeface="Meiryo UI"/>
              </a:rPr>
              <a:t>しかし実際の運用では、</a:t>
            </a:r>
            <a:r>
              <a:rPr lang="en-US" sz="1800" b="0" u="none" strike="noStrike">
                <a:solidFill>
                  <a:schemeClr val="dk1"/>
                </a:solidFill>
                <a:effectLst/>
                <a:uFillTx/>
                <a:latin typeface="Meiryo UI"/>
                <a:ea typeface="Meiryo UI"/>
              </a:rPr>
              <a:t>L5</a:t>
            </a:r>
            <a:r>
              <a:rPr lang="ja-JP" sz="1800" b="0" u="none" strike="noStrike">
                <a:solidFill>
                  <a:schemeClr val="dk1"/>
                </a:solidFill>
                <a:effectLst/>
                <a:uFillTx/>
                <a:latin typeface="Meiryo UI"/>
                <a:ea typeface="Meiryo UI"/>
              </a:rPr>
              <a:t>以上の要素が中間ノードとしてネットワーク機器側に存在するため、</a:t>
            </a:r>
            <a:r>
              <a:rPr lang="en-US" sz="1800" b="0" u="none" strike="noStrike">
                <a:solidFill>
                  <a:schemeClr val="dk1"/>
                </a:solidFill>
                <a:effectLst/>
                <a:uFillTx/>
                <a:latin typeface="Meiryo UI"/>
                <a:ea typeface="Meiryo UI"/>
              </a:rPr>
              <a:t>L5</a:t>
            </a:r>
            <a:r>
              <a:rPr lang="ja-JP" sz="1800" b="0" u="none" strike="noStrike">
                <a:solidFill>
                  <a:schemeClr val="dk1"/>
                </a:solidFill>
                <a:effectLst/>
                <a:uFillTx/>
                <a:latin typeface="Meiryo UI"/>
                <a:ea typeface="Meiryo UI"/>
              </a:rPr>
              <a:t>～</a:t>
            </a:r>
            <a:r>
              <a:rPr lang="en-US" sz="1800" b="0" u="none" strike="noStrike">
                <a:solidFill>
                  <a:schemeClr val="dk1"/>
                </a:solidFill>
                <a:effectLst/>
                <a:uFillTx/>
                <a:latin typeface="Meiryo UI"/>
                <a:ea typeface="Meiryo UI"/>
              </a:rPr>
              <a:t>L7</a:t>
            </a:r>
            <a:r>
              <a:rPr lang="ja-JP" sz="1800" b="0" u="none" strike="noStrike">
                <a:solidFill>
                  <a:schemeClr val="dk1"/>
                </a:solidFill>
                <a:effectLst/>
                <a:uFillTx/>
                <a:latin typeface="Meiryo UI"/>
                <a:ea typeface="Meiryo UI"/>
              </a:rPr>
              <a:t>の障害対応を行うケースも少なくありません。</a:t>
            </a:r>
            <a:br>
              <a:rPr sz="1800"/>
            </a:br>
            <a:r>
              <a:rPr lang="ja-JP" sz="1800" b="0" u="none" strike="noStrike">
                <a:solidFill>
                  <a:schemeClr val="dk1"/>
                </a:solidFill>
                <a:effectLst/>
                <a:uFillTx/>
                <a:latin typeface="Meiryo UI"/>
                <a:ea typeface="Meiryo UI"/>
              </a:rPr>
              <a:t>これらのレイヤの障害はアプリケーション依存の要素が多く、原因は多岐にわたるため、個々のソフトウェアやプロトコルの理解が必要となります。</a:t>
            </a:r>
            <a:endParaRPr lang="en-US" sz="1800" b="0" u="none" strike="noStrike">
              <a:solidFill>
                <a:schemeClr val="dk1"/>
              </a:solidFill>
              <a:effectLst/>
              <a:uFillTx/>
              <a:latin typeface="Meiryo UI"/>
            </a:endParaRPr>
          </a:p>
        </p:txBody>
      </p:sp>
      <p:graphicFrame>
        <p:nvGraphicFramePr>
          <p:cNvPr id="484" name="表プレースホルダー 2"/>
          <p:cNvGraphicFramePr/>
          <p:nvPr/>
        </p:nvGraphicFramePr>
        <p:xfrm>
          <a:off x="3797640" y="583920"/>
          <a:ext cx="7672680" cy="3978360"/>
        </p:xfrm>
        <a:graphic>
          <a:graphicData uri="http://schemas.openxmlformats.org/drawingml/2006/table">
            <a:tbl>
              <a:tblPr/>
              <a:tblGrid>
                <a:gridCol w="3256200"/>
                <a:gridCol w="4416840"/>
              </a:tblGrid>
              <a:tr h="564840">
                <a:tc>
                  <a:txBody>
                    <a:bodyPr lIns="151200" tIns="75600" rIns="151200" bIns="75600" anchor="ctr">
                      <a:noAutofit/>
                    </a:bodyPr>
                    <a:p>
                      <a:pPr algn="ctr" defTabSz="914400">
                        <a:lnSpc>
                          <a:spcPct val="100000"/>
                        </a:lnSpc>
                        <a:tabLst>
                          <a:tab pos="0" algn="l"/>
                        </a:tabLst>
                      </a:pPr>
                      <a:r>
                        <a:rPr lang="ja-JP" sz="3200" b="0" u="none" strike="noStrike">
                          <a:solidFill>
                            <a:schemeClr val="dk1"/>
                          </a:solidFill>
                          <a:effectLst/>
                          <a:uFillTx/>
                          <a:latin typeface="Meiryo UI"/>
                          <a:ea typeface="Meiryo UI"/>
                        </a:rPr>
                        <a:t>確認項目</a:t>
                      </a:r>
                      <a:endParaRPr lang="en-US" sz="32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c>
                  <a:txBody>
                    <a:bodyPr lIns="151200" tIns="75600" rIns="151200" bIns="75600" anchor="ctr">
                      <a:noAutofit/>
                    </a:bodyPr>
                    <a:p>
                      <a:pPr algn="ctr" defTabSz="914400">
                        <a:lnSpc>
                          <a:spcPct val="100000"/>
                        </a:lnSpc>
                      </a:pPr>
                      <a:r>
                        <a:rPr lang="ja-JP" sz="3200" b="0" u="none" strike="noStrike">
                          <a:solidFill>
                            <a:schemeClr val="dk1"/>
                          </a:solidFill>
                          <a:effectLst/>
                          <a:uFillTx/>
                          <a:latin typeface="Meiryo UI"/>
                          <a:ea typeface="Meiryo UI"/>
                        </a:rPr>
                        <a:t>対応</a:t>
                      </a:r>
                      <a:endParaRPr lang="en-US" sz="32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solidFill>
                  </a:tcPr>
                </a:tc>
              </a:tr>
              <a:tr h="885240">
                <a:tc>
                  <a:txBody>
                    <a:bodyPr lIns="151200" tIns="75600" rIns="151200" bIns="75600" anchor="ctr">
                      <a:noAutofit/>
                    </a:bodyPr>
                    <a:p>
                      <a:pPr algn="ctr" defTabSz="914400">
                        <a:lnSpc>
                          <a:spcPct val="100000"/>
                        </a:lnSpc>
                      </a:pPr>
                      <a:r>
                        <a:rPr lang="ja-JP" sz="2000" b="0" u="none" strike="noStrike">
                          <a:solidFill>
                            <a:schemeClr val="dk1"/>
                          </a:solidFill>
                          <a:effectLst/>
                          <a:uFillTx/>
                          <a:latin typeface="Meiryo UI"/>
                          <a:ea typeface="Meiryo UI"/>
                        </a:rPr>
                        <a:t>証明書の有効性</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1200" tIns="75600" rIns="151200" bIns="75600" anchor="ctr">
                      <a:noAutofit/>
                    </a:bodyPr>
                    <a:p>
                      <a:pPr algn="ctr" defTabSz="914400">
                        <a:lnSpc>
                          <a:spcPct val="100000"/>
                        </a:lnSpc>
                      </a:pPr>
                      <a:r>
                        <a:rPr lang="ja-JP" sz="2000" b="0" u="none" strike="noStrike">
                          <a:solidFill>
                            <a:schemeClr val="dk1"/>
                          </a:solidFill>
                          <a:effectLst/>
                          <a:uFillTx/>
                          <a:latin typeface="Meiryo UI"/>
                          <a:ea typeface="Meiryo UI"/>
                        </a:rPr>
                        <a:t>入っているか</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切れていないか</a:t>
                      </a:r>
                      <a:r>
                        <a:rPr lang="en-US" sz="2000" b="0" u="none" strike="noStrike">
                          <a:solidFill>
                            <a:schemeClr val="dk1"/>
                          </a:solidFill>
                          <a:effectLst/>
                          <a:uFillTx/>
                          <a:latin typeface="Meiryo UI"/>
                          <a:ea typeface="Meiryo UI"/>
                        </a:rPr>
                        <a:t>?</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60120">
                <a:tc>
                  <a:txBody>
                    <a:bodyPr lIns="151200" tIns="75600" rIns="151200" bIns="75600" anchor="ctr">
                      <a:noAutofit/>
                    </a:bodyPr>
                    <a:p>
                      <a:pPr algn="ctr" defTabSz="914400">
                        <a:lnSpc>
                          <a:spcPct val="100000"/>
                        </a:lnSpc>
                      </a:pPr>
                      <a:r>
                        <a:rPr lang="ja-JP" sz="2000" b="0" u="none" strike="noStrike">
                          <a:solidFill>
                            <a:schemeClr val="dk1"/>
                          </a:solidFill>
                          <a:effectLst/>
                          <a:uFillTx/>
                          <a:latin typeface="Meiryo UI"/>
                          <a:ea typeface="Meiryo UI"/>
                        </a:rPr>
                        <a:t>ブラウザからアクセス時に</a:t>
                      </a:r>
                      <a:r>
                        <a:rPr lang="en-US" sz="2000" b="0" u="none" strike="noStrike">
                          <a:solidFill>
                            <a:schemeClr val="dk1"/>
                          </a:solidFill>
                          <a:effectLst/>
                          <a:uFillTx/>
                          <a:latin typeface="Meiryo UI"/>
                          <a:ea typeface="Meiryo UI"/>
                        </a:rPr>
                        <a:t>503</a:t>
                      </a:r>
                      <a:r>
                        <a:rPr lang="ja-JP" sz="2000" b="0" u="none" strike="noStrike">
                          <a:solidFill>
                            <a:schemeClr val="dk1"/>
                          </a:solidFill>
                          <a:effectLst/>
                          <a:uFillTx/>
                          <a:latin typeface="Meiryo UI"/>
                          <a:ea typeface="Meiryo UI"/>
                        </a:rPr>
                        <a:t>が返される</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51200" tIns="75600" rIns="151200" bIns="75600" anchor="ctr">
                      <a:noAutofit/>
                    </a:bodyPr>
                    <a:p>
                      <a:pPr algn="ctr" defTabSz="914400">
                        <a:lnSpc>
                          <a:spcPct val="100000"/>
                        </a:lnSpc>
                      </a:pPr>
                      <a:r>
                        <a:rPr lang="ja-JP" sz="2000" b="0" u="none" strike="noStrike">
                          <a:solidFill>
                            <a:schemeClr val="dk1"/>
                          </a:solidFill>
                          <a:effectLst/>
                          <a:uFillTx/>
                          <a:latin typeface="Meiryo UI"/>
                          <a:ea typeface="Meiryo UI"/>
                        </a:rPr>
                        <a:t>ネットワーク負荷の確認。攻撃も視野に入れる。</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32240">
                <a:tc>
                  <a:txBody>
                    <a:bodyPr lIns="151200" tIns="75600" rIns="151200" bIns="75600" anchor="ctr">
                      <a:noAutofit/>
                    </a:bodyPr>
                    <a:p>
                      <a:pPr algn="ctr" defTabSz="914400">
                        <a:lnSpc>
                          <a:spcPct val="100000"/>
                        </a:lnSpc>
                      </a:pPr>
                      <a:r>
                        <a:rPr lang="ja-JP" sz="2000" b="0" u="none" strike="noStrike">
                          <a:solidFill>
                            <a:schemeClr val="dk1"/>
                          </a:solidFill>
                          <a:effectLst/>
                          <a:uFillTx/>
                          <a:latin typeface="Meiryo UI"/>
                          <a:ea typeface="Meiryo UI"/>
                        </a:rPr>
                        <a:t>文字化けする</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51200" tIns="75600" rIns="151200" bIns="75600" anchor="ctr">
                      <a:noAutofit/>
                    </a:bodyPr>
                    <a:p>
                      <a:pPr algn="ctr" defTabSz="914400">
                        <a:lnSpc>
                          <a:spcPct val="100000"/>
                        </a:lnSpc>
                      </a:pPr>
                      <a:r>
                        <a:rPr lang="ja-JP" sz="2000" b="0" u="none" strike="noStrike">
                          <a:solidFill>
                            <a:schemeClr val="dk1"/>
                          </a:solidFill>
                          <a:effectLst/>
                          <a:uFillTx/>
                          <a:latin typeface="Meiryo UI"/>
                          <a:ea typeface="Meiryo UI"/>
                        </a:rPr>
                        <a:t>文字コードの確認</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32240">
                <a:tc>
                  <a:txBody>
                    <a:bodyPr lIns="151200" tIns="75600" rIns="151200" bIns="75600" anchor="ctr">
                      <a:noAutofit/>
                    </a:bodyPr>
                    <a:p>
                      <a:pPr algn="ctr" defTabSz="914400">
                        <a:lnSpc>
                          <a:spcPct val="100000"/>
                        </a:lnSpc>
                      </a:pPr>
                      <a:r>
                        <a:rPr lang="en-US" sz="2000" b="0" u="none" strike="noStrike">
                          <a:solidFill>
                            <a:schemeClr val="dk1"/>
                          </a:solidFill>
                          <a:effectLst/>
                          <a:uFillTx/>
                          <a:latin typeface="Meiryo UI"/>
                          <a:ea typeface="Meiryo UI"/>
                        </a:rPr>
                        <a:t>https</a:t>
                      </a:r>
                      <a:r>
                        <a:rPr lang="ja-JP" sz="2000" b="0" u="none" strike="noStrike">
                          <a:solidFill>
                            <a:schemeClr val="dk1"/>
                          </a:solidFill>
                          <a:effectLst/>
                          <a:uFillTx/>
                          <a:latin typeface="Meiryo UI"/>
                          <a:ea typeface="Meiryo UI"/>
                        </a:rPr>
                        <a:t>は大丈夫だが</a:t>
                      </a:r>
                      <a:r>
                        <a:rPr lang="en-US" sz="2000" b="0" u="none" strike="noStrike">
                          <a:solidFill>
                            <a:schemeClr val="dk1"/>
                          </a:solidFill>
                          <a:effectLst/>
                          <a:uFillTx/>
                          <a:latin typeface="Meiryo UI"/>
                          <a:ea typeface="Meiryo UI"/>
                        </a:rPr>
                        <a:t>wss</a:t>
                      </a:r>
                      <a:r>
                        <a:rPr lang="ja-JP" sz="2000" b="0" u="none" strike="noStrike">
                          <a:solidFill>
                            <a:schemeClr val="dk1"/>
                          </a:solidFill>
                          <a:effectLst/>
                          <a:uFillTx/>
                          <a:latin typeface="Meiryo UI"/>
                          <a:ea typeface="Meiryo UI"/>
                        </a:rPr>
                        <a:t>は駄目</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51200" tIns="75600" rIns="151200" bIns="75600" anchor="ctr">
                      <a:noAutofit/>
                    </a:bodyPr>
                    <a:p>
                      <a:pPr algn="ctr" defTabSz="914400">
                        <a:lnSpc>
                          <a:spcPct val="100000"/>
                        </a:lnSpc>
                      </a:pPr>
                      <a:r>
                        <a:rPr lang="en-US" sz="2000" b="0" u="none" strike="noStrike">
                          <a:solidFill>
                            <a:schemeClr val="dk1"/>
                          </a:solidFill>
                          <a:effectLst/>
                          <a:uFillTx/>
                          <a:latin typeface="Meiryo UI"/>
                          <a:ea typeface="Meiryo UI"/>
                        </a:rPr>
                        <a:t>WAF</a:t>
                      </a:r>
                      <a:r>
                        <a:rPr lang="ja-JP" sz="2000" b="0" u="none" strike="noStrike">
                          <a:solidFill>
                            <a:schemeClr val="dk1"/>
                          </a:solidFill>
                          <a:effectLst/>
                          <a:uFillTx/>
                          <a:latin typeface="Meiryo UI"/>
                          <a:ea typeface="Meiryo UI"/>
                        </a:rPr>
                        <a:t>の確認</a:t>
                      </a:r>
                      <a:endParaRPr lang="en-US" sz="2000" b="0" u="none" strike="noStrike">
                        <a:solidFill>
                          <a:srgbClr val="000000"/>
                        </a:solidFill>
                        <a:effectLst/>
                        <a:uFillTx/>
                        <a:latin typeface="Arial"/>
                      </a:endParaRPr>
                    </a:p>
                  </a:txBody>
                  <a:tcPr anchor="ctr" marL="151200" marR="151200" marT="75600" marB="7560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実際の対応</a:t>
            </a:r>
            <a:endParaRPr lang="en-US" sz="6000" b="1" u="none" spc="99" strike="noStrike">
              <a:solidFill>
                <a:schemeClr val="dk1"/>
              </a:solidFill>
              <a:effectLst/>
              <a:uFillTx/>
              <a:latin typeface="Meiryo UI"/>
            </a:endParaRPr>
          </a:p>
        </p:txBody>
      </p:sp>
      <p:sp>
        <p:nvSpPr>
          <p:cNvPr id="486"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実際はプロトコルが階層を跨っていたり、リモートでの対応という場面も想定できるので対応の一例を見ていきましょう。</a:t>
            </a:r>
            <a:endParaRPr lang="en-US" sz="2400" b="1" u="none" strike="noStrike">
              <a:solidFill>
                <a:schemeClr val="lt2">
                  <a:lumMod val="75000"/>
                </a:schemeClr>
              </a:solidFill>
              <a:effectLst/>
              <a:uFillTx/>
              <a:latin typeface="Meiryo UI"/>
            </a:endParaRPr>
          </a:p>
        </p:txBody>
      </p:sp>
      <p:pic>
        <p:nvPicPr>
          <p:cNvPr id="487" name="図プレースホルダー 6" descr="ノートパソコンを使っている男性&#10;&#10;中程度の精度で自動的に生成された説明"/>
          <p:cNvPicPr/>
          <p:nvPr/>
        </p:nvPicPr>
        <p:blipFill>
          <a:blip r:embed="rId1"/>
          <a:srcRect l="21934" t="0" r="21934" b="0"/>
          <a:stretch/>
        </p:blipFill>
        <p:spPr>
          <a:xfrm>
            <a:off x="0" y="-11160"/>
            <a:ext cx="5790600" cy="6879600"/>
          </a:xfrm>
          <a:prstGeom prst="rect">
            <a:avLst/>
          </a:prstGeom>
          <a:noFill/>
          <a:ln w="0">
            <a:noFill/>
          </a:ln>
        </p:spPr>
      </p:pic>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対応の一例</a:t>
            </a:r>
            <a:endParaRPr lang="en-US" sz="4400" b="1" u="none" spc="51" strike="noStrike">
              <a:solidFill>
                <a:schemeClr val="dk1"/>
              </a:solidFill>
              <a:effectLst/>
              <a:uFillTx/>
              <a:latin typeface="Meiryo UI"/>
            </a:endParaRPr>
          </a:p>
        </p:txBody>
      </p:sp>
      <p:graphicFrame>
        <p:nvGraphicFramePr>
          <p:cNvPr id="489" name="Diagram5"/>
          <p:cNvGraphicFramePr/>
          <p:nvPr>
            <p:extLst>
              <p:ext uri="{D42A27DB-BD31-4B8C-83A1-F6EECF244321}">
                <p14:modId xmlns:p14="http://schemas.microsoft.com/office/powerpoint/2010/main" val="2424109938"/>
              </p:ext>
            </p:extLst>
          </p:nvPr>
        </p:nvGraphicFramePr>
        <p:xfrm>
          <a:off x="594360" y="408960"/>
          <a:ext cx="10786680" cy="55807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hasCustomPrompt="1"/>
          </p:nvPr>
        </p:nvSpPr>
        <p:spPr>
          <a:xfrm>
            <a:off x="594360" y="278280"/>
            <a:ext cx="9777600" cy="14940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おわりに</a:t>
            </a:r>
            <a:endParaRPr lang="en-US" sz="4400" b="1" u="none" spc="99" strike="noStrike">
              <a:solidFill>
                <a:schemeClr val="dk1"/>
              </a:solidFill>
              <a:effectLst/>
              <a:uFillTx/>
              <a:latin typeface="Meiryo UI"/>
            </a:endParaRPr>
          </a:p>
        </p:txBody>
      </p:sp>
      <p:pic>
        <p:nvPicPr>
          <p:cNvPr id="491" name="図プレースホルダー 4" descr="警告 単色塗りつぶし"/>
          <p:cNvPicPr/>
          <p:nvPr/>
        </p:nvPicPr>
        <p:blipFill>
          <a:blip r:embed="rId1">
            <a:extLst>
              <a:ext uri="{96DAC541-7B7A-43D3-8B79-37D633B846F1}">
                <asvg:svgBlip xmlns:asvg="http://schemas.microsoft.com/office/drawing/2016/SVG/main" r:embed="rId2"/>
              </a:ext>
            </a:extLst>
          </a:blip>
          <a:stretch/>
        </p:blipFill>
        <p:spPr>
          <a:xfrm>
            <a:off x="1041120" y="2676600"/>
            <a:ext cx="3596760" cy="3596760"/>
          </a:xfrm>
          <a:prstGeom prst="rect">
            <a:avLst/>
          </a:prstGeom>
          <a:noFill/>
          <a:ln w="0">
            <a:noFill/>
          </a:ln>
        </p:spPr>
      </p:pic>
      <p:sp>
        <p:nvSpPr>
          <p:cNvPr id="492" name="PlaceHolder 2"/>
          <p:cNvSpPr>
            <a:spLocks noGrp="1"/>
          </p:cNvSpPr>
          <p:nvPr>
            <p:ph hasCustomPrompt="1"/>
          </p:nvPr>
        </p:nvSpPr>
        <p:spPr>
          <a:xfrm>
            <a:off x="5882040" y="2676600"/>
            <a:ext cx="4490280" cy="359676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あくまで一例なので、これで解決するというものではないことをご留意ください。</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最初は何をすればいいか分からないと思いますが慣れるしかないというのが実情で、経験がその人の資産になっていくので頑張りましょう。</a:t>
            </a:r>
            <a:br>
              <a:rPr sz="2000"/>
            </a:br>
            <a:br>
              <a:rPr sz="2000"/>
            </a:br>
            <a:r>
              <a:rPr lang="ja-JP" sz="2000" b="0" u="none" strike="noStrike">
                <a:solidFill>
                  <a:schemeClr val="dk1"/>
                </a:solidFill>
                <a:effectLst/>
                <a:uFillTx/>
                <a:latin typeface="Meiryo UI"/>
                <a:ea typeface="Meiryo UI"/>
              </a:rPr>
              <a:t>症状から多角的な目線でのアプローチが重要になってきます。</a:t>
            </a:r>
            <a:br>
              <a:rPr sz="2000"/>
            </a:br>
            <a:r>
              <a:rPr lang="ja-JP" sz="2000" b="0" u="none" strike="noStrike">
                <a:solidFill>
                  <a:schemeClr val="dk1"/>
                </a:solidFill>
                <a:effectLst/>
                <a:uFillTx/>
                <a:latin typeface="Meiryo UI"/>
                <a:ea typeface="Meiryo UI"/>
              </a:rPr>
              <a:t>固定概念にとらわれず、いろいろ試してみましょう。</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7</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7</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495"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ネットワークトポロジーについて</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ネットワーク機器について</a:t>
            </a:r>
            <a:endParaRPr lang="en-US" sz="2400" b="1" u="none" strike="noStrike">
              <a:solidFill>
                <a:schemeClr val="lt2">
                  <a:lumMod val="75000"/>
                </a:schemeClr>
              </a:solidFill>
              <a:effectLst/>
              <a:uFillTx/>
              <a:latin typeface="Meiryo UI"/>
            </a:endParaRPr>
          </a:p>
          <a:p>
            <a:pPr indent="0" algn="l" defTabSz="914400">
              <a:lnSpc>
                <a:spcPct val="80000"/>
              </a:lnSpc>
              <a:spcBef>
                <a:spcPts val="2200"/>
              </a:spcBef>
              <a:buNone/>
              <a:tabLst>
                <a:tab pos="0" algn="l"/>
              </a:tabLst>
            </a:pP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title" hasCustomPrompt="1"/>
          </p:nvPr>
        </p:nvSpPr>
        <p:spPr>
          <a:xfrm>
            <a:off x="3240000" y="2880000"/>
            <a:ext cx="8814240" cy="8989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ネットワークトポロジーについて</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トポロジーに</a:t>
            </a:r>
            <a:br>
              <a:rPr sz="6000"/>
            </a:br>
            <a:r>
              <a:rPr lang="ja-JP" sz="6000" b="1" u="none" spc="99" strike="noStrike">
                <a:solidFill>
                  <a:schemeClr val="dk1"/>
                </a:solidFill>
                <a:effectLst/>
                <a:uFillTx/>
                <a:latin typeface="Meiryo UI"/>
                <a:ea typeface="Meiryo UI"/>
              </a:rPr>
              <a:t>ついて</a:t>
            </a:r>
            <a:endParaRPr lang="en-US" sz="6000" b="1" u="none" spc="99" strike="noStrike">
              <a:solidFill>
                <a:schemeClr val="dk1"/>
              </a:solidFill>
              <a:effectLst/>
              <a:uFillTx/>
              <a:latin typeface="Meiryo UI"/>
            </a:endParaRPr>
          </a:p>
        </p:txBody>
      </p:sp>
      <p:pic>
        <p:nvPicPr>
          <p:cNvPr id="498" name="図プレースホルダー 4"/>
          <p:cNvPicPr/>
          <p:nvPr/>
        </p:nvPicPr>
        <p:blipFill>
          <a:blip r:embed="rId1"/>
          <a:srcRect l="21924" t="0" r="21924" b="0"/>
          <a:stretch/>
        </p:blipFill>
        <p:spPr>
          <a:xfrm>
            <a:off x="0" y="-11160"/>
            <a:ext cx="5790600" cy="6879600"/>
          </a:xfrm>
          <a:prstGeom prst="rect">
            <a:avLst/>
          </a:prstGeom>
          <a:noFill/>
          <a:ln w="0">
            <a:noFill/>
          </a:ln>
        </p:spPr>
      </p:pic>
      <p:sp>
        <p:nvSpPr>
          <p:cNvPr id="499"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fontScale="92500" lnSpcReduction="9999"/>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ネットワークトポロジーとは、コンピュータやネットワーク機器（ルーター、スイッチなど）がどのように接続されているかを示す構造のことです。</a:t>
            </a:r>
            <a:br>
              <a:rPr sz="2400"/>
            </a:br>
            <a:r>
              <a:rPr lang="ja-JP" sz="2400" b="1" u="none" strike="noStrike">
                <a:solidFill>
                  <a:schemeClr val="lt2">
                    <a:lumMod val="75000"/>
                  </a:schemeClr>
                </a:solidFill>
                <a:effectLst/>
                <a:uFillTx/>
                <a:latin typeface="Meiryo UI"/>
                <a:ea typeface="Meiryo UI"/>
              </a:rPr>
              <a:t>つまり、「ネットワークの物理的・論理的な配置図」のことです。</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ネットワークトポロジーについて</a:t>
            </a:r>
            <a:endParaRPr lang="en-US" sz="4400" b="1" u="none" spc="99" strike="noStrike">
              <a:solidFill>
                <a:schemeClr val="dk1"/>
              </a:solidFill>
              <a:effectLst/>
              <a:uFillTx/>
              <a:latin typeface="Meiryo UI"/>
            </a:endParaRPr>
          </a:p>
        </p:txBody>
      </p:sp>
      <p:sp>
        <p:nvSpPr>
          <p:cNvPr id="501" name="PlaceHolder 2"/>
          <p:cNvSpPr>
            <a:spLocks noGrp="1"/>
          </p:cNvSpPr>
          <p:nvPr>
            <p:ph hasCustomPrompt="1"/>
          </p:nvPr>
        </p:nvSpPr>
        <p:spPr>
          <a:xfrm>
            <a:off x="595440" y="2676600"/>
            <a:ext cx="5745960" cy="2809080"/>
          </a:xfrm>
          <a:prstGeom prst="rect">
            <a:avLst/>
          </a:prstGeom>
          <a:noFill/>
          <a:ln w="0">
            <a:noFill/>
          </a:ln>
        </p:spPr>
        <p:txBody>
          <a:bodyPr lIns="0" tIns="45720" rIns="91440" bIns="45720" anchor="t">
            <a:normAutofit lnSpcReduction="9999"/>
          </a:bodyPr>
          <a:p>
            <a:pPr indent="0" algn="l" defTabSz="914400">
              <a:lnSpc>
                <a:spcPct val="90000"/>
              </a:lnSpc>
              <a:spcBef>
                <a:spcPts val="1800"/>
              </a:spcBef>
              <a:buNone/>
              <a:tabLst>
                <a:tab pos="0" algn="l"/>
              </a:tabLst>
            </a:pPr>
            <a:r>
              <a:rPr lang="ja-JP" sz="1700" b="0" u="none" strike="noStrike">
                <a:solidFill>
                  <a:schemeClr val="dk1"/>
                </a:solidFill>
                <a:effectLst/>
                <a:uFillTx/>
                <a:latin typeface="Meiryo UI"/>
                <a:ea typeface="Meiryo UI"/>
              </a:rPr>
              <a:t>トポロジーはまだ勉強中の身なので詳細はお伝え出来ませんが、ネットワークの事を調べるとよく出てくるので大枠だけは押さえておいてください。</a:t>
            </a:r>
            <a:endParaRPr lang="en-US" sz="17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600" b="0" u="none" strike="noStrike">
                <a:solidFill>
                  <a:schemeClr val="dk1"/>
                </a:solidFill>
                <a:effectLst/>
                <a:uFillTx/>
                <a:latin typeface="Meiryo UI"/>
                <a:ea typeface="Meiryo UI"/>
              </a:rPr>
              <a:t>注意点としてトポロジーには</a:t>
            </a:r>
            <a:r>
              <a:rPr lang="ja-JP" sz="1600" b="1" u="none" strike="noStrike">
                <a:solidFill>
                  <a:schemeClr val="dk1"/>
                </a:solidFill>
                <a:effectLst/>
                <a:uFillTx/>
                <a:latin typeface="Meiryo UI"/>
                <a:ea typeface="Meiryo UI"/>
              </a:rPr>
              <a:t>物理的トポロジー</a:t>
            </a:r>
            <a:r>
              <a:rPr lang="ja-JP" sz="1600" b="0" u="none" strike="noStrike">
                <a:solidFill>
                  <a:schemeClr val="dk1"/>
                </a:solidFill>
                <a:effectLst/>
                <a:uFillTx/>
                <a:latin typeface="Meiryo UI"/>
                <a:ea typeface="Meiryo UI"/>
              </a:rPr>
              <a:t>（実際のケーブル配置）と</a:t>
            </a:r>
            <a:r>
              <a:rPr lang="ja-JP" sz="1600" b="1" u="none" strike="noStrike">
                <a:solidFill>
                  <a:schemeClr val="dk1"/>
                </a:solidFill>
                <a:effectLst/>
                <a:uFillTx/>
                <a:latin typeface="Meiryo UI"/>
                <a:ea typeface="Meiryo UI"/>
              </a:rPr>
              <a:t>論理的トポロジー</a:t>
            </a:r>
            <a:r>
              <a:rPr lang="ja-JP" sz="1600" b="0" u="none" strike="noStrike">
                <a:solidFill>
                  <a:schemeClr val="dk1"/>
                </a:solidFill>
                <a:effectLst/>
                <a:uFillTx/>
                <a:latin typeface="Meiryo UI"/>
                <a:ea typeface="Meiryo UI"/>
              </a:rPr>
              <a:t>（データの流れ方）があり、必ずしも一致しない場合があります。</a:t>
            </a:r>
            <a:endParaRPr lang="en-US" sz="16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700" b="0" u="none" strike="noStrike">
                <a:solidFill>
                  <a:schemeClr val="dk1"/>
                </a:solidFill>
                <a:effectLst/>
                <a:uFillTx/>
                <a:latin typeface="Meiryo UI"/>
                <a:ea typeface="Meiryo UI"/>
              </a:rPr>
              <a:t>現在、物理は右図のスター型で論理はメッシュ型が主流のようです。</a:t>
            </a:r>
            <a:endParaRPr lang="en-US" sz="17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1700" b="0" u="none" strike="noStrike">
                <a:solidFill>
                  <a:schemeClr val="dk1"/>
                </a:solidFill>
                <a:effectLst/>
                <a:uFillTx/>
                <a:latin typeface="Meiryo UI"/>
                <a:ea typeface="Meiryo UI"/>
              </a:rPr>
              <a:t>他のトポロジーに関しては下記サイトを参照して下さい。</a:t>
            </a:r>
            <a:endParaRPr lang="en-US" sz="1700" b="0" u="none" strike="noStrike">
              <a:solidFill>
                <a:schemeClr val="dk1"/>
              </a:solidFill>
              <a:effectLst/>
              <a:uFillTx/>
              <a:latin typeface="Meiryo UI"/>
            </a:endParaRPr>
          </a:p>
        </p:txBody>
      </p:sp>
      <p:pic>
        <p:nvPicPr>
          <p:cNvPr id="502" name="コンテンツ プレースホルダー 6" descr="グラフィカル ユーザー インターフェイス が含まれている画像&#10;&#10;自動的に生成された説明"/>
          <p:cNvPicPr/>
          <p:nvPr/>
        </p:nvPicPr>
        <p:blipFill>
          <a:blip r:embed="rId1"/>
          <a:srcRect l="18859" t="0" r="19424" b="4"/>
          <a:stretch/>
        </p:blipFill>
        <p:spPr>
          <a:xfrm>
            <a:off x="7620120" y="2676600"/>
            <a:ext cx="3946320" cy="3596760"/>
          </a:xfrm>
          <a:prstGeom prst="rect">
            <a:avLst/>
          </a:prstGeom>
          <a:noFill/>
          <a:ln w="0">
            <a:noFill/>
          </a:ln>
        </p:spPr>
      </p:pic>
      <p:sp>
        <p:nvSpPr>
          <p:cNvPr id="503" name="テキスト ボックス 9"/>
          <p:cNvSpPr/>
          <p:nvPr/>
        </p:nvSpPr>
        <p:spPr>
          <a:xfrm>
            <a:off x="594360" y="5486400"/>
            <a:ext cx="6098040" cy="3686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chemeClr val="dk1"/>
                </a:solidFill>
                <a:effectLst/>
                <a:uFillTx/>
                <a:latin typeface="Meiryo UI"/>
                <a:ea typeface="Meiryo UI"/>
              </a:rPr>
              <a:t>infraexpert.com/study/networking1.html</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機器について</a:t>
            </a:r>
            <a:endParaRPr lang="en-US" sz="6000" b="1" u="none" spc="99" strike="noStrike">
              <a:solidFill>
                <a:schemeClr val="dk1"/>
              </a:solidFill>
              <a:effectLst/>
              <a:uFillTx/>
              <a:latin typeface="Meiryo UI"/>
            </a:endParaRPr>
          </a:p>
        </p:txBody>
      </p:sp>
      <p:pic>
        <p:nvPicPr>
          <p:cNvPr id="505" name="図プレースホルダー 4"/>
          <p:cNvPicPr/>
          <p:nvPr/>
        </p:nvPicPr>
        <p:blipFill>
          <a:blip r:embed="rId1"/>
          <a:srcRect l="2961" t="0" r="2961" b="0"/>
          <a:stretch/>
        </p:blipFill>
        <p:spPr>
          <a:xfrm>
            <a:off x="0" y="-11160"/>
            <a:ext cx="5790600" cy="6879600"/>
          </a:xfrm>
          <a:prstGeom prst="rect">
            <a:avLst/>
          </a:prstGeom>
          <a:noFill/>
          <a:ln w="0">
            <a:noFill/>
          </a:ln>
        </p:spPr>
      </p:pic>
      <p:sp>
        <p:nvSpPr>
          <p:cNvPr id="506"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次にネットワーク機器を見ていきます。</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title" hasCustomPrompt="1"/>
          </p:nvPr>
        </p:nvSpPr>
        <p:spPr>
          <a:xfrm>
            <a:off x="594360" y="1080000"/>
            <a:ext cx="4085640" cy="7023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ルーター</a:t>
            </a:r>
            <a:endParaRPr lang="en-US" sz="4400" b="1" u="none" spc="99" strike="noStrike">
              <a:solidFill>
                <a:schemeClr val="dk1"/>
              </a:solidFill>
              <a:effectLst/>
              <a:uFillTx/>
              <a:latin typeface="Meiryo UI"/>
            </a:endParaRPr>
          </a:p>
        </p:txBody>
      </p:sp>
      <p:pic>
        <p:nvPicPr>
          <p:cNvPr id="508" name="図プレースホルダー 52"/>
          <p:cNvPicPr/>
          <p:nvPr/>
        </p:nvPicPr>
        <p:blipFill>
          <a:blip r:embed="rId1"/>
          <a:stretch/>
        </p:blipFill>
        <p:spPr>
          <a:xfrm>
            <a:off x="6857640" y="2363760"/>
            <a:ext cx="3698640" cy="3698640"/>
          </a:xfrm>
          <a:prstGeom prst="rect">
            <a:avLst/>
          </a:prstGeom>
          <a:noFill/>
          <a:ln w="0">
            <a:noFill/>
          </a:ln>
        </p:spPr>
      </p:pic>
      <p:sp>
        <p:nvSpPr>
          <p:cNvPr id="509" name="タイトル 1"/>
          <p:cNvSpPr/>
          <p:nvPr/>
        </p:nvSpPr>
        <p:spPr>
          <a:xfrm>
            <a:off x="5220000" y="452880"/>
            <a:ext cx="6968160" cy="987120"/>
          </a:xfrm>
          <a:prstGeom prst="rect">
            <a:avLst/>
          </a:prstGeom>
          <a:noFill/>
          <a:ln w="0">
            <a:noFill/>
          </a:ln>
        </p:spPr>
        <p:style>
          <a:lnRef idx="0"/>
          <a:fillRef idx="0"/>
          <a:effectRef idx="0"/>
          <a:fontRef idx="minor"/>
        </p:style>
        <p:txBody>
          <a:bodyPr lIns="0" tIns="0" rIns="0" bIns="0" anchor="b">
            <a:noAutofit/>
          </a:bodyPr>
          <a:p>
            <a:pPr defTabSz="914400">
              <a:lnSpc>
                <a:spcPct val="80000"/>
              </a:lnSpc>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3</a:t>
            </a:r>
            <a:r>
              <a:rPr lang="ja-JP" sz="4400" b="1" u="none" spc="99" strike="noStrike">
                <a:solidFill>
                  <a:schemeClr val="dk1"/>
                </a:solidFill>
                <a:effectLst/>
                <a:uFillTx/>
                <a:latin typeface="Meiryo UI"/>
                <a:ea typeface="Meiryo UI"/>
              </a:rPr>
              <a:t>層：ネットワーク層</a:t>
            </a:r>
            <a:r>
              <a:rPr lang="en-US" sz="4400" b="1" u="none" spc="99" strike="noStrike">
                <a:solidFill>
                  <a:schemeClr val="dk1"/>
                </a:solidFill>
                <a:effectLst/>
                <a:uFillTx/>
                <a:latin typeface="Meiryo UI"/>
                <a:ea typeface="Meiryo UI"/>
              </a:rPr>
              <a:t>(L3)</a:t>
            </a:r>
            <a:endParaRPr lang="en-US" sz="4400" b="0" u="none" strike="noStrike">
              <a:solidFill>
                <a:srgbClr val="000000"/>
              </a:solidFill>
              <a:effectLst/>
              <a:uFillTx/>
              <a:latin typeface="Arial"/>
            </a:endParaRPr>
          </a:p>
        </p:txBody>
      </p:sp>
      <p:sp>
        <p:nvSpPr>
          <p:cNvPr id="510" name="テキスト ボックス 6"/>
          <p:cNvSpPr/>
          <p:nvPr/>
        </p:nvSpPr>
        <p:spPr>
          <a:xfrm>
            <a:off x="757800" y="2736000"/>
            <a:ext cx="6099120" cy="23076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1800" b="0" u="sng" strike="noStrike">
                <a:solidFill>
                  <a:srgbClr val="C00000"/>
                </a:solidFill>
                <a:effectLst/>
                <a:uFillTx/>
                <a:latin typeface="Noto Sans JP"/>
                <a:ea typeface="Noto Sans JP"/>
              </a:rPr>
              <a:t>複数の異なるネットワーク間でデータのやり取りを中継するための機器です。</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ja-JP" sz="1800" b="0" u="none" strike="noStrike">
                <a:solidFill>
                  <a:schemeClr val="dk1"/>
                </a:solidFill>
                <a:effectLst/>
                <a:uFillTx/>
                <a:latin typeface="Meiryo UI"/>
                <a:ea typeface="Meiryo UI"/>
              </a:rPr>
              <a:t>ネットワーク機器として有名だと思いますが主にネットワーク層の用途で設置します。</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Meiryo UI"/>
                <a:ea typeface="Meiryo UI"/>
              </a:rPr>
              <a:t>Wi-Fi</a:t>
            </a:r>
            <a:r>
              <a:rPr lang="ja-JP" sz="1800" b="0" u="none" strike="noStrike">
                <a:solidFill>
                  <a:schemeClr val="dk1"/>
                </a:solidFill>
                <a:effectLst/>
                <a:uFillTx/>
                <a:latin typeface="Meiryo UI"/>
                <a:ea typeface="Meiryo UI"/>
              </a:rPr>
              <a:t>機能を持っている事が多いですが、ルーター機能とは別だという事を理解しておいてください。</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PlaceHolder 1"/>
          <p:cNvSpPr>
            <a:spLocks noGrp="1"/>
          </p:cNvSpPr>
          <p:nvPr>
            <p:ph type="title" hasCustomPrompt="1"/>
          </p:nvPr>
        </p:nvSpPr>
        <p:spPr>
          <a:xfrm>
            <a:off x="594360" y="1080000"/>
            <a:ext cx="3725640" cy="70236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ハブ</a:t>
            </a:r>
            <a:endParaRPr lang="en-US" sz="4400" b="1" u="none" spc="99" strike="noStrike">
              <a:solidFill>
                <a:schemeClr val="dk1"/>
              </a:solidFill>
              <a:effectLst/>
              <a:uFillTx/>
              <a:latin typeface="Meiryo UI"/>
            </a:endParaRPr>
          </a:p>
        </p:txBody>
      </p:sp>
      <p:sp>
        <p:nvSpPr>
          <p:cNvPr id="512" name="テキスト ボックス 6"/>
          <p:cNvSpPr/>
          <p:nvPr/>
        </p:nvSpPr>
        <p:spPr>
          <a:xfrm>
            <a:off x="757800" y="2736000"/>
            <a:ext cx="6099120" cy="31384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1800" b="0" u="sng" strike="noStrike">
                <a:solidFill>
                  <a:srgbClr val="C00000"/>
                </a:solidFill>
                <a:effectLst/>
                <a:uFillTx/>
                <a:latin typeface="Noto Sans JP"/>
                <a:ea typeface="Noto Sans JP"/>
              </a:rPr>
              <a:t>複数の</a:t>
            </a:r>
            <a:r>
              <a:rPr lang="en-US" sz="1800" b="0" u="sng" strike="noStrike">
                <a:solidFill>
                  <a:srgbClr val="C00000"/>
                </a:solidFill>
                <a:effectLst/>
                <a:uFillTx/>
                <a:latin typeface="Noto Sans JP"/>
                <a:ea typeface="Noto Sans JP"/>
              </a:rPr>
              <a:t>LAN</a:t>
            </a:r>
            <a:r>
              <a:rPr lang="ja-JP" sz="1800" b="0" u="sng" strike="noStrike">
                <a:solidFill>
                  <a:srgbClr val="C00000"/>
                </a:solidFill>
                <a:effectLst/>
                <a:uFillTx/>
                <a:latin typeface="Noto Sans JP"/>
                <a:ea typeface="Noto Sans JP"/>
              </a:rPr>
              <a:t>ケーブルを集約するための装置です。</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Meiryo UI"/>
                <a:ea typeface="Meiryo UI"/>
              </a:rPr>
              <a:t>LAN</a:t>
            </a:r>
            <a:r>
              <a:rPr lang="ja-JP" sz="1800" b="0" u="none" strike="noStrike">
                <a:solidFill>
                  <a:schemeClr val="dk1"/>
                </a:solidFill>
                <a:effectLst/>
                <a:uFillTx/>
                <a:latin typeface="Meiryo UI"/>
                <a:ea typeface="Meiryo UI"/>
              </a:rPr>
              <a:t>ケーブル用の</a:t>
            </a:r>
            <a:r>
              <a:rPr lang="en-US" sz="1800" b="0" u="none" strike="noStrike">
                <a:solidFill>
                  <a:schemeClr val="dk1"/>
                </a:solidFill>
                <a:effectLst/>
                <a:uFillTx/>
                <a:latin typeface="Meiryo UI"/>
                <a:ea typeface="Meiryo UI"/>
              </a:rPr>
              <a:t>OA</a:t>
            </a:r>
            <a:r>
              <a:rPr lang="ja-JP" sz="1800" b="0" u="none" strike="noStrike">
                <a:solidFill>
                  <a:schemeClr val="dk1"/>
                </a:solidFill>
                <a:effectLst/>
                <a:uFillTx/>
                <a:latin typeface="Meiryo UI"/>
                <a:ea typeface="Meiryo UI"/>
              </a:rPr>
              <a:t>タップだと思ってください。</a:t>
            </a:r>
            <a:endParaRPr lang="en-US" sz="1800" b="0" u="none" strike="noStrike">
              <a:solidFill>
                <a:srgbClr val="000000"/>
              </a:solidFill>
              <a:effectLst/>
              <a:uFillTx/>
              <a:latin typeface="Arial"/>
            </a:endParaRPr>
          </a:p>
          <a:p>
            <a:pPr defTabSz="914400">
              <a:lnSpc>
                <a:spcPct val="100000"/>
              </a:lnSpc>
            </a:pPr>
            <a:r>
              <a:rPr lang="ja-JP" sz="1800" b="0" u="none" strike="noStrike">
                <a:solidFill>
                  <a:schemeClr val="dk1"/>
                </a:solidFill>
                <a:effectLst/>
                <a:uFillTx/>
                <a:latin typeface="Meiryo UI"/>
                <a:ea typeface="Meiryo UI"/>
              </a:rPr>
              <a:t>ただハブと呼ばれるものは下記の種類があり、内部動作が異なる事は押さえておいてください。</a:t>
            </a:r>
            <a:br>
              <a:rPr sz="1800"/>
            </a:b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ja-JP" sz="1800" b="0" u="none" strike="noStrike">
                <a:solidFill>
                  <a:schemeClr val="dk1"/>
                </a:solidFill>
                <a:effectLst/>
                <a:uFillTx/>
                <a:latin typeface="Meiryo UI"/>
                <a:ea typeface="Meiryo UI"/>
              </a:rPr>
              <a:t>リピーターハブ</a:t>
            </a:r>
            <a:r>
              <a:rPr lang="en-US" sz="1800" b="0" u="none" strike="noStrike">
                <a:solidFill>
                  <a:schemeClr val="dk1"/>
                </a:solidFill>
                <a:effectLst/>
                <a:uFillTx/>
                <a:latin typeface="Meiryo UI"/>
                <a:ea typeface="Meiryo UI"/>
              </a:rPr>
              <a:t>(</a:t>
            </a:r>
            <a:r>
              <a:rPr lang="ja-JP" sz="1800" b="0" u="none" strike="noStrike">
                <a:solidFill>
                  <a:schemeClr val="dk1"/>
                </a:solidFill>
                <a:effectLst/>
                <a:uFillTx/>
                <a:latin typeface="Meiryo UI"/>
                <a:ea typeface="Meiryo UI"/>
              </a:rPr>
              <a:t>バカハブ</a:t>
            </a:r>
            <a:r>
              <a:rPr lang="en-US" sz="1800" b="0" u="none" strike="noStrike">
                <a:solidFill>
                  <a:schemeClr val="dk1"/>
                </a:solidFill>
                <a:effectLst/>
                <a:uFillTx/>
                <a:latin typeface="Meiryo UI"/>
                <a:ea typeface="Meiryo UI"/>
              </a:rPr>
              <a:t>)</a:t>
            </a:r>
            <a:r>
              <a:rPr lang="ja-JP" sz="1800" b="0" u="none" strike="noStrike">
                <a:solidFill>
                  <a:srgbClr val="FF0000"/>
                </a:solidFill>
                <a:effectLst/>
                <a:uFillTx/>
                <a:latin typeface="Meiryo UI"/>
                <a:ea typeface="Meiryo UI"/>
              </a:rPr>
              <a:t>注</a:t>
            </a:r>
            <a:r>
              <a:rPr lang="en-US" sz="1800" b="0" u="none" strike="noStrike">
                <a:solidFill>
                  <a:srgbClr val="FF0000"/>
                </a:solidFill>
                <a:effectLst/>
                <a:uFillTx/>
                <a:latin typeface="Meiryo UI"/>
                <a:ea typeface="Meiryo UI"/>
              </a:rPr>
              <a:t>:L1</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Meiryo UI"/>
                <a:ea typeface="Meiryo UI"/>
              </a:rPr>
              <a:t>- </a:t>
            </a:r>
            <a:r>
              <a:rPr lang="ja-JP" sz="1800" b="0" u="none" strike="noStrike">
                <a:solidFill>
                  <a:schemeClr val="dk1"/>
                </a:solidFill>
                <a:effectLst/>
                <a:uFillTx/>
                <a:latin typeface="Meiryo UI"/>
                <a:ea typeface="Meiryo UI"/>
              </a:rPr>
              <a:t>現在では導入コストが変わらないのでほぼ使われません</a:t>
            </a:r>
            <a:endParaRPr lang="en-US" sz="1800" b="0" u="none" strike="noStrike">
              <a:solidFill>
                <a:srgbClr val="000000"/>
              </a:solidFill>
              <a:effectLst/>
              <a:uFillTx/>
              <a:latin typeface="Arial"/>
            </a:endParaRPr>
          </a:p>
          <a:p>
            <a:pPr marL="285840" indent="-285840" defTabSz="914400">
              <a:lnSpc>
                <a:spcPct val="100000"/>
              </a:lnSpc>
              <a:buClr>
                <a:srgbClr val="000000"/>
              </a:buClr>
              <a:buFont typeface="Arial"/>
              <a:buChar char="•"/>
            </a:pPr>
            <a:r>
              <a:rPr lang="ja-JP" sz="1800" b="0" u="none" strike="noStrike">
                <a:solidFill>
                  <a:schemeClr val="dk1"/>
                </a:solidFill>
                <a:effectLst/>
                <a:uFillTx/>
                <a:latin typeface="Meiryo UI"/>
                <a:ea typeface="Meiryo UI"/>
              </a:rPr>
              <a:t>スイッチングハブ</a:t>
            </a:r>
            <a:r>
              <a:rPr lang="en-US" sz="1800" b="0" u="none" strike="noStrike">
                <a:solidFill>
                  <a:schemeClr val="dk1"/>
                </a:solidFill>
                <a:effectLst/>
                <a:uFillTx/>
                <a:latin typeface="Meiryo UI"/>
                <a:ea typeface="Meiryo UI"/>
              </a:rPr>
              <a:t>(L2</a:t>
            </a:r>
            <a:r>
              <a:rPr lang="ja-JP" sz="1800" b="0" u="none" strike="noStrike">
                <a:solidFill>
                  <a:schemeClr val="dk1"/>
                </a:solidFill>
                <a:effectLst/>
                <a:uFillTx/>
                <a:latin typeface="Meiryo UI"/>
                <a:ea typeface="Meiryo UI"/>
              </a:rPr>
              <a:t>スイッチ</a:t>
            </a:r>
            <a:r>
              <a:rPr lang="en-US" sz="1800" b="0" u="none" strike="noStrike">
                <a:solidFill>
                  <a:schemeClr val="dk1"/>
                </a:solidFill>
                <a:effectLst/>
                <a:uFillTx/>
                <a:latin typeface="Meiryo UI"/>
                <a:ea typeface="Meiryo UI"/>
              </a:rPr>
              <a:t>)</a:t>
            </a:r>
            <a:endParaRPr lang="en-US" sz="1800" b="0" u="none" strike="noStrike">
              <a:solidFill>
                <a:srgbClr val="000000"/>
              </a:solidFill>
              <a:effectLst/>
              <a:uFillTx/>
              <a:latin typeface="Arial"/>
            </a:endParaRPr>
          </a:p>
          <a:p>
            <a:pPr defTabSz="914400">
              <a:lnSpc>
                <a:spcPct val="100000"/>
              </a:lnSpc>
            </a:pPr>
            <a:r>
              <a:rPr lang="en-US" sz="1800" b="0" u="none" strike="noStrike">
                <a:solidFill>
                  <a:schemeClr val="dk1"/>
                </a:solidFill>
                <a:effectLst/>
                <a:uFillTx/>
                <a:latin typeface="Meiryo UI"/>
                <a:ea typeface="Meiryo UI"/>
              </a:rPr>
              <a:t>- </a:t>
            </a:r>
            <a:r>
              <a:rPr lang="ja-JP" sz="1800" b="0" u="none" strike="noStrike">
                <a:solidFill>
                  <a:schemeClr val="dk1"/>
                </a:solidFill>
                <a:effectLst/>
                <a:uFillTx/>
                <a:latin typeface="Meiryo UI"/>
                <a:ea typeface="Meiryo UI"/>
              </a:rPr>
              <a:t>宛先を見て送る必要がある口のみに転送してくれる</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pic>
        <p:nvPicPr>
          <p:cNvPr id="513" name="図プレースホルダー 52"/>
          <p:cNvPicPr/>
          <p:nvPr/>
        </p:nvPicPr>
        <p:blipFill>
          <a:blip r:embed="rId1"/>
          <a:stretch/>
        </p:blipFill>
        <p:spPr>
          <a:xfrm>
            <a:off x="6857640" y="2363040"/>
            <a:ext cx="4933080" cy="3699720"/>
          </a:xfrm>
          <a:prstGeom prst="rect">
            <a:avLst/>
          </a:prstGeom>
          <a:noFill/>
          <a:ln w="0">
            <a:noFill/>
          </a:ln>
        </p:spPr>
      </p:pic>
      <p:sp>
        <p:nvSpPr>
          <p:cNvPr id="514" name="タイトル 1"/>
          <p:cNvSpPr/>
          <p:nvPr/>
        </p:nvSpPr>
        <p:spPr>
          <a:xfrm>
            <a:off x="5196240" y="632880"/>
            <a:ext cx="6594840" cy="987120"/>
          </a:xfrm>
          <a:prstGeom prst="rect">
            <a:avLst/>
          </a:prstGeom>
          <a:noFill/>
          <a:ln w="0">
            <a:noFill/>
          </a:ln>
        </p:spPr>
        <p:style>
          <a:lnRef idx="0"/>
          <a:fillRef idx="0"/>
          <a:effectRef idx="0"/>
          <a:fontRef idx="minor"/>
        </p:style>
        <p:txBody>
          <a:bodyPr lIns="0" tIns="0" rIns="0" bIns="0" anchor="b">
            <a:noAutofit/>
          </a:bodyPr>
          <a:p>
            <a:pPr defTabSz="914400">
              <a:lnSpc>
                <a:spcPct val="80000"/>
              </a:lnSpc>
            </a:pPr>
            <a:r>
              <a:rPr lang="ja-JP" sz="4400" b="1" u="none" spc="99" strike="noStrike">
                <a:solidFill>
                  <a:schemeClr val="dk1"/>
                </a:solidFill>
                <a:effectLst/>
                <a:uFillTx/>
                <a:latin typeface="Meiryo UI"/>
                <a:ea typeface="Meiryo UI"/>
              </a:rPr>
              <a:t>第</a:t>
            </a:r>
            <a:r>
              <a:rPr lang="en-US" sz="4400" b="1" u="none" spc="99" strike="noStrike">
                <a:solidFill>
                  <a:schemeClr val="dk1"/>
                </a:solidFill>
                <a:effectLst/>
                <a:uFillTx/>
                <a:latin typeface="Meiryo UI"/>
                <a:ea typeface="Meiryo UI"/>
              </a:rPr>
              <a:t>2</a:t>
            </a:r>
            <a:r>
              <a:rPr lang="ja-JP" sz="4400" b="1" u="none" spc="99" strike="noStrike">
                <a:solidFill>
                  <a:schemeClr val="dk1"/>
                </a:solidFill>
                <a:effectLst/>
                <a:uFillTx/>
                <a:latin typeface="Meiryo UI"/>
                <a:ea typeface="Meiryo UI"/>
              </a:rPr>
              <a:t>層：データリンク層</a:t>
            </a:r>
            <a:r>
              <a:rPr lang="en-US" sz="4400" b="1" u="none" spc="99" strike="noStrike">
                <a:solidFill>
                  <a:schemeClr val="dk1"/>
                </a:solidFill>
                <a:effectLst/>
                <a:uFillTx/>
                <a:latin typeface="Consolas"/>
                <a:ea typeface="Meiryo UI"/>
              </a:rPr>
              <a:t>(L2)</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ONU</a:t>
            </a:r>
            <a:endParaRPr lang="en-US" sz="4400" b="1" u="none" spc="99" strike="noStrike">
              <a:solidFill>
                <a:schemeClr val="dk1"/>
              </a:solidFill>
              <a:effectLst/>
              <a:uFillTx/>
              <a:latin typeface="Meiryo UI"/>
            </a:endParaRPr>
          </a:p>
        </p:txBody>
      </p:sp>
      <p:sp>
        <p:nvSpPr>
          <p:cNvPr id="516" name="テキスト ボックス 6"/>
          <p:cNvSpPr/>
          <p:nvPr/>
        </p:nvSpPr>
        <p:spPr>
          <a:xfrm>
            <a:off x="757800" y="2736000"/>
            <a:ext cx="6099120" cy="25844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1800" b="0" u="sng" strike="noStrike">
                <a:solidFill>
                  <a:srgbClr val="C00000"/>
                </a:solidFill>
                <a:effectLst/>
                <a:uFillTx/>
                <a:latin typeface="Meiryo UI"/>
                <a:ea typeface="Meiryo UI"/>
              </a:rPr>
              <a:t>光信号をデジタル信号に変換</a:t>
            </a:r>
            <a:r>
              <a:rPr lang="ja-JP" sz="1800" b="0" u="sng" strike="noStrike">
                <a:solidFill>
                  <a:srgbClr val="C00000"/>
                </a:solidFill>
                <a:effectLst/>
                <a:uFillTx/>
                <a:latin typeface="Noto Sans JP"/>
                <a:ea typeface="Noto Sans JP"/>
              </a:rPr>
              <a:t>ための装置です。</a:t>
            </a:r>
            <a:endParaRPr lang="en-US" sz="18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a:p>
            <a:pPr defTabSz="914400">
              <a:lnSpc>
                <a:spcPct val="100000"/>
              </a:lnSpc>
            </a:pPr>
            <a:r>
              <a:rPr lang="ja-JP" sz="1800" b="0" u="none" strike="noStrike">
                <a:solidFill>
                  <a:schemeClr val="dk1"/>
                </a:solidFill>
                <a:effectLst/>
                <a:uFillTx/>
                <a:latin typeface="Meiryo UI"/>
                <a:ea typeface="Meiryo UI"/>
              </a:rPr>
              <a:t>昔のモデム相当の装置だと思ってください。</a:t>
            </a:r>
            <a:endParaRPr lang="en-US" sz="1800" b="0" u="none" strike="noStrike">
              <a:solidFill>
                <a:srgbClr val="000000"/>
              </a:solidFill>
              <a:effectLst/>
              <a:uFillTx/>
              <a:latin typeface="Arial"/>
            </a:endParaRPr>
          </a:p>
          <a:p>
            <a:pPr defTabSz="914400">
              <a:lnSpc>
                <a:spcPct val="100000"/>
              </a:lnSpc>
            </a:pPr>
            <a:r>
              <a:rPr lang="ja-JP" sz="1800" b="0" u="none" strike="noStrike">
                <a:solidFill>
                  <a:schemeClr val="dk1"/>
                </a:solidFill>
                <a:effectLst/>
                <a:uFillTx/>
                <a:latin typeface="Meiryo UI"/>
                <a:ea typeface="Meiryo UI"/>
              </a:rPr>
              <a:t>モデムは変調と復調をしてくれる装置ですが、現在の</a:t>
            </a:r>
            <a:r>
              <a:rPr lang="en-US" sz="1800" b="0" u="none" strike="noStrike">
                <a:solidFill>
                  <a:schemeClr val="dk1"/>
                </a:solidFill>
                <a:effectLst/>
                <a:uFillTx/>
                <a:latin typeface="Meiryo UI"/>
                <a:ea typeface="Meiryo UI"/>
              </a:rPr>
              <a:t>ISP</a:t>
            </a:r>
            <a:r>
              <a:rPr lang="ja-JP" sz="1800" b="0" u="none" strike="noStrike">
                <a:solidFill>
                  <a:schemeClr val="dk1"/>
                </a:solidFill>
                <a:effectLst/>
                <a:uFillTx/>
                <a:latin typeface="Meiryo UI"/>
                <a:ea typeface="Meiryo UI"/>
              </a:rPr>
              <a:t>が提供しているのは一般的に光回線なので</a:t>
            </a:r>
            <a:r>
              <a:rPr lang="en-US" sz="1800" b="0" u="none" strike="noStrike">
                <a:solidFill>
                  <a:schemeClr val="dk1"/>
                </a:solidFill>
                <a:effectLst/>
                <a:uFillTx/>
                <a:latin typeface="Meiryo UI"/>
                <a:ea typeface="Meiryo UI"/>
              </a:rPr>
              <a:t>WAN</a:t>
            </a:r>
            <a:r>
              <a:rPr lang="ja-JP" sz="1800" b="0" u="none" strike="noStrike">
                <a:solidFill>
                  <a:schemeClr val="dk1"/>
                </a:solidFill>
                <a:effectLst/>
                <a:uFillTx/>
                <a:latin typeface="Meiryo UI"/>
                <a:ea typeface="Meiryo UI"/>
              </a:rPr>
              <a:t>との接続に必要で目的としては</a:t>
            </a:r>
            <a:r>
              <a:rPr lang="en-US" sz="1800" b="0" u="none" strike="noStrike">
                <a:solidFill>
                  <a:schemeClr val="dk1"/>
                </a:solidFill>
                <a:effectLst/>
                <a:uFillTx/>
                <a:latin typeface="Meiryo UI"/>
                <a:ea typeface="Meiryo UI"/>
              </a:rPr>
              <a:t>L1</a:t>
            </a:r>
            <a:r>
              <a:rPr lang="ja-JP" sz="1800" b="0" u="none" strike="noStrike">
                <a:solidFill>
                  <a:schemeClr val="dk1"/>
                </a:solidFill>
                <a:effectLst/>
                <a:uFillTx/>
                <a:latin typeface="Meiryo UI"/>
                <a:ea typeface="Meiryo UI"/>
              </a:rPr>
              <a:t>用途に当たります。</a:t>
            </a:r>
            <a:br>
              <a:rPr sz="1800"/>
            </a:br>
            <a:endParaRPr lang="en-US" sz="1800" b="0" u="none" strike="noStrike">
              <a:solidFill>
                <a:srgbClr val="000000"/>
              </a:solidFill>
              <a:effectLst/>
              <a:uFillTx/>
              <a:latin typeface="Arial"/>
            </a:endParaRPr>
          </a:p>
          <a:p>
            <a:pPr defTabSz="914400">
              <a:lnSpc>
                <a:spcPct val="100000"/>
              </a:lnSpc>
            </a:pPr>
            <a:r>
              <a:rPr lang="ja-JP" sz="1800" b="0" u="none" strike="noStrike">
                <a:solidFill>
                  <a:schemeClr val="dk1"/>
                </a:solidFill>
                <a:effectLst/>
                <a:uFillTx/>
                <a:latin typeface="Meiryo UI"/>
                <a:ea typeface="Meiryo UI"/>
              </a:rPr>
              <a:t>ただ</a:t>
            </a:r>
            <a:r>
              <a:rPr lang="en-US" sz="1800" b="0" u="none" strike="noStrike">
                <a:solidFill>
                  <a:schemeClr val="dk1"/>
                </a:solidFill>
                <a:effectLst/>
                <a:uFillTx/>
                <a:latin typeface="Meiryo UI"/>
                <a:ea typeface="Meiryo UI"/>
              </a:rPr>
              <a:t>ONU</a:t>
            </a:r>
            <a:r>
              <a:rPr lang="ja-JP" sz="1800" b="0" u="none" strike="noStrike">
                <a:solidFill>
                  <a:schemeClr val="dk1"/>
                </a:solidFill>
                <a:effectLst/>
                <a:uFillTx/>
                <a:latin typeface="Meiryo UI"/>
                <a:ea typeface="Meiryo UI"/>
              </a:rPr>
              <a:t>にルーター機能を持たせていることも多いので、注意が必要です。</a:t>
            </a:r>
            <a:endParaRPr lang="en-US" sz="1800" b="0" u="none" strike="noStrike">
              <a:solidFill>
                <a:srgbClr val="000000"/>
              </a:solidFill>
              <a:effectLst/>
              <a:uFillTx/>
              <a:latin typeface="Arial"/>
            </a:endParaRPr>
          </a:p>
        </p:txBody>
      </p:sp>
      <p:pic>
        <p:nvPicPr>
          <p:cNvPr id="517" name="図プレースホルダー 52"/>
          <p:cNvPicPr/>
          <p:nvPr/>
        </p:nvPicPr>
        <p:blipFill>
          <a:blip r:embed="rId1"/>
          <a:stretch/>
        </p:blipFill>
        <p:spPr>
          <a:xfrm>
            <a:off x="7658280" y="1806480"/>
            <a:ext cx="3102480" cy="3936960"/>
          </a:xfrm>
          <a:prstGeom prst="rect">
            <a:avLst/>
          </a:prstGeom>
          <a:noFill/>
          <a:ln w="0">
            <a:noFill/>
          </a:ln>
        </p:spPr>
      </p:pic>
      <p:sp>
        <p:nvSpPr>
          <p:cNvPr id="518" name="タイトル 1"/>
          <p:cNvSpPr/>
          <p:nvPr/>
        </p:nvSpPr>
        <p:spPr>
          <a:xfrm>
            <a:off x="6857640" y="102960"/>
            <a:ext cx="5217120" cy="987120"/>
          </a:xfrm>
          <a:prstGeom prst="rect">
            <a:avLst/>
          </a:prstGeom>
          <a:noFill/>
          <a:ln w="0">
            <a:noFill/>
          </a:ln>
        </p:spPr>
        <p:style>
          <a:lnRef idx="0"/>
          <a:fillRef idx="0"/>
          <a:effectRef idx="0"/>
          <a:fontRef idx="minor"/>
        </p:style>
        <p:txBody>
          <a:bodyPr lIns="0" tIns="0" rIns="0" bIns="0" anchor="b">
            <a:noAutofit/>
          </a:bodyPr>
          <a:p>
            <a:pPr defTabSz="914400">
              <a:lnSpc>
                <a:spcPct val="80000"/>
              </a:lnSpc>
            </a:pPr>
            <a:r>
              <a:rPr lang="zh-TW" sz="4400" b="1" u="none" spc="99" strike="noStrike">
                <a:solidFill>
                  <a:schemeClr val="dk1"/>
                </a:solidFill>
                <a:effectLst/>
                <a:uFillTx/>
                <a:latin typeface="Consolas"/>
                <a:ea typeface="Meiryo UI"/>
              </a:rPr>
              <a:t>第</a:t>
            </a:r>
            <a:r>
              <a:rPr lang="en-US" sz="4400" b="1" u="none" spc="99" strike="noStrike">
                <a:solidFill>
                  <a:schemeClr val="dk1"/>
                </a:solidFill>
                <a:effectLst/>
                <a:uFillTx/>
                <a:latin typeface="Consolas"/>
                <a:ea typeface="Meiryo UI"/>
              </a:rPr>
              <a:t>1</a:t>
            </a:r>
            <a:r>
              <a:rPr lang="zh-TW" sz="4400" b="1" u="none" spc="99" strike="noStrike">
                <a:solidFill>
                  <a:schemeClr val="dk1"/>
                </a:solidFill>
                <a:effectLst/>
                <a:uFillTx/>
                <a:latin typeface="Consolas"/>
                <a:ea typeface="Meiryo UI"/>
              </a:rPr>
              <a:t>層：物理層</a:t>
            </a:r>
            <a:r>
              <a:rPr lang="en-US" sz="4400" b="1" u="none" spc="99" strike="noStrike">
                <a:solidFill>
                  <a:schemeClr val="dk1"/>
                </a:solidFill>
                <a:effectLst/>
                <a:uFillTx/>
                <a:latin typeface="Consolas"/>
                <a:ea typeface="Meiryo UI"/>
              </a:rPr>
              <a:t>(L1)</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hasCustomPrompt="1"/>
          </p:nvPr>
        </p:nvSpPr>
        <p:spPr>
          <a:xfrm>
            <a:off x="6310080" y="411480"/>
            <a:ext cx="5485680" cy="3291120"/>
          </a:xfrm>
          <a:prstGeom prst="rect">
            <a:avLst/>
          </a:prstGeom>
          <a:noFill/>
          <a:ln w="0">
            <a:noFill/>
          </a:ln>
        </p:spPr>
        <p:txBody>
          <a:bodyPr lIns="0" tIns="0" rIns="0" bIns="0" anchor="b">
            <a:noAutofit/>
          </a:bodyPr>
          <a:p>
            <a:pPr indent="0" algn="ctr" defTabSz="914400">
              <a:lnSpc>
                <a:spcPct val="80000"/>
              </a:lnSpc>
              <a:buNone/>
              <a:tabLst>
                <a:tab pos="0" algn="l"/>
              </a:tabLst>
            </a:pPr>
            <a:r>
              <a:rPr lang="ja-JP" sz="6000" b="1" u="none" spc="99" strike="noStrike">
                <a:solidFill>
                  <a:schemeClr val="dk1"/>
                </a:solidFill>
                <a:effectLst/>
                <a:uFillTx/>
                <a:latin typeface="Meiryo UI"/>
                <a:ea typeface="Meiryo UI"/>
              </a:rPr>
              <a:t>第</a:t>
            </a:r>
            <a:r>
              <a:rPr lang="en-US" sz="6000" b="1" u="none" spc="99" strike="noStrike">
                <a:solidFill>
                  <a:schemeClr val="dk1"/>
                </a:solidFill>
                <a:effectLst/>
                <a:uFillTx/>
                <a:latin typeface="Meiryo UI"/>
                <a:ea typeface="Meiryo UI"/>
              </a:rPr>
              <a:t>8</a:t>
            </a:r>
            <a:r>
              <a:rPr lang="ja-JP" sz="6000" b="1" u="none" spc="99" strike="noStrike">
                <a:solidFill>
                  <a:schemeClr val="dk1"/>
                </a:solidFill>
                <a:effectLst/>
                <a:uFillTx/>
                <a:latin typeface="Meiryo UI"/>
                <a:ea typeface="Meiryo UI"/>
              </a:rPr>
              <a:t>章</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0" name="PlaceHolder 1"/>
          <p:cNvSpPr>
            <a:spLocks noGrp="1"/>
          </p:cNvSpPr>
          <p:nvPr>
            <p:ph type="title" hasCustomPrompt="1"/>
          </p:nvPr>
        </p:nvSpPr>
        <p:spPr>
          <a:xfrm>
            <a:off x="594360" y="189720"/>
            <a:ext cx="6787080" cy="159264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51" strike="noStrike">
                <a:solidFill>
                  <a:schemeClr val="dk1"/>
                </a:solidFill>
                <a:effectLst/>
                <a:uFillTx/>
                <a:latin typeface="Meiryo UI"/>
                <a:ea typeface="Meiryo UI"/>
              </a:rPr>
              <a:t>第</a:t>
            </a:r>
            <a:r>
              <a:rPr lang="en-US" sz="4400" b="1" u="none" spc="51" strike="noStrike">
                <a:solidFill>
                  <a:schemeClr val="dk1"/>
                </a:solidFill>
                <a:effectLst/>
                <a:uFillTx/>
                <a:latin typeface="Meiryo UI"/>
                <a:ea typeface="Meiryo UI"/>
              </a:rPr>
              <a:t>8</a:t>
            </a:r>
            <a:r>
              <a:rPr lang="ja-JP" sz="4400" b="1" u="none" spc="51" strike="noStrike">
                <a:solidFill>
                  <a:schemeClr val="dk1"/>
                </a:solidFill>
                <a:effectLst/>
                <a:uFillTx/>
                <a:latin typeface="Meiryo UI"/>
                <a:ea typeface="Meiryo UI"/>
              </a:rPr>
              <a:t>章の目次</a:t>
            </a:r>
            <a:endParaRPr lang="en-US" sz="4400" b="1" u="none" spc="51" strike="noStrike">
              <a:solidFill>
                <a:schemeClr val="dk1"/>
              </a:solidFill>
              <a:effectLst/>
              <a:uFillTx/>
              <a:latin typeface="Meiryo UI"/>
            </a:endParaRPr>
          </a:p>
        </p:txBody>
      </p:sp>
      <p:sp>
        <p:nvSpPr>
          <p:cNvPr id="521" name="PlaceHolder 2"/>
          <p:cNvSpPr>
            <a:spLocks noGrp="1"/>
          </p:cNvSpPr>
          <p:nvPr>
            <p:ph hasCustomPrompt="1"/>
          </p:nvPr>
        </p:nvSpPr>
        <p:spPr>
          <a:xfrm>
            <a:off x="593640" y="2281320"/>
            <a:ext cx="6787440" cy="3709440"/>
          </a:xfrm>
          <a:prstGeom prst="rect">
            <a:avLst/>
          </a:prstGeom>
          <a:noFill/>
          <a:ln w="0">
            <a:noFill/>
          </a:ln>
        </p:spPr>
        <p:txBody>
          <a:bodyPr lIns="0" tIns="457200" rIns="0" bIns="0" anchor="t">
            <a:noAutofit/>
          </a:bodyPr>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プロトコルとは</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各階層のプロトコル</a:t>
            </a:r>
            <a:endParaRPr lang="en-US" sz="2400" b="1" u="none" strike="noStrike">
              <a:solidFill>
                <a:schemeClr val="lt2">
                  <a:lumMod val="75000"/>
                </a:schemeClr>
              </a:solidFill>
              <a:effectLst/>
              <a:uFillTx/>
              <a:latin typeface="Meiryo UI"/>
            </a:endParaRPr>
          </a:p>
          <a:p>
            <a:pPr marL="283320" indent="-283320" algn="l" defTabSz="914400">
              <a:lnSpc>
                <a:spcPct val="80000"/>
              </a:lnSpc>
              <a:spcBef>
                <a:spcPts val="2200"/>
              </a:spcBef>
              <a:buClr>
                <a:srgbClr val="5D7D40"/>
              </a:buClr>
              <a:buFont typeface="Arial"/>
              <a:buChar char="•"/>
            </a:pPr>
            <a:r>
              <a:rPr lang="ja-JP" sz="2400" b="1" u="none" strike="noStrike">
                <a:solidFill>
                  <a:schemeClr val="lt2">
                    <a:lumMod val="75000"/>
                  </a:schemeClr>
                </a:solidFill>
                <a:effectLst/>
                <a:uFillTx/>
                <a:latin typeface="Meiryo UI"/>
                <a:ea typeface="Meiryo UI"/>
              </a:rPr>
              <a:t>プロトコル以外の通信技術</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プロトコルとは</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title" hasCustomPrompt="1"/>
          </p:nvPr>
        </p:nvSpPr>
        <p:spPr>
          <a:xfrm>
            <a:off x="575280" y="278280"/>
            <a:ext cx="5062680" cy="235332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プロトコルとは</a:t>
            </a:r>
            <a:endParaRPr lang="en-US" sz="4400" b="1" u="none" spc="99" strike="noStrike">
              <a:solidFill>
                <a:schemeClr val="dk1"/>
              </a:solidFill>
              <a:effectLst/>
              <a:uFillTx/>
              <a:latin typeface="Meiryo UI"/>
            </a:endParaRPr>
          </a:p>
        </p:txBody>
      </p:sp>
      <p:sp>
        <p:nvSpPr>
          <p:cNvPr id="524" name="PlaceHolder 2"/>
          <p:cNvSpPr>
            <a:spLocks noGrp="1"/>
          </p:cNvSpPr>
          <p:nvPr>
            <p:ph hasCustomPrompt="1"/>
          </p:nvPr>
        </p:nvSpPr>
        <p:spPr>
          <a:xfrm>
            <a:off x="594360" y="3279600"/>
            <a:ext cx="5043600" cy="2993760"/>
          </a:xfrm>
          <a:prstGeom prst="rect">
            <a:avLst/>
          </a:prstGeom>
          <a:noFill/>
          <a:ln w="0">
            <a:noFill/>
          </a:ln>
        </p:spPr>
        <p:txBody>
          <a:bodyPr lIns="0" tIns="228600" rIns="0" bIns="0" anchor="t">
            <a:normAutofit fontScale="92500" lnSpcReduction="9999"/>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インターネット黎明期に独自規格の機器が各メーカー毎で作られて互いに通信が出来ないという問題が発生しました。</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そこでネットワークの約束事であるプロトコルが開発されそれによって現在はメーカーを跨った通信ができるようになりました。</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と説明はよくされると思いますがつまりなんなの</a:t>
            </a:r>
            <a:r>
              <a:rPr lang="en-US" sz="2000" b="0" u="none" strike="noStrike">
                <a:solidFill>
                  <a:schemeClr val="dk1"/>
                </a:solidFill>
                <a:effectLst/>
                <a:uFillTx/>
                <a:latin typeface="Meiryo UI"/>
                <a:ea typeface="Meiryo UI"/>
              </a:rPr>
              <a:t>?</a:t>
            </a:r>
            <a:r>
              <a:rPr lang="ja-JP" sz="2000" b="0" u="none" strike="noStrike">
                <a:solidFill>
                  <a:schemeClr val="dk1"/>
                </a:solidFill>
                <a:effectLst/>
                <a:uFillTx/>
                <a:latin typeface="Meiryo UI"/>
                <a:ea typeface="Meiryo UI"/>
              </a:rPr>
              <a:t>と思われる方向けにもう少し細かくみてみましょう。</a:t>
            </a:r>
            <a:endParaRPr lang="en-US" sz="2000" b="0" u="none" strike="noStrike">
              <a:solidFill>
                <a:schemeClr val="dk1"/>
              </a:solidFill>
              <a:effectLst/>
              <a:uFillTx/>
              <a:latin typeface="Meiryo UI"/>
            </a:endParaRPr>
          </a:p>
        </p:txBody>
      </p:sp>
      <p:pic>
        <p:nvPicPr>
          <p:cNvPr id="525" name="図プレースホルダー 4"/>
          <p:cNvPicPr/>
          <p:nvPr/>
        </p:nvPicPr>
        <p:blipFill>
          <a:blip r:embed="rId1"/>
          <a:srcRect l="0" t="12587" r="0" b="12587"/>
          <a:stretch/>
        </p:blipFill>
        <p:spPr>
          <a:xfrm>
            <a:off x="6095880" y="0"/>
            <a:ext cx="611748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title" hasCustomPrompt="1"/>
          </p:nvPr>
        </p:nvSpPr>
        <p:spPr>
          <a:xfrm>
            <a:off x="594360" y="198360"/>
            <a:ext cx="3013560" cy="1314720"/>
          </a:xfrm>
          <a:prstGeom prst="rect">
            <a:avLst/>
          </a:prstGeom>
          <a:noFill/>
          <a:ln w="0">
            <a:noFill/>
          </a:ln>
        </p:spPr>
        <p:txBody>
          <a:bodyPr lIns="0" tIns="0" rIns="0" bIns="0" anchor="b">
            <a:normAutofit/>
          </a:bodyPr>
          <a:p>
            <a:pPr indent="0" algn="l" defTabSz="914400">
              <a:lnSpc>
                <a:spcPct val="80000"/>
              </a:lnSpc>
              <a:buNone/>
              <a:tabLst>
                <a:tab pos="0" algn="l"/>
              </a:tabLst>
            </a:pPr>
            <a:r>
              <a:rPr lang="en-US" sz="4400" b="1" u="none" spc="99" strike="noStrike">
                <a:solidFill>
                  <a:schemeClr val="dk1"/>
                </a:solidFill>
                <a:effectLst/>
                <a:uFillTx/>
                <a:latin typeface="Meiryo UI"/>
                <a:ea typeface="Meiryo UI"/>
              </a:rPr>
              <a:t>DHCP</a:t>
            </a:r>
            <a:endParaRPr lang="en-US" sz="4400" b="1" u="none" spc="99" strike="noStrike">
              <a:solidFill>
                <a:schemeClr val="dk1"/>
              </a:solidFill>
              <a:effectLst/>
              <a:uFillTx/>
              <a:latin typeface="Meiryo UI"/>
            </a:endParaRPr>
          </a:p>
        </p:txBody>
      </p:sp>
      <p:pic>
        <p:nvPicPr>
          <p:cNvPr id="527" name="Picture 2"/>
          <p:cNvPicPr/>
          <p:nvPr/>
        </p:nvPicPr>
        <p:blipFill>
          <a:blip r:embed="rId1"/>
          <a:stretch/>
        </p:blipFill>
        <p:spPr>
          <a:xfrm>
            <a:off x="5149080" y="1958040"/>
            <a:ext cx="6447960" cy="4637520"/>
          </a:xfrm>
          <a:prstGeom prst="rect">
            <a:avLst/>
          </a:prstGeom>
          <a:noFill/>
          <a:ln w="0">
            <a:noFill/>
          </a:ln>
        </p:spPr>
      </p:pic>
      <p:pic>
        <p:nvPicPr>
          <p:cNvPr id="528" name="Picture 4"/>
          <p:cNvPicPr/>
          <p:nvPr/>
        </p:nvPicPr>
        <p:blipFill>
          <a:blip r:embed="rId2"/>
          <a:stretch/>
        </p:blipFill>
        <p:spPr>
          <a:xfrm>
            <a:off x="675360" y="2499480"/>
            <a:ext cx="3961440" cy="3903120"/>
          </a:xfrm>
          <a:prstGeom prst="rect">
            <a:avLst/>
          </a:prstGeom>
          <a:noFill/>
          <a:ln w="0">
            <a:noFill/>
          </a:ln>
        </p:spPr>
      </p:pic>
      <p:sp>
        <p:nvSpPr>
          <p:cNvPr id="529" name="テキスト ボックス 8"/>
          <p:cNvSpPr/>
          <p:nvPr/>
        </p:nvSpPr>
        <p:spPr>
          <a:xfrm>
            <a:off x="2801880" y="302400"/>
            <a:ext cx="8794800" cy="1476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ja-JP" sz="1800" b="0" u="none" strike="noStrike">
                <a:solidFill>
                  <a:schemeClr val="dk1"/>
                </a:solidFill>
                <a:effectLst/>
                <a:uFillTx/>
                <a:latin typeface="Meiryo UI"/>
                <a:ea typeface="Meiryo UI"/>
              </a:rPr>
              <a:t>これは</a:t>
            </a:r>
            <a:r>
              <a:rPr lang="en-US" sz="1800" b="0" u="none" strike="noStrike">
                <a:solidFill>
                  <a:schemeClr val="dk1"/>
                </a:solidFill>
                <a:effectLst/>
                <a:uFillTx/>
                <a:latin typeface="Meiryo UI"/>
                <a:ea typeface="Meiryo UI"/>
              </a:rPr>
              <a:t>DHCP</a:t>
            </a:r>
            <a:r>
              <a:rPr lang="ja-JP" sz="1800" b="0" u="none" strike="noStrike">
                <a:solidFill>
                  <a:schemeClr val="dk1"/>
                </a:solidFill>
                <a:effectLst/>
                <a:uFillTx/>
                <a:latin typeface="Meiryo UI"/>
                <a:ea typeface="Meiryo UI"/>
              </a:rPr>
              <a:t>というプロトコルが取り決めているルールです。</a:t>
            </a:r>
            <a:br>
              <a:rPr sz="1800"/>
            </a:br>
            <a:r>
              <a:rPr lang="ja-JP" sz="1800" b="0" u="none" strike="noStrike">
                <a:solidFill>
                  <a:schemeClr val="dk1"/>
                </a:solidFill>
                <a:effectLst/>
                <a:uFillTx/>
                <a:latin typeface="Meiryo UI"/>
                <a:ea typeface="Meiryo UI"/>
              </a:rPr>
              <a:t>左図は通信の流れで右図はフォーマットを示していて、他にもエラー、タイミング、制御情報、セキュリティ等も含まれています。</a:t>
            </a:r>
            <a:br>
              <a:rPr sz="1800"/>
            </a:br>
            <a:endParaRPr lang="en-US" sz="1800" b="0" u="none" strike="noStrike">
              <a:solidFill>
                <a:srgbClr val="000000"/>
              </a:solidFill>
              <a:effectLst/>
              <a:uFillTx/>
              <a:latin typeface="Arial"/>
            </a:endParaRPr>
          </a:p>
          <a:p>
            <a:pPr defTabSz="914400">
              <a:lnSpc>
                <a:spcPct val="100000"/>
              </a:lnSpc>
            </a:pPr>
            <a:r>
              <a:rPr lang="ja-JP" sz="1800" b="0" u="none" strike="noStrike">
                <a:solidFill>
                  <a:schemeClr val="dk1"/>
                </a:solidFill>
                <a:effectLst/>
                <a:uFillTx/>
                <a:latin typeface="Meiryo UI"/>
                <a:ea typeface="Meiryo UI"/>
              </a:rPr>
              <a:t>正直、覚えきれないと思いますが、ただルールと説明されるより具体的なイメージが湧くと思います。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title" hasCustomPrompt="1"/>
          </p:nvPr>
        </p:nvSpPr>
        <p:spPr>
          <a:xfrm>
            <a:off x="594360" y="189720"/>
            <a:ext cx="456480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1</a:t>
            </a:r>
            <a:r>
              <a:rPr lang="zh-TW" sz="4400" b="1" u="none" spc="51" strike="noStrike">
                <a:solidFill>
                  <a:schemeClr val="dk1"/>
                </a:solidFill>
                <a:effectLst/>
                <a:uFillTx/>
                <a:latin typeface="Consolas"/>
                <a:ea typeface="Meiryo UI"/>
              </a:rPr>
              <a:t>層：物理層</a:t>
            </a:r>
            <a:endParaRPr lang="en-US" sz="4400" b="1" u="none" spc="51" strike="noStrike">
              <a:solidFill>
                <a:schemeClr val="dk1"/>
              </a:solidFill>
              <a:effectLst/>
              <a:uFillTx/>
              <a:latin typeface="Meiryo UI"/>
            </a:endParaRPr>
          </a:p>
        </p:txBody>
      </p:sp>
      <p:graphicFrame>
        <p:nvGraphicFramePr>
          <p:cNvPr id="531" name="表プレースホルダー 2"/>
          <p:cNvGraphicFramePr/>
          <p:nvPr/>
        </p:nvGraphicFramePr>
        <p:xfrm>
          <a:off x="594360" y="2400120"/>
          <a:ext cx="10727640" cy="3421800"/>
        </p:xfrm>
        <a:graphic>
          <a:graphicData uri="http://schemas.openxmlformats.org/drawingml/2006/table">
            <a:tbl>
              <a:tblPr/>
              <a:tblGrid>
                <a:gridCol w="3521880"/>
                <a:gridCol w="7206120"/>
              </a:tblGrid>
              <a:tr h="17503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IEEE802.3(</a:t>
                      </a:r>
                      <a:r>
                        <a:rPr lang="ja-JP" sz="2300" b="0" u="none" strike="noStrike">
                          <a:solidFill>
                            <a:schemeClr val="dk1"/>
                          </a:solidFill>
                          <a:effectLst/>
                          <a:uFillTx/>
                          <a:latin typeface="Meiryo UI"/>
                          <a:ea typeface="Meiryo UI"/>
                        </a:rPr>
                        <a:t>物理</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ケーブル</a:t>
                      </a:r>
                      <a:r>
                        <a:rPr lang="en-US" sz="2300" b="0" u="none" strike="noStrike">
                          <a:solidFill>
                            <a:schemeClr val="dk1"/>
                          </a:solidFill>
                          <a:effectLst/>
                          <a:uFillTx/>
                          <a:latin typeface="Meiryo UI"/>
                          <a:ea typeface="Meiryo UI"/>
                        </a:rPr>
                        <a:t>(UTP,STP) </a:t>
                      </a:r>
                      <a:r>
                        <a:rPr lang="ja-JP" sz="2300" b="0" u="none" strike="noStrike">
                          <a:solidFill>
                            <a:schemeClr val="dk1"/>
                          </a:solidFill>
                          <a:effectLst/>
                          <a:uFillTx/>
                          <a:latin typeface="Meiryo UI"/>
                          <a:ea typeface="Meiryo UI"/>
                        </a:rPr>
                        <a:t>や光ファイバーケーブル等の規格が規定されています。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6714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IEEE802.11(</a:t>
                      </a:r>
                      <a:r>
                        <a:rPr lang="ja-JP" sz="2300" b="0" u="none" strike="noStrike">
                          <a:solidFill>
                            <a:schemeClr val="dk1"/>
                          </a:solidFill>
                          <a:effectLst/>
                          <a:uFillTx/>
                          <a:latin typeface="Meiryo UI"/>
                          <a:ea typeface="Meiryo UI"/>
                        </a:rPr>
                        <a:t>無線</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無線</a:t>
                      </a: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技術の規格で見た目には見えない通信経路です。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
        <p:nvSpPr>
          <p:cNvPr id="532" name="四角形: 角を丸くする 10"/>
          <p:cNvSpPr/>
          <p:nvPr/>
        </p:nvSpPr>
        <p:spPr>
          <a:xfrm>
            <a:off x="5159160" y="538920"/>
            <a:ext cx="61624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データを物理的に届けられるように道を作ります。</a:t>
            </a:r>
            <a:br>
              <a:rPr sz="1800"/>
            </a:br>
            <a:r>
              <a:rPr lang="ja-JP" sz="1800" b="0" u="none" strike="noStrike">
                <a:solidFill>
                  <a:schemeClr val="dk1"/>
                </a:solidFill>
                <a:effectLst/>
                <a:uFillTx/>
                <a:latin typeface="Meiryo UI"/>
                <a:ea typeface="Meiryo UI"/>
              </a:rPr>
              <a:t>プロトコルとしては伝送方法や信号の形式が決められています。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title" hasCustomPrompt="1"/>
          </p:nvPr>
        </p:nvSpPr>
        <p:spPr>
          <a:xfrm>
            <a:off x="594360" y="189720"/>
            <a:ext cx="456480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2</a:t>
            </a:r>
            <a:r>
              <a:rPr lang="zh-TW" sz="4400" b="1" u="none" spc="51" strike="noStrike">
                <a:solidFill>
                  <a:schemeClr val="dk1"/>
                </a:solidFill>
                <a:effectLst/>
                <a:uFillTx/>
                <a:latin typeface="Consolas"/>
                <a:ea typeface="Meiryo UI"/>
              </a:rPr>
              <a:t>層：</a:t>
            </a:r>
            <a:br>
              <a:rPr sz="4400"/>
            </a:br>
            <a:r>
              <a:rPr lang="ja-JP" sz="4400" b="1" u="none" spc="51" strike="noStrike">
                <a:solidFill>
                  <a:schemeClr val="dk1"/>
                </a:solidFill>
                <a:effectLst/>
                <a:uFillTx/>
                <a:latin typeface="Consolas"/>
                <a:ea typeface="Meiryo UI"/>
              </a:rPr>
              <a:t>データリンク</a:t>
            </a:r>
            <a:r>
              <a:rPr lang="zh-TW" sz="4400" b="1" u="none" spc="51" strike="noStrike">
                <a:solidFill>
                  <a:schemeClr val="dk1"/>
                </a:solidFill>
                <a:effectLst/>
                <a:uFillTx/>
                <a:latin typeface="Consolas"/>
                <a:ea typeface="Meiryo UI"/>
              </a:rPr>
              <a:t>層</a:t>
            </a:r>
            <a:endParaRPr lang="en-US" sz="4400" b="1" u="none" spc="51" strike="noStrike">
              <a:solidFill>
                <a:schemeClr val="dk1"/>
              </a:solidFill>
              <a:effectLst/>
              <a:uFillTx/>
              <a:latin typeface="Meiryo UI"/>
            </a:endParaRPr>
          </a:p>
        </p:txBody>
      </p:sp>
      <p:graphicFrame>
        <p:nvGraphicFramePr>
          <p:cNvPr id="534" name="表プレースホルダー 2"/>
          <p:cNvGraphicFramePr/>
          <p:nvPr/>
        </p:nvGraphicFramePr>
        <p:xfrm>
          <a:off x="594360" y="2400120"/>
          <a:ext cx="10727640" cy="3741120"/>
        </p:xfrm>
        <a:graphic>
          <a:graphicData uri="http://schemas.openxmlformats.org/drawingml/2006/table">
            <a:tbl>
              <a:tblPr/>
              <a:tblGrid>
                <a:gridCol w="3521880"/>
                <a:gridCol w="7206120"/>
              </a:tblGrid>
              <a:tr h="1007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Ethernet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基本的な通信方式です。一般的には</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に渡されます。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094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ARP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L2</a:t>
                      </a:r>
                      <a:r>
                        <a:rPr lang="ja-JP" sz="2400" b="0" u="none" strike="noStrike">
                          <a:solidFill>
                            <a:schemeClr val="dk1"/>
                          </a:solidFill>
                          <a:effectLst/>
                          <a:uFillTx/>
                          <a:latin typeface="Meiryo UI"/>
                          <a:ea typeface="Meiryo UI"/>
                        </a:rPr>
                        <a:t>で動作して</a:t>
                      </a:r>
                      <a:r>
                        <a:rPr lang="en-US" sz="2400" b="0" u="none" strike="noStrike">
                          <a:solidFill>
                            <a:schemeClr val="dk1"/>
                          </a:solidFill>
                          <a:effectLst/>
                          <a:uFillTx/>
                          <a:latin typeface="Meiryo UI"/>
                          <a:ea typeface="Meiryo UI"/>
                        </a:rPr>
                        <a:t>L3</a:t>
                      </a:r>
                      <a:r>
                        <a:rPr lang="ja-JP" sz="2400" b="0" u="none" strike="noStrike">
                          <a:solidFill>
                            <a:schemeClr val="dk1"/>
                          </a:solidFill>
                          <a:effectLst/>
                          <a:uFillTx/>
                          <a:latin typeface="Meiryo UI"/>
                          <a:ea typeface="Meiryo UI"/>
                        </a:rPr>
                        <a:t>に引き継ぐ為のプロトコルで、</a:t>
                      </a:r>
                      <a:r>
                        <a:rPr lang="en-US" sz="2400" b="0" u="none" strike="noStrike">
                          <a:solidFill>
                            <a:schemeClr val="dk1"/>
                          </a:solidFill>
                          <a:effectLst/>
                          <a:uFillTx/>
                          <a:latin typeface="Meiryo UI"/>
                          <a:ea typeface="Meiryo UI"/>
                        </a:rPr>
                        <a:t>MAC</a:t>
                      </a:r>
                      <a:r>
                        <a:rPr lang="ja-JP" sz="2400" b="0" u="none" strike="noStrike">
                          <a:solidFill>
                            <a:schemeClr val="dk1"/>
                          </a:solidFill>
                          <a:effectLst/>
                          <a:uFillTx/>
                          <a:latin typeface="Meiryo UI"/>
                          <a:ea typeface="Meiryo UI"/>
                        </a:rPr>
                        <a:t>アドレスと</a:t>
                      </a:r>
                      <a:r>
                        <a:rPr lang="en-US" sz="2400" b="0" u="none" strike="noStrike">
                          <a:solidFill>
                            <a:schemeClr val="dk1"/>
                          </a:solidFill>
                          <a:effectLst/>
                          <a:uFillTx/>
                          <a:latin typeface="Meiryo UI"/>
                          <a:ea typeface="Meiryo UI"/>
                        </a:rPr>
                        <a:t>IP</a:t>
                      </a:r>
                      <a:r>
                        <a:rPr lang="ja-JP" sz="2400" b="0" u="none" strike="noStrike">
                          <a:solidFill>
                            <a:schemeClr val="dk1"/>
                          </a:solidFill>
                          <a:effectLst/>
                          <a:uFillTx/>
                          <a:latin typeface="Meiryo UI"/>
                          <a:ea typeface="Meiryo UI"/>
                        </a:rPr>
                        <a:t>アドレスを対応付けしてくれます。</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506600">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PPP</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ポイントトゥーポイントプロトコルです。点と点で通信をする方式で</a:t>
                      </a:r>
                      <a:r>
                        <a:rPr lang="en-US" sz="2300" b="0" u="none" strike="noStrike">
                          <a:solidFill>
                            <a:schemeClr val="dk1"/>
                          </a:solidFill>
                          <a:effectLst/>
                          <a:uFillTx/>
                          <a:latin typeface="Meiryo UI"/>
                          <a:ea typeface="Meiryo UI"/>
                        </a:rPr>
                        <a:t>ISDN</a:t>
                      </a:r>
                      <a:r>
                        <a:rPr lang="ja-JP" sz="2300" b="0" u="none" strike="noStrike">
                          <a:solidFill>
                            <a:schemeClr val="dk1"/>
                          </a:solidFill>
                          <a:effectLst/>
                          <a:uFillTx/>
                          <a:latin typeface="Meiryo UI"/>
                          <a:ea typeface="Meiryo UI"/>
                        </a:rPr>
                        <a:t>等の電話回線を通ります。</a:t>
                      </a:r>
                      <a:r>
                        <a:rPr lang="en-US" sz="2300" b="0" u="none" strike="noStrike">
                          <a:solidFill>
                            <a:schemeClr val="dk1"/>
                          </a:solidFill>
                          <a:effectLst/>
                          <a:uFillTx/>
                          <a:latin typeface="Meiryo UI"/>
                          <a:ea typeface="Meiryo UI"/>
                        </a:rPr>
                        <a:t>PPPoE</a:t>
                      </a:r>
                      <a:r>
                        <a:rPr lang="ja-JP" sz="2300" b="0" u="none" strike="noStrike">
                          <a:solidFill>
                            <a:schemeClr val="dk1"/>
                          </a:solidFill>
                          <a:effectLst/>
                          <a:uFillTx/>
                          <a:latin typeface="Meiryo UI"/>
                          <a:ea typeface="Meiryo UI"/>
                        </a:rPr>
                        <a:t>は</a:t>
                      </a:r>
                      <a:r>
                        <a:rPr lang="en-US" sz="2300" b="0" u="none" strike="noStrike">
                          <a:solidFill>
                            <a:schemeClr val="dk1"/>
                          </a:solidFill>
                          <a:effectLst/>
                          <a:uFillTx/>
                          <a:latin typeface="Meiryo UI"/>
                          <a:ea typeface="Meiryo UI"/>
                        </a:rPr>
                        <a:t>PPP</a:t>
                      </a:r>
                      <a:r>
                        <a:rPr lang="ja-JP" sz="2300" b="0" u="none" strike="noStrike">
                          <a:solidFill>
                            <a:schemeClr val="dk1"/>
                          </a:solidFill>
                          <a:effectLst/>
                          <a:uFillTx/>
                          <a:latin typeface="Meiryo UI"/>
                          <a:ea typeface="Meiryo UI"/>
                        </a:rPr>
                        <a:t>をイーサネットでも使えるようにする為のプロトコルです。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
        <p:nvSpPr>
          <p:cNvPr id="535" name="四角形: 角を丸くする 10"/>
          <p:cNvSpPr/>
          <p:nvPr/>
        </p:nvSpPr>
        <p:spPr>
          <a:xfrm>
            <a:off x="5763960" y="538920"/>
            <a:ext cx="55576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データリンク層は主に同一ネットワーク内での通信と</a:t>
            </a:r>
            <a:r>
              <a:rPr lang="en-US" sz="1800" b="0" u="none" strike="noStrike">
                <a:solidFill>
                  <a:schemeClr val="dk1"/>
                </a:solidFill>
                <a:effectLst/>
                <a:uFillTx/>
                <a:latin typeface="Meiryo UI"/>
                <a:ea typeface="Meiryo UI"/>
              </a:rPr>
              <a:t>MAC</a:t>
            </a:r>
            <a:r>
              <a:rPr lang="ja-JP" sz="1800" b="0" u="none" strike="noStrike">
                <a:solidFill>
                  <a:schemeClr val="dk1"/>
                </a:solidFill>
                <a:effectLst/>
                <a:uFillTx/>
                <a:latin typeface="Meiryo UI"/>
                <a:ea typeface="Meiryo UI"/>
              </a:rPr>
              <a:t>アドレスの制御をします。</a:t>
            </a:r>
            <a:endParaRPr lang="en-US" sz="1800" b="0" u="none" strike="noStrike">
              <a:solidFill>
                <a:srgbClr val="000000"/>
              </a:solidFill>
              <a:effectLst/>
              <a:uFillTx/>
              <a:latin typeface="Arial"/>
            </a:endParaRPr>
          </a:p>
          <a:p>
            <a:pPr algn="ctr" defTabSz="914400">
              <a:lnSpc>
                <a:spcPct val="100000"/>
              </a:lnSpc>
            </a:pPr>
            <a:r>
              <a:rPr lang="ja-JP" sz="1800" b="0" u="none" strike="noStrike">
                <a:solidFill>
                  <a:schemeClr val="dk1"/>
                </a:solidFill>
                <a:effectLst/>
                <a:uFillTx/>
                <a:latin typeface="Meiryo UI"/>
                <a:ea typeface="Meiryo UI"/>
              </a:rPr>
              <a:t>基本的に</a:t>
            </a:r>
            <a:r>
              <a:rPr lang="en-US" sz="1800" b="0" u="none" strike="noStrike">
                <a:solidFill>
                  <a:schemeClr val="dk1"/>
                </a:solidFill>
                <a:effectLst/>
                <a:uFillTx/>
                <a:latin typeface="Meiryo UI"/>
                <a:ea typeface="Meiryo UI"/>
              </a:rPr>
              <a:t>IP</a:t>
            </a:r>
            <a:r>
              <a:rPr lang="ja-JP" sz="1800" b="0" u="none" strike="noStrike">
                <a:solidFill>
                  <a:schemeClr val="dk1"/>
                </a:solidFill>
                <a:effectLst/>
                <a:uFillTx/>
                <a:latin typeface="Meiryo UI"/>
                <a:ea typeface="Meiryo UI"/>
              </a:rPr>
              <a:t>アドレスは見ないというのがポイントです。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title" hasCustomPrompt="1"/>
          </p:nvPr>
        </p:nvSpPr>
        <p:spPr>
          <a:xfrm>
            <a:off x="594360" y="189720"/>
            <a:ext cx="456480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3</a:t>
            </a:r>
            <a:r>
              <a:rPr lang="zh-TW" sz="4400" b="1" u="none" spc="51" strike="noStrike">
                <a:solidFill>
                  <a:schemeClr val="dk1"/>
                </a:solidFill>
                <a:effectLst/>
                <a:uFillTx/>
                <a:latin typeface="Consolas"/>
                <a:ea typeface="Meiryo UI"/>
              </a:rPr>
              <a:t>層：</a:t>
            </a:r>
            <a:br>
              <a:rPr sz="4400"/>
            </a:br>
            <a:r>
              <a:rPr lang="ja-JP" sz="4400" b="1" u="none" spc="51" strike="noStrike">
                <a:solidFill>
                  <a:schemeClr val="dk1"/>
                </a:solidFill>
                <a:effectLst/>
                <a:uFillTx/>
                <a:latin typeface="Consolas"/>
                <a:ea typeface="Meiryo UI"/>
              </a:rPr>
              <a:t>ネットワーク</a:t>
            </a:r>
            <a:r>
              <a:rPr lang="zh-TW" sz="4400" b="1" u="none" spc="51" strike="noStrike">
                <a:solidFill>
                  <a:schemeClr val="dk1"/>
                </a:solidFill>
                <a:effectLst/>
                <a:uFillTx/>
                <a:latin typeface="Consolas"/>
                <a:ea typeface="Meiryo UI"/>
              </a:rPr>
              <a:t>層</a:t>
            </a:r>
            <a:endParaRPr lang="en-US" sz="4400" b="1" u="none" spc="51" strike="noStrike">
              <a:solidFill>
                <a:schemeClr val="dk1"/>
              </a:solidFill>
              <a:effectLst/>
              <a:uFillTx/>
              <a:latin typeface="Meiryo UI"/>
            </a:endParaRPr>
          </a:p>
        </p:txBody>
      </p:sp>
      <p:graphicFrame>
        <p:nvGraphicFramePr>
          <p:cNvPr id="537" name="表プレースホルダー 2"/>
          <p:cNvGraphicFramePr/>
          <p:nvPr/>
        </p:nvGraphicFramePr>
        <p:xfrm>
          <a:off x="594360" y="2400120"/>
          <a:ext cx="10727640" cy="3004200"/>
        </p:xfrm>
        <a:graphic>
          <a:graphicData uri="http://schemas.openxmlformats.org/drawingml/2006/table">
            <a:tbl>
              <a:tblPr/>
              <a:tblGrid>
                <a:gridCol w="3521880"/>
                <a:gridCol w="7206120"/>
              </a:tblGrid>
              <a:tr h="10166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L3</a:t>
                      </a:r>
                      <a:r>
                        <a:rPr lang="ja-JP" sz="2300" b="0" u="none" strike="noStrike">
                          <a:solidFill>
                            <a:schemeClr val="dk1"/>
                          </a:solidFill>
                          <a:effectLst/>
                          <a:uFillTx/>
                          <a:latin typeface="Meiryo UI"/>
                          <a:ea typeface="Meiryo UI"/>
                        </a:rPr>
                        <a:t>での基本なプロトコルで</a:t>
                      </a:r>
                      <a:r>
                        <a:rPr lang="en-US" sz="2300" b="0" u="none" strike="noStrike">
                          <a:solidFill>
                            <a:schemeClr val="dk1"/>
                          </a:solidFill>
                          <a:effectLst/>
                          <a:uFillTx/>
                          <a:latin typeface="Meiryo UI"/>
                          <a:ea typeface="Meiryo UI"/>
                        </a:rPr>
                        <a:t>IPv4/IPv6</a:t>
                      </a:r>
                      <a:r>
                        <a:rPr lang="ja-JP" sz="2300" b="0" u="none" strike="noStrike">
                          <a:solidFill>
                            <a:schemeClr val="dk1"/>
                          </a:solidFill>
                          <a:effectLst/>
                          <a:uFillTx/>
                          <a:latin typeface="Meiryo UI"/>
                          <a:ea typeface="Meiryo UI"/>
                        </a:rPr>
                        <a:t>があります。下記のプロトコルも含めて土台として使用されます。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709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ICMP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主に</a:t>
                      </a:r>
                      <a:r>
                        <a:rPr lang="en-US" sz="2300" b="0" u="none" strike="noStrike">
                          <a:solidFill>
                            <a:schemeClr val="dk1"/>
                          </a:solidFill>
                          <a:effectLst/>
                          <a:uFillTx/>
                          <a:latin typeface="Meiryo UI"/>
                          <a:ea typeface="Meiryo UI"/>
                        </a:rPr>
                        <a:t>ping</a:t>
                      </a:r>
                      <a:r>
                        <a:rPr lang="ja-JP" sz="2300" b="0" u="none" strike="noStrike">
                          <a:solidFill>
                            <a:schemeClr val="dk1"/>
                          </a:solidFill>
                          <a:effectLst/>
                          <a:uFillTx/>
                          <a:latin typeface="Meiryo UI"/>
                          <a:ea typeface="Meiryo UI"/>
                        </a:rPr>
                        <a:t>や</a:t>
                      </a:r>
                      <a:r>
                        <a:rPr lang="en-US" sz="2300" b="0" u="none" strike="noStrike">
                          <a:solidFill>
                            <a:schemeClr val="dk1"/>
                          </a:solidFill>
                          <a:effectLst/>
                          <a:uFillTx/>
                          <a:latin typeface="Meiryo UI"/>
                          <a:ea typeface="Meiryo UI"/>
                        </a:rPr>
                        <a:t>traceroute</a:t>
                      </a:r>
                      <a:r>
                        <a:rPr lang="ja-JP" sz="2300" b="0" u="none" strike="noStrike">
                          <a:solidFill>
                            <a:schemeClr val="dk1"/>
                          </a:solidFill>
                          <a:effectLst/>
                          <a:uFillTx/>
                          <a:latin typeface="Meiryo UI"/>
                          <a:ea typeface="Meiryo UI"/>
                        </a:rPr>
                        <a:t>時に疎通確認で使われます。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0166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IPsec</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主に</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を暗号化するためにカプセル化する拡張プロトコルで</a:t>
                      </a:r>
                      <a:r>
                        <a:rPr lang="en-US" sz="2300" b="0" u="none" strike="noStrike">
                          <a:solidFill>
                            <a:schemeClr val="dk1"/>
                          </a:solidFill>
                          <a:effectLst/>
                          <a:uFillTx/>
                          <a:latin typeface="Meiryo UI"/>
                          <a:ea typeface="Meiryo UI"/>
                        </a:rPr>
                        <a:t>VPN(VirtualPrivateNetwork)</a:t>
                      </a:r>
                      <a:r>
                        <a:rPr lang="ja-JP" sz="2300" b="0" u="none" strike="noStrike">
                          <a:solidFill>
                            <a:schemeClr val="dk1"/>
                          </a:solidFill>
                          <a:effectLst/>
                          <a:uFillTx/>
                          <a:latin typeface="Meiryo UI"/>
                          <a:ea typeface="Meiryo UI"/>
                        </a:rPr>
                        <a:t>で使われます。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
        <p:nvSpPr>
          <p:cNvPr id="538" name="四角形: 角を丸くする 10"/>
          <p:cNvSpPr/>
          <p:nvPr/>
        </p:nvSpPr>
        <p:spPr>
          <a:xfrm>
            <a:off x="5763960" y="538920"/>
            <a:ext cx="55576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ネットワーク層は主にルーティングと論理アドレス（</a:t>
            </a:r>
            <a:r>
              <a:rPr lang="en-US" sz="1800" b="0" u="none" strike="noStrike">
                <a:solidFill>
                  <a:schemeClr val="dk1"/>
                </a:solidFill>
                <a:effectLst/>
                <a:uFillTx/>
                <a:latin typeface="Meiryo UI"/>
                <a:ea typeface="Meiryo UI"/>
              </a:rPr>
              <a:t>IP</a:t>
            </a:r>
            <a:r>
              <a:rPr lang="ja-JP" sz="1800" b="0" u="none" strike="noStrike">
                <a:solidFill>
                  <a:schemeClr val="dk1"/>
                </a:solidFill>
                <a:effectLst/>
                <a:uFillTx/>
                <a:latin typeface="Meiryo UI"/>
                <a:ea typeface="Meiryo UI"/>
              </a:rPr>
              <a:t>）の管理を担っています。</a:t>
            </a:r>
            <a:endParaRPr lang="en-US" sz="1800" b="0" u="none" strike="noStrike">
              <a:solidFill>
                <a:srgbClr val="000000"/>
              </a:solidFill>
              <a:effectLst/>
              <a:uFillTx/>
              <a:latin typeface="Arial"/>
            </a:endParaRPr>
          </a:p>
          <a:p>
            <a:pPr algn="ctr" defTabSz="914400">
              <a:lnSpc>
                <a:spcPct val="100000"/>
              </a:lnSpc>
            </a:pPr>
            <a:r>
              <a:rPr lang="ja-JP" sz="1800" b="0" u="none" strike="noStrike">
                <a:solidFill>
                  <a:schemeClr val="dk1"/>
                </a:solidFill>
                <a:effectLst/>
                <a:uFillTx/>
                <a:latin typeface="Meiryo UI"/>
                <a:ea typeface="Meiryo UI"/>
              </a:rPr>
              <a:t>イメージとしては経路と場所の確認です。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hasCustomPrompt="1"/>
          </p:nvPr>
        </p:nvSpPr>
        <p:spPr>
          <a:xfrm>
            <a:off x="594360" y="189720"/>
            <a:ext cx="456480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4</a:t>
            </a:r>
            <a:r>
              <a:rPr lang="zh-TW" sz="4400" b="1" u="none" spc="51" strike="noStrike">
                <a:solidFill>
                  <a:schemeClr val="dk1"/>
                </a:solidFill>
                <a:effectLst/>
                <a:uFillTx/>
                <a:latin typeface="Consolas"/>
                <a:ea typeface="Meiryo UI"/>
              </a:rPr>
              <a:t>層：</a:t>
            </a:r>
            <a:br>
              <a:rPr sz="4400"/>
            </a:br>
            <a:r>
              <a:rPr lang="ja-JP" sz="4400" b="1" u="none" spc="51" strike="noStrike">
                <a:solidFill>
                  <a:schemeClr val="dk1"/>
                </a:solidFill>
                <a:effectLst/>
                <a:uFillTx/>
                <a:latin typeface="Consolas"/>
                <a:ea typeface="Meiryo UI"/>
              </a:rPr>
              <a:t>トランスポート</a:t>
            </a:r>
            <a:r>
              <a:rPr lang="zh-TW" sz="4400" b="1" u="none" spc="51" strike="noStrike">
                <a:solidFill>
                  <a:schemeClr val="dk1"/>
                </a:solidFill>
                <a:effectLst/>
                <a:uFillTx/>
                <a:latin typeface="Consolas"/>
                <a:ea typeface="Meiryo UI"/>
              </a:rPr>
              <a:t>層</a:t>
            </a:r>
            <a:endParaRPr lang="en-US" sz="4400" b="1" u="none" spc="51" strike="noStrike">
              <a:solidFill>
                <a:schemeClr val="dk1"/>
              </a:solidFill>
              <a:effectLst/>
              <a:uFillTx/>
              <a:latin typeface="Meiryo UI"/>
            </a:endParaRPr>
          </a:p>
        </p:txBody>
      </p:sp>
      <p:graphicFrame>
        <p:nvGraphicFramePr>
          <p:cNvPr id="540" name="表プレースホルダー 2"/>
          <p:cNvGraphicFramePr/>
          <p:nvPr/>
        </p:nvGraphicFramePr>
        <p:xfrm>
          <a:off x="594360" y="2400120"/>
          <a:ext cx="10727640" cy="3330720"/>
        </p:xfrm>
        <a:graphic>
          <a:graphicData uri="http://schemas.openxmlformats.org/drawingml/2006/table">
            <a:tbl>
              <a:tblPr/>
              <a:tblGrid>
                <a:gridCol w="3521880"/>
                <a:gridCol w="7206120"/>
              </a:tblGrid>
              <a:tr h="16653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TCP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3</a:t>
                      </a:r>
                      <a:r>
                        <a:rPr lang="ja-JP" sz="2300" b="0" u="none" strike="noStrike">
                          <a:solidFill>
                            <a:schemeClr val="dk1"/>
                          </a:solidFill>
                          <a:effectLst/>
                          <a:uFillTx/>
                          <a:latin typeface="Meiryo UI"/>
                          <a:ea typeface="Meiryo UI"/>
                        </a:rPr>
                        <a:t>ウェイハンドシェイクを行うので信頼性が高いが遅い。</a:t>
                      </a:r>
                      <a:br>
                        <a:rPr sz="2300"/>
                      </a:br>
                      <a:r>
                        <a:rPr lang="ja-JP" sz="2300" b="0" u="none" strike="noStrike">
                          <a:solidFill>
                            <a:schemeClr val="dk1"/>
                          </a:solidFill>
                          <a:effectLst/>
                          <a:uFillTx/>
                          <a:latin typeface="Meiryo UI"/>
                          <a:ea typeface="Meiryo UI"/>
                        </a:rPr>
                        <a:t>情報が欠けるといけないもの</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6653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UDP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コネクションレスなので信頼性が低いが早い</a:t>
                      </a:r>
                      <a:br>
                        <a:rPr sz="2300"/>
                      </a:br>
                      <a:r>
                        <a:rPr lang="ja-JP" sz="2300" b="0" u="none" strike="noStrike">
                          <a:solidFill>
                            <a:schemeClr val="dk1"/>
                          </a:solidFill>
                          <a:effectLst/>
                          <a:uFillTx/>
                          <a:latin typeface="Meiryo UI"/>
                          <a:ea typeface="Meiryo UI"/>
                        </a:rPr>
                        <a:t>通話や動画等リアルタイム性の高いもの</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
        <p:nvSpPr>
          <p:cNvPr id="541" name="四角形: 角を丸くする 10"/>
          <p:cNvSpPr/>
          <p:nvPr/>
        </p:nvSpPr>
        <p:spPr>
          <a:xfrm>
            <a:off x="5763960" y="538920"/>
            <a:ext cx="55576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トランスポート層はエンドツーエンドの通信制御と信頼性の確保を行います。</a:t>
            </a:r>
            <a:br>
              <a:rPr sz="1800"/>
            </a:br>
            <a:r>
              <a:rPr lang="en-US" sz="1800" b="0" u="none" strike="noStrike">
                <a:solidFill>
                  <a:schemeClr val="dk1"/>
                </a:solidFill>
                <a:effectLst/>
                <a:uFillTx/>
                <a:latin typeface="Meiryo UI"/>
                <a:ea typeface="Meiryo UI"/>
              </a:rPr>
              <a:t>TCP</a:t>
            </a:r>
            <a:r>
              <a:rPr lang="ja-JP" sz="1800" b="0" u="none" strike="noStrike">
                <a:solidFill>
                  <a:schemeClr val="dk1"/>
                </a:solidFill>
                <a:effectLst/>
                <a:uFillTx/>
                <a:latin typeface="Meiryo UI"/>
                <a:ea typeface="Meiryo UI"/>
              </a:rPr>
              <a:t>と</a:t>
            </a:r>
            <a:r>
              <a:rPr lang="en-US" sz="1800" b="0" u="none" strike="noStrike">
                <a:solidFill>
                  <a:schemeClr val="dk1"/>
                </a:solidFill>
                <a:effectLst/>
                <a:uFillTx/>
                <a:latin typeface="Meiryo UI"/>
                <a:ea typeface="Meiryo UI"/>
              </a:rPr>
              <a:t>UDP</a:t>
            </a:r>
            <a:r>
              <a:rPr lang="ja-JP" sz="1800" b="0" u="none" strike="noStrike">
                <a:solidFill>
                  <a:schemeClr val="dk1"/>
                </a:solidFill>
                <a:effectLst/>
                <a:uFillTx/>
                <a:latin typeface="Meiryo UI"/>
                <a:ea typeface="Meiryo UI"/>
              </a:rPr>
              <a:t>だけ覚えれば大丈夫です。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title" hasCustomPrompt="1"/>
          </p:nvPr>
        </p:nvSpPr>
        <p:spPr>
          <a:xfrm>
            <a:off x="594360" y="189720"/>
            <a:ext cx="487512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5</a:t>
            </a:r>
            <a:r>
              <a:rPr lang="zh-TW" sz="4400" b="1" u="none" spc="51" strike="noStrike">
                <a:solidFill>
                  <a:schemeClr val="dk1"/>
                </a:solidFill>
                <a:effectLst/>
                <a:uFillTx/>
                <a:latin typeface="Consolas"/>
                <a:ea typeface="Meiryo UI"/>
              </a:rPr>
              <a:t>層：</a:t>
            </a:r>
            <a:r>
              <a:rPr lang="ja-JP" sz="4400" b="1" u="none" spc="51" strike="noStrike">
                <a:solidFill>
                  <a:schemeClr val="dk1"/>
                </a:solidFill>
                <a:effectLst/>
                <a:uFillTx/>
                <a:latin typeface="Consolas"/>
                <a:ea typeface="Meiryo UI"/>
              </a:rPr>
              <a:t>セッション</a:t>
            </a:r>
            <a:r>
              <a:rPr lang="zh-TW" sz="4400" b="1" u="none" spc="51" strike="noStrike">
                <a:solidFill>
                  <a:schemeClr val="dk1"/>
                </a:solidFill>
                <a:effectLst/>
                <a:uFillTx/>
                <a:latin typeface="Consolas"/>
                <a:ea typeface="Meiryo UI"/>
              </a:rPr>
              <a:t>層</a:t>
            </a:r>
            <a:endParaRPr lang="en-US" sz="4400" b="1" u="none" spc="51" strike="noStrike">
              <a:solidFill>
                <a:schemeClr val="dk1"/>
              </a:solidFill>
              <a:effectLst/>
              <a:uFillTx/>
              <a:latin typeface="Meiryo UI"/>
            </a:endParaRPr>
          </a:p>
        </p:txBody>
      </p:sp>
      <p:graphicFrame>
        <p:nvGraphicFramePr>
          <p:cNvPr id="543" name="表プレースホルダー 2"/>
          <p:cNvGraphicFramePr/>
          <p:nvPr/>
        </p:nvGraphicFramePr>
        <p:xfrm>
          <a:off x="594360" y="2400480"/>
          <a:ext cx="10727640" cy="818280"/>
        </p:xfrm>
        <a:graphic>
          <a:graphicData uri="http://schemas.openxmlformats.org/drawingml/2006/table">
            <a:tbl>
              <a:tblPr/>
              <a:tblGrid>
                <a:gridCol w="3521880"/>
                <a:gridCol w="7206120"/>
              </a:tblGrid>
              <a:tr h="7815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NetBios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セッション管理も含めた</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的なレガシーなプロトコル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
        <p:nvSpPr>
          <p:cNvPr id="544" name="四角形: 角を丸くする 10"/>
          <p:cNvSpPr/>
          <p:nvPr/>
        </p:nvSpPr>
        <p:spPr>
          <a:xfrm>
            <a:off x="5763960" y="538920"/>
            <a:ext cx="55576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セッション層は通信の開始・維持・終了の管理をします。</a:t>
            </a:r>
            <a:endParaRPr lang="en-US" sz="1800" b="0" u="none" strike="noStrike">
              <a:solidFill>
                <a:srgbClr val="000000"/>
              </a:solidFill>
              <a:effectLst/>
              <a:uFillTx/>
              <a:latin typeface="Arial"/>
            </a:endParaRPr>
          </a:p>
          <a:p>
            <a:pPr algn="ctr" defTabSz="914400">
              <a:lnSpc>
                <a:spcPct val="100000"/>
              </a:lnSpc>
            </a:pPr>
            <a:r>
              <a:rPr lang="ja-JP" sz="1800" b="0" u="none" strike="noStrike">
                <a:solidFill>
                  <a:schemeClr val="dk1"/>
                </a:solidFill>
                <a:effectLst/>
                <a:uFillTx/>
                <a:latin typeface="Meiryo UI"/>
                <a:ea typeface="Meiryo UI"/>
              </a:rPr>
              <a:t>ただし現在はほぼその役割を</a:t>
            </a:r>
            <a:r>
              <a:rPr lang="en-US" sz="1800" b="0" u="none" strike="noStrike">
                <a:solidFill>
                  <a:schemeClr val="dk1"/>
                </a:solidFill>
                <a:effectLst/>
                <a:uFillTx/>
                <a:latin typeface="Meiryo UI"/>
                <a:ea typeface="Meiryo UI"/>
              </a:rPr>
              <a:t>TCP</a:t>
            </a:r>
            <a:r>
              <a:rPr lang="ja-JP" sz="1800" b="0" u="none" strike="noStrike">
                <a:solidFill>
                  <a:schemeClr val="dk1"/>
                </a:solidFill>
                <a:effectLst/>
                <a:uFillTx/>
                <a:latin typeface="Meiryo UI"/>
                <a:ea typeface="Meiryo UI"/>
              </a:rPr>
              <a:t>が担っているもしくはアプリケーション独自のセッション管理をします。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title" hasCustomPrompt="1"/>
          </p:nvPr>
        </p:nvSpPr>
        <p:spPr>
          <a:xfrm>
            <a:off x="594360" y="189720"/>
            <a:ext cx="489132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6</a:t>
            </a:r>
            <a:r>
              <a:rPr lang="zh-TW" sz="4400" b="1" u="none" spc="51" strike="noStrike">
                <a:solidFill>
                  <a:schemeClr val="dk1"/>
                </a:solidFill>
                <a:effectLst/>
                <a:uFillTx/>
                <a:latin typeface="Consolas"/>
                <a:ea typeface="Meiryo UI"/>
              </a:rPr>
              <a:t>層：</a:t>
            </a:r>
            <a:br>
              <a:rPr sz="4400"/>
            </a:br>
            <a:r>
              <a:rPr lang="ja-JP" sz="4400" b="1" u="none" spc="51" strike="noStrike">
                <a:solidFill>
                  <a:schemeClr val="dk1"/>
                </a:solidFill>
                <a:effectLst/>
                <a:uFillTx/>
                <a:latin typeface="Consolas"/>
                <a:ea typeface="Meiryo UI"/>
              </a:rPr>
              <a:t>プレゼンテーション</a:t>
            </a:r>
            <a:r>
              <a:rPr lang="zh-TW" sz="4400" b="1" u="none" spc="51" strike="noStrike">
                <a:solidFill>
                  <a:schemeClr val="dk1"/>
                </a:solidFill>
                <a:effectLst/>
                <a:uFillTx/>
                <a:latin typeface="Consolas"/>
                <a:ea typeface="Meiryo UI"/>
              </a:rPr>
              <a:t>層</a:t>
            </a:r>
            <a:endParaRPr lang="en-US" sz="4400" b="1" u="none" spc="51" strike="noStrike">
              <a:solidFill>
                <a:schemeClr val="dk1"/>
              </a:solidFill>
              <a:effectLst/>
              <a:uFillTx/>
              <a:latin typeface="Meiryo UI"/>
            </a:endParaRPr>
          </a:p>
        </p:txBody>
      </p:sp>
      <p:graphicFrame>
        <p:nvGraphicFramePr>
          <p:cNvPr id="546" name="表プレースホルダー 2"/>
          <p:cNvGraphicFramePr/>
          <p:nvPr/>
        </p:nvGraphicFramePr>
        <p:xfrm>
          <a:off x="594360" y="2400120"/>
          <a:ext cx="10727640" cy="3411720"/>
        </p:xfrm>
        <a:graphic>
          <a:graphicData uri="http://schemas.openxmlformats.org/drawingml/2006/table">
            <a:tbl>
              <a:tblPr/>
              <a:tblGrid>
                <a:gridCol w="3521880"/>
                <a:gridCol w="7206120"/>
              </a:tblGrid>
              <a:tr h="11196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SSL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暗号化用のプロトコルで現在では</a:t>
                      </a:r>
                      <a:br>
                        <a:rPr sz="2300"/>
                      </a:br>
                      <a:r>
                        <a:rPr lang="ja-JP" sz="2300" b="0" u="none" strike="noStrike">
                          <a:solidFill>
                            <a:schemeClr val="dk1"/>
                          </a:solidFill>
                          <a:effectLst/>
                          <a:uFillTx/>
                          <a:latin typeface="Meiryo UI"/>
                          <a:ea typeface="Meiryo UI"/>
                        </a:rPr>
                        <a:t>ほとんど使われないレガシーな技術です。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1196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TLS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SSL</a:t>
                      </a:r>
                      <a:r>
                        <a:rPr lang="ja-JP" sz="2300" b="0" u="none" strike="noStrike">
                          <a:solidFill>
                            <a:schemeClr val="dk1"/>
                          </a:solidFill>
                          <a:effectLst/>
                          <a:uFillTx/>
                          <a:latin typeface="Meiryo UI"/>
                          <a:ea typeface="Meiryo UI"/>
                        </a:rPr>
                        <a:t>の後継プロトコルで、現在はほとんどの</a:t>
                      </a:r>
                      <a:br>
                        <a:rPr sz="2300"/>
                      </a:br>
                      <a:r>
                        <a:rPr lang="ja-JP" sz="2300" b="0" u="none" strike="noStrike">
                          <a:solidFill>
                            <a:schemeClr val="dk1"/>
                          </a:solidFill>
                          <a:effectLst/>
                          <a:uFillTx/>
                          <a:latin typeface="Meiryo UI"/>
                          <a:ea typeface="Meiryo UI"/>
                        </a:rPr>
                        <a:t>暗号化通信で</a:t>
                      </a:r>
                      <a:r>
                        <a:rPr lang="en-US" sz="2300" b="0" u="none" strike="noStrike">
                          <a:solidFill>
                            <a:schemeClr val="dk1"/>
                          </a:solidFill>
                          <a:effectLst/>
                          <a:uFillTx/>
                          <a:latin typeface="Meiryo UI"/>
                          <a:ea typeface="Meiryo UI"/>
                        </a:rPr>
                        <a:t>TLS</a:t>
                      </a:r>
                      <a:r>
                        <a:rPr lang="ja-JP" sz="2300" b="0" u="none" strike="noStrike">
                          <a:solidFill>
                            <a:schemeClr val="dk1"/>
                          </a:solidFill>
                          <a:effectLst/>
                          <a:uFillTx/>
                          <a:latin typeface="Meiryo UI"/>
                          <a:ea typeface="Meiryo UI"/>
                        </a:rPr>
                        <a:t>が使用されます。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11725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TLS/SSL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一般的な表記で上の二つのどちらかというようなニュアンスです。</a:t>
                      </a:r>
                      <a:br>
                        <a:rPr sz="2300"/>
                      </a:br>
                      <a:r>
                        <a:rPr lang="ja-JP" sz="2300" b="0" u="none" strike="noStrike">
                          <a:solidFill>
                            <a:schemeClr val="dk1"/>
                          </a:solidFill>
                          <a:effectLst/>
                          <a:uFillTx/>
                          <a:latin typeface="Meiryo UI"/>
                          <a:ea typeface="Meiryo UI"/>
                        </a:rPr>
                        <a:t>まとまった表記ですが別の技術です。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
        <p:nvSpPr>
          <p:cNvPr id="547" name="四角形: 角を丸くする 10"/>
          <p:cNvSpPr/>
          <p:nvPr/>
        </p:nvSpPr>
        <p:spPr>
          <a:xfrm>
            <a:off x="5763960" y="538920"/>
            <a:ext cx="55576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プレゼンテーション層は文字コードの変換や暗号化と復号、データ圧縮を管理しますが、暗号化以外はアプリケーション層が担う事が殆どです。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title" hasCustomPrompt="1"/>
          </p:nvPr>
        </p:nvSpPr>
        <p:spPr>
          <a:xfrm>
            <a:off x="594360" y="189720"/>
            <a:ext cx="5165640" cy="1592640"/>
          </a:xfrm>
          <a:prstGeom prst="rect">
            <a:avLst/>
          </a:prstGeom>
          <a:noFill/>
          <a:ln w="0">
            <a:noFill/>
          </a:ln>
        </p:spPr>
        <p:txBody>
          <a:bodyPr lIns="0" tIns="0" rIns="0" bIns="0" anchor="b">
            <a:noAutofit/>
          </a:bodyPr>
          <a:p>
            <a:pPr indent="0" algn="l" defTabSz="914400">
              <a:lnSpc>
                <a:spcPct val="80000"/>
              </a:lnSpc>
              <a:buNone/>
              <a:tabLst>
                <a:tab pos="0" algn="l"/>
              </a:tabLst>
            </a:pPr>
            <a:r>
              <a:rPr lang="zh-TW" sz="4400" b="1" u="none" spc="51" strike="noStrike">
                <a:solidFill>
                  <a:schemeClr val="dk1"/>
                </a:solidFill>
                <a:effectLst/>
                <a:uFillTx/>
                <a:latin typeface="Consolas"/>
                <a:ea typeface="Meiryo UI"/>
              </a:rPr>
              <a:t>第</a:t>
            </a:r>
            <a:r>
              <a:rPr lang="en-US" sz="4400" b="1" u="none" spc="51" strike="noStrike">
                <a:solidFill>
                  <a:schemeClr val="dk1"/>
                </a:solidFill>
                <a:effectLst/>
                <a:uFillTx/>
                <a:latin typeface="Consolas"/>
                <a:ea typeface="Meiryo UI"/>
              </a:rPr>
              <a:t>7</a:t>
            </a:r>
            <a:r>
              <a:rPr lang="zh-TW" sz="4400" b="1" u="none" spc="51" strike="noStrike">
                <a:solidFill>
                  <a:schemeClr val="dk1"/>
                </a:solidFill>
                <a:effectLst/>
                <a:uFillTx/>
                <a:latin typeface="Consolas"/>
                <a:ea typeface="Meiryo UI"/>
              </a:rPr>
              <a:t>層：</a:t>
            </a:r>
            <a:br>
              <a:rPr sz="4400"/>
            </a:br>
            <a:r>
              <a:rPr lang="ja-JP" sz="4400" b="1" u="none" spc="51" strike="noStrike">
                <a:solidFill>
                  <a:schemeClr val="dk1"/>
                </a:solidFill>
                <a:effectLst/>
                <a:uFillTx/>
                <a:latin typeface="Consolas"/>
                <a:ea typeface="Meiryo UI"/>
              </a:rPr>
              <a:t>アプリケーション</a:t>
            </a:r>
            <a:r>
              <a:rPr lang="zh-TW" sz="4400" b="1" u="none" spc="51" strike="noStrike">
                <a:solidFill>
                  <a:schemeClr val="dk1"/>
                </a:solidFill>
                <a:effectLst/>
                <a:uFillTx/>
                <a:latin typeface="Consolas"/>
                <a:ea typeface="Meiryo UI"/>
              </a:rPr>
              <a:t>層</a:t>
            </a:r>
            <a:endParaRPr lang="en-US" sz="4400" b="1" u="none" spc="51" strike="noStrike">
              <a:solidFill>
                <a:schemeClr val="dk1"/>
              </a:solidFill>
              <a:effectLst/>
              <a:uFillTx/>
              <a:latin typeface="Meiryo UI"/>
            </a:endParaRPr>
          </a:p>
        </p:txBody>
      </p:sp>
      <p:graphicFrame>
        <p:nvGraphicFramePr>
          <p:cNvPr id="549" name="表プレースホルダー 2"/>
          <p:cNvGraphicFramePr/>
          <p:nvPr/>
        </p:nvGraphicFramePr>
        <p:xfrm>
          <a:off x="594360" y="2447640"/>
          <a:ext cx="10727280" cy="3990960"/>
        </p:xfrm>
        <a:graphic>
          <a:graphicData uri="http://schemas.openxmlformats.org/drawingml/2006/table">
            <a:tbl>
              <a:tblPr/>
              <a:tblGrid>
                <a:gridCol w="3405960"/>
                <a:gridCol w="7321680"/>
              </a:tblGrid>
              <a:tr h="7581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HTTP/HTTPS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1800" b="0" u="none" strike="noStrike">
                          <a:solidFill>
                            <a:schemeClr val="dk1"/>
                          </a:solidFill>
                          <a:effectLst/>
                          <a:uFillTx/>
                          <a:latin typeface="Meiryo UI"/>
                          <a:ea typeface="Meiryo UI"/>
                        </a:rPr>
                        <a:t>Web</a:t>
                      </a:r>
                      <a:r>
                        <a:rPr lang="ja-JP" sz="1800" b="0" u="none" strike="noStrike">
                          <a:solidFill>
                            <a:schemeClr val="dk1"/>
                          </a:solidFill>
                          <a:effectLst/>
                          <a:uFillTx/>
                          <a:latin typeface="Meiryo UI"/>
                          <a:ea typeface="Meiryo UI"/>
                        </a:rPr>
                        <a:t>サイト閲覧用のプロトコルです。現代のブラウザでは</a:t>
                      </a:r>
                      <a:r>
                        <a:rPr lang="en-US" sz="1800" b="0" u="none" strike="noStrike">
                          <a:solidFill>
                            <a:schemeClr val="dk1"/>
                          </a:solidFill>
                          <a:effectLst/>
                          <a:uFillTx/>
                          <a:latin typeface="Meiryo UI"/>
                          <a:ea typeface="Meiryo UI"/>
                        </a:rPr>
                        <a:t>HTTP</a:t>
                      </a:r>
                      <a:r>
                        <a:rPr lang="ja-JP" sz="1800" b="0" u="none" strike="noStrike">
                          <a:solidFill>
                            <a:schemeClr val="dk1"/>
                          </a:solidFill>
                          <a:effectLst/>
                          <a:uFillTx/>
                          <a:latin typeface="Meiryo UI"/>
                          <a:ea typeface="Meiryo UI"/>
                        </a:rPr>
                        <a:t>だと警告されることが多いので</a:t>
                      </a:r>
                      <a:r>
                        <a:rPr lang="en-US" sz="1800" b="0" u="none" strike="noStrike">
                          <a:solidFill>
                            <a:schemeClr val="dk1"/>
                          </a:solidFill>
                          <a:effectLst/>
                          <a:uFillTx/>
                          <a:latin typeface="Meiryo UI"/>
                          <a:ea typeface="Meiryo UI"/>
                        </a:rPr>
                        <a:t>HTTPS</a:t>
                      </a:r>
                      <a:r>
                        <a:rPr lang="ja-JP" sz="1800" b="0" u="none" strike="noStrike">
                          <a:solidFill>
                            <a:schemeClr val="dk1"/>
                          </a:solidFill>
                          <a:effectLst/>
                          <a:uFillTx/>
                          <a:latin typeface="Meiryo UI"/>
                          <a:ea typeface="Meiryo UI"/>
                        </a:rPr>
                        <a:t>が主流です。</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365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FTP/FTPS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1800" b="0" u="none" strike="noStrike">
                          <a:solidFill>
                            <a:schemeClr val="dk1"/>
                          </a:solidFill>
                          <a:effectLst/>
                          <a:uFillTx/>
                          <a:latin typeface="Meiryo UI"/>
                          <a:ea typeface="Meiryo UI"/>
                        </a:rPr>
                        <a:t>ファイル転送用のプロトコルです。</a:t>
                      </a:r>
                      <a:r>
                        <a:rPr lang="en-US" sz="1800" b="0" u="none" strike="noStrike">
                          <a:solidFill>
                            <a:schemeClr val="dk1"/>
                          </a:solidFill>
                          <a:effectLst/>
                          <a:uFillTx/>
                          <a:latin typeface="Meiryo UI"/>
                          <a:ea typeface="Meiryo UI"/>
                        </a:rPr>
                        <a:t>SFTP</a:t>
                      </a:r>
                      <a:r>
                        <a:rPr lang="ja-JP" sz="1800" b="0" u="none" strike="noStrike">
                          <a:solidFill>
                            <a:schemeClr val="dk1"/>
                          </a:solidFill>
                          <a:effectLst/>
                          <a:uFillTx/>
                          <a:latin typeface="Meiryo UI"/>
                          <a:ea typeface="Meiryo UI"/>
                        </a:rPr>
                        <a:t>というファイル転送用のプロトコルもありますが、中身は別物で後述の</a:t>
                      </a:r>
                      <a:r>
                        <a:rPr lang="en-US" sz="1800" b="0" u="none" strike="noStrike">
                          <a:solidFill>
                            <a:schemeClr val="dk1"/>
                          </a:solidFill>
                          <a:effectLst/>
                          <a:uFillTx/>
                          <a:latin typeface="Meiryo UI"/>
                          <a:ea typeface="Meiryo UI"/>
                        </a:rPr>
                        <a:t>SSH</a:t>
                      </a:r>
                      <a:r>
                        <a:rPr lang="ja-JP" sz="1800" b="0" u="none" strike="noStrike">
                          <a:solidFill>
                            <a:schemeClr val="dk1"/>
                          </a:solidFill>
                          <a:effectLst/>
                          <a:uFillTx/>
                          <a:latin typeface="Meiryo UI"/>
                          <a:ea typeface="Meiryo UI"/>
                        </a:rPr>
                        <a:t>ベースです。</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43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Telnet/SSH</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1800" b="0" u="none" strike="noStrike">
                          <a:solidFill>
                            <a:schemeClr val="dk1"/>
                          </a:solidFill>
                          <a:effectLst/>
                          <a:uFillTx/>
                          <a:latin typeface="Meiryo UI"/>
                          <a:ea typeface="Meiryo UI"/>
                        </a:rPr>
                        <a:t>リモートコントロールする為のプロトコルで</a:t>
                      </a:r>
                      <a:r>
                        <a:rPr lang="en-US" sz="1800" b="0" u="none" strike="noStrike">
                          <a:solidFill>
                            <a:schemeClr val="dk1"/>
                          </a:solidFill>
                          <a:effectLst/>
                          <a:uFillTx/>
                          <a:latin typeface="Meiryo UI"/>
                          <a:ea typeface="Meiryo UI"/>
                        </a:rPr>
                        <a:t>Telnet</a:t>
                      </a:r>
                      <a:r>
                        <a:rPr lang="ja-JP" sz="1800" b="0" u="none" strike="noStrike">
                          <a:solidFill>
                            <a:schemeClr val="dk1"/>
                          </a:solidFill>
                          <a:effectLst/>
                          <a:uFillTx/>
                          <a:latin typeface="Meiryo UI"/>
                          <a:ea typeface="Meiryo UI"/>
                        </a:rPr>
                        <a:t>は暗号なしで</a:t>
                      </a:r>
                      <a:r>
                        <a:rPr lang="en-US" sz="1800" b="0" u="none" strike="noStrike">
                          <a:solidFill>
                            <a:schemeClr val="dk1"/>
                          </a:solidFill>
                          <a:effectLst/>
                          <a:uFillTx/>
                          <a:latin typeface="Meiryo UI"/>
                          <a:ea typeface="Meiryo UI"/>
                        </a:rPr>
                        <a:t>SSH</a:t>
                      </a:r>
                      <a:r>
                        <a:rPr lang="ja-JP" sz="1800" b="0" u="none" strike="noStrike">
                          <a:solidFill>
                            <a:schemeClr val="dk1"/>
                          </a:solidFill>
                          <a:effectLst/>
                          <a:uFillTx/>
                          <a:latin typeface="Meiryo UI"/>
                          <a:ea typeface="Meiryo UI"/>
                        </a:rPr>
                        <a:t>は暗号化ありという認識で大丈夫ですが、上の</a:t>
                      </a:r>
                      <a:r>
                        <a:rPr lang="en-US" sz="1800" b="0" u="none" strike="noStrike">
                          <a:solidFill>
                            <a:schemeClr val="dk1"/>
                          </a:solidFill>
                          <a:effectLst/>
                          <a:uFillTx/>
                          <a:latin typeface="Meiryo UI"/>
                          <a:ea typeface="Meiryo UI"/>
                        </a:rPr>
                        <a:t>2</a:t>
                      </a:r>
                      <a:r>
                        <a:rPr lang="ja-JP" sz="1800" b="0" u="none" strike="noStrike">
                          <a:solidFill>
                            <a:schemeClr val="dk1"/>
                          </a:solidFill>
                          <a:effectLst/>
                          <a:uFillTx/>
                          <a:latin typeface="Meiryo UI"/>
                          <a:ea typeface="Meiryo UI"/>
                        </a:rPr>
                        <a:t>つとは異なり両者の関係は全く別技術です。</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845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DNS/DHCP/NTP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1800" b="0" u="none" strike="noStrike">
                          <a:solidFill>
                            <a:schemeClr val="dk1"/>
                          </a:solidFill>
                          <a:effectLst/>
                          <a:uFillTx/>
                          <a:latin typeface="Meiryo UI"/>
                          <a:ea typeface="Meiryo UI"/>
                        </a:rPr>
                        <a:t>DNS/DHCP</a:t>
                      </a:r>
                      <a:r>
                        <a:rPr lang="ja-JP" sz="1800" b="0" u="none" strike="noStrike">
                          <a:solidFill>
                            <a:schemeClr val="dk1"/>
                          </a:solidFill>
                          <a:effectLst/>
                          <a:uFillTx/>
                          <a:latin typeface="Meiryo UI"/>
                          <a:ea typeface="Meiryo UI"/>
                        </a:rPr>
                        <a:t>については割愛させていただます。</a:t>
                      </a:r>
                      <a:r>
                        <a:rPr lang="en-US" sz="1800" b="0" u="none" strike="noStrike">
                          <a:solidFill>
                            <a:schemeClr val="dk1"/>
                          </a:solidFill>
                          <a:effectLst/>
                          <a:uFillTx/>
                          <a:latin typeface="Meiryo UI"/>
                          <a:ea typeface="Meiryo UI"/>
                        </a:rPr>
                        <a:t>NTP(Network Time Protocol)</a:t>
                      </a:r>
                      <a:r>
                        <a:rPr lang="ja-JP" sz="1800" b="0" u="none" strike="noStrike">
                          <a:solidFill>
                            <a:schemeClr val="dk1"/>
                          </a:solidFill>
                          <a:effectLst/>
                          <a:uFillTx/>
                          <a:latin typeface="Meiryo UI"/>
                          <a:ea typeface="Meiryo UI"/>
                        </a:rPr>
                        <a:t>は時間を管理してくれてこれによち</a:t>
                      </a:r>
                      <a:r>
                        <a:rPr lang="en-US" sz="1800" b="0" u="none" strike="noStrike">
                          <a:solidFill>
                            <a:schemeClr val="dk1"/>
                          </a:solidFill>
                          <a:effectLst/>
                          <a:uFillTx/>
                          <a:latin typeface="Meiryo UI"/>
                          <a:ea typeface="Meiryo UI"/>
                        </a:rPr>
                        <a:t>PC</a:t>
                      </a:r>
                      <a:r>
                        <a:rPr lang="ja-JP" sz="1800" b="0" u="none" strike="noStrike">
                          <a:solidFill>
                            <a:schemeClr val="dk1"/>
                          </a:solidFill>
                          <a:effectLst/>
                          <a:uFillTx/>
                          <a:latin typeface="Meiryo UI"/>
                          <a:ea typeface="Meiryo UI"/>
                        </a:rPr>
                        <a:t>が正しい時間を取得できます。</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148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POP3/SMTP/IMAP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ja-JP" sz="1800" b="0" u="none" strike="noStrike">
                          <a:solidFill>
                            <a:schemeClr val="dk1"/>
                          </a:solidFill>
                          <a:effectLst/>
                          <a:uFillTx/>
                          <a:latin typeface="Meiryo UI"/>
                          <a:ea typeface="Meiryo UI"/>
                        </a:rPr>
                        <a:t>メール関連のプロトコルです。名前だけ覚えて下さい。</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
        <p:nvSpPr>
          <p:cNvPr id="550" name="四角形: 角を丸くする 10"/>
          <p:cNvSpPr/>
          <p:nvPr/>
        </p:nvSpPr>
        <p:spPr>
          <a:xfrm>
            <a:off x="5763960" y="303840"/>
            <a:ext cx="5557680" cy="1713960"/>
          </a:xfrm>
          <a:prstGeom prst="roundRect">
            <a:avLst>
              <a:gd name="adj" fmla="val 50000"/>
            </a:avLst>
          </a:prstGeom>
          <a:solidFill>
            <a:srgbClr val="FFFFFF"/>
          </a:solidFill>
          <a:ln>
            <a:solidFill>
              <a:srgbClr val="F9D448"/>
            </a:solidFill>
          </a:ln>
        </p:spPr>
        <p:style>
          <a:lnRef idx="2">
            <a:schemeClr val="accent6"/>
          </a:lnRef>
          <a:fillRef idx="1">
            <a:schemeClr val="lt1"/>
          </a:fillRef>
          <a:effectRef idx="0">
            <a:schemeClr val="accent6"/>
          </a:effectRef>
          <a:fontRef idx="minor"/>
        </p:style>
        <p:txBody>
          <a:bodyPr lIns="90000" tIns="45000" rIns="90000" bIns="45000" anchor="ctr">
            <a:noAutofit/>
          </a:bodyPr>
          <a:p>
            <a:pPr algn="ctr" defTabSz="914400">
              <a:lnSpc>
                <a:spcPct val="100000"/>
              </a:lnSpc>
            </a:pPr>
            <a:r>
              <a:rPr lang="ja-JP" sz="1800" b="0" u="none" strike="noStrike">
                <a:solidFill>
                  <a:schemeClr val="dk1"/>
                </a:solidFill>
                <a:effectLst/>
                <a:uFillTx/>
                <a:latin typeface="Meiryo UI"/>
                <a:ea typeface="Meiryo UI"/>
              </a:rPr>
              <a:t>アプリケーション層はユーザーやアプリケーション</a:t>
            </a:r>
            <a:r>
              <a:rPr lang="ja-JP" sz="1800" b="0" u="none" strike="noStrike">
                <a:solidFill>
                  <a:schemeClr val="dk1"/>
                </a:solidFill>
                <a:effectLst/>
                <a:uFillTx/>
                <a:latin typeface="Meiryo UI"/>
                <a:ea typeface="Meiryo UI"/>
              </a:rPr>
              <a:t>が直接利用する通信です。</a:t>
            </a:r>
            <a:br>
              <a:rPr sz="1800"/>
            </a:br>
            <a:r>
              <a:rPr lang="ja-JP" sz="1800" b="0" u="none" strike="noStrike">
                <a:solidFill>
                  <a:schemeClr val="dk1"/>
                </a:solidFill>
                <a:effectLst/>
                <a:uFillTx/>
                <a:latin typeface="Meiryo UI"/>
                <a:ea typeface="Meiryo UI"/>
              </a:rPr>
              <a:t>覚えるポイントとして最後に</a:t>
            </a:r>
            <a:r>
              <a:rPr lang="en-US" sz="1800" b="0" u="none" strike="noStrike">
                <a:solidFill>
                  <a:schemeClr val="dk1"/>
                </a:solidFill>
                <a:effectLst/>
                <a:uFillTx/>
                <a:latin typeface="Meiryo UI"/>
                <a:ea typeface="Meiryo UI"/>
              </a:rPr>
              <a:t>S</a:t>
            </a:r>
            <a:r>
              <a:rPr lang="ja-JP" sz="1800" b="0" u="none" strike="noStrike">
                <a:solidFill>
                  <a:schemeClr val="dk1"/>
                </a:solidFill>
                <a:effectLst/>
                <a:uFillTx/>
                <a:latin typeface="Meiryo UI"/>
                <a:ea typeface="Meiryo UI"/>
              </a:rPr>
              <a:t>がつくプロトコルは</a:t>
            </a:r>
            <a:r>
              <a:rPr lang="en-US" sz="1800" b="0" u="none" strike="noStrike">
                <a:solidFill>
                  <a:schemeClr val="dk1"/>
                </a:solidFill>
                <a:effectLst/>
                <a:uFillTx/>
                <a:latin typeface="Meiryo UI"/>
                <a:ea typeface="Meiryo UI"/>
              </a:rPr>
              <a:t>overTLS</a:t>
            </a:r>
            <a:r>
              <a:rPr lang="ja-JP" sz="1800" b="0" u="none" strike="noStrike">
                <a:solidFill>
                  <a:schemeClr val="dk1"/>
                </a:solidFill>
                <a:effectLst/>
                <a:uFillTx/>
                <a:latin typeface="Meiryo UI"/>
                <a:ea typeface="Meiryo UI"/>
              </a:rPr>
              <a:t>というのが多く</a:t>
            </a:r>
            <a:r>
              <a:rPr lang="en-US" sz="1800" b="0" u="none" strike="noStrike">
                <a:solidFill>
                  <a:schemeClr val="dk1"/>
                </a:solidFill>
                <a:effectLst/>
                <a:uFillTx/>
                <a:latin typeface="Meiryo UI"/>
                <a:ea typeface="Meiryo UI"/>
              </a:rPr>
              <a:t>TLS</a:t>
            </a:r>
            <a:r>
              <a:rPr lang="ja-JP" sz="1800" b="0" u="none" strike="noStrike">
                <a:solidFill>
                  <a:schemeClr val="dk1"/>
                </a:solidFill>
                <a:effectLst/>
                <a:uFillTx/>
                <a:latin typeface="Meiryo UI"/>
                <a:ea typeface="Meiryo UI"/>
              </a:rPr>
              <a:t>を経由します。</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それ以外の押さえておくべき技術</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2" name="PlaceHolder 1"/>
          <p:cNvSpPr>
            <a:spLocks noGrp="1"/>
          </p:cNvSpPr>
          <p:nvPr>
            <p:ph type="title" hasCustomPrompt="1"/>
          </p:nvPr>
        </p:nvSpPr>
        <p:spPr>
          <a:xfrm>
            <a:off x="6300000" y="430560"/>
            <a:ext cx="5485680" cy="3291120"/>
          </a:xfrm>
          <a:prstGeom prst="rect">
            <a:avLst/>
          </a:prstGeom>
          <a:noFill/>
          <a:ln w="0">
            <a:noFill/>
          </a:ln>
        </p:spPr>
        <p:txBody>
          <a:bodyPr lIns="0" tIns="0" rIns="0" bIns="0" anchor="b">
            <a:norm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その他の技術</a:t>
            </a:r>
            <a:endParaRPr lang="en-US" sz="6000" b="1" u="none" spc="99" strike="noStrike">
              <a:solidFill>
                <a:schemeClr val="dk1"/>
              </a:solidFill>
              <a:effectLst/>
              <a:uFillTx/>
              <a:latin typeface="Meiryo UI"/>
            </a:endParaRPr>
          </a:p>
        </p:txBody>
      </p:sp>
      <p:pic>
        <p:nvPicPr>
          <p:cNvPr id="553" name="図プレースホルダー 4"/>
          <p:cNvPicPr/>
          <p:nvPr/>
        </p:nvPicPr>
        <p:blipFill>
          <a:blip r:embed="rId1"/>
          <a:srcRect l="19904" t="0" r="23903" b="0"/>
          <a:stretch/>
        </p:blipFill>
        <p:spPr>
          <a:xfrm>
            <a:off x="0" y="-11160"/>
            <a:ext cx="5790600" cy="6879600"/>
          </a:xfrm>
          <a:prstGeom prst="rect">
            <a:avLst/>
          </a:prstGeom>
          <a:noFill/>
          <a:ln w="0">
            <a:noFill/>
          </a:ln>
        </p:spPr>
      </p:pic>
      <p:sp>
        <p:nvSpPr>
          <p:cNvPr id="554" name="PlaceHolder 2"/>
          <p:cNvSpPr>
            <a:spLocks noGrp="1"/>
          </p:cNvSpPr>
          <p:nvPr>
            <p:ph hasCustomPrompt="1"/>
          </p:nvPr>
        </p:nvSpPr>
        <p:spPr>
          <a:xfrm>
            <a:off x="6300000" y="4568760"/>
            <a:ext cx="5485680" cy="1645200"/>
          </a:xfrm>
          <a:prstGeom prst="rect">
            <a:avLst/>
          </a:prstGeom>
          <a:noFill/>
          <a:ln w="0">
            <a:noFill/>
          </a:ln>
        </p:spPr>
        <p:txBody>
          <a:bodyPr lIns="0" tIns="0" rIns="0" bIns="0" anchor="t">
            <a:norm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ネットワークにはほかにも押さえておくべき多くの技術があり、代表的なものを紹介します。</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55" name="表プレースホルダー 2"/>
          <p:cNvGraphicFramePr/>
          <p:nvPr/>
        </p:nvGraphicFramePr>
        <p:xfrm>
          <a:off x="869400" y="174600"/>
          <a:ext cx="10451880" cy="7498440"/>
        </p:xfrm>
        <a:graphic>
          <a:graphicData uri="http://schemas.openxmlformats.org/drawingml/2006/table">
            <a:tbl>
              <a:tblPr/>
              <a:tblGrid>
                <a:gridCol w="2052720"/>
                <a:gridCol w="4199760"/>
                <a:gridCol w="4199760"/>
              </a:tblGrid>
              <a:tr h="9550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Cookie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ブラウザで閲覧した時の情報を、ブラウザを介して閲覧者の</a:t>
                      </a:r>
                      <a:r>
                        <a:rPr lang="en-US" sz="2300" b="0" u="none" strike="noStrike">
                          <a:solidFill>
                            <a:schemeClr val="dk1"/>
                          </a:solidFill>
                          <a:effectLst/>
                          <a:uFillTx/>
                          <a:latin typeface="Meiryo UI"/>
                          <a:ea typeface="Meiryo UI"/>
                        </a:rPr>
                        <a:t>PC</a:t>
                      </a:r>
                      <a:r>
                        <a:rPr lang="ja-JP" sz="2300" b="0" u="none" strike="noStrike">
                          <a:solidFill>
                            <a:schemeClr val="dk1"/>
                          </a:solidFill>
                          <a:effectLst/>
                          <a:uFillTx/>
                          <a:latin typeface="Meiryo UI"/>
                          <a:ea typeface="Meiryo UI"/>
                        </a:rPr>
                        <a:t>に保存することができる技術です。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顧客毎の常連様情報</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ノート</a:t>
                      </a:r>
                      <a:r>
                        <a:rPr lang="en-US" sz="2300" b="0" u="none" strike="noStrike">
                          <a:solidFill>
                            <a:schemeClr val="dk1"/>
                          </a:solidFill>
                          <a:effectLst/>
                          <a:uFillTx/>
                          <a:latin typeface="Meiryo UI"/>
                          <a:ea typeface="Meiryo UI"/>
                        </a:rPr>
                        <a:t>)</a:t>
                      </a:r>
                      <a:br>
                        <a:rPr sz="2300"/>
                      </a:br>
                      <a:r>
                        <a:rPr lang="ja-JP" sz="1800" b="0" u="none" strike="noStrike">
                          <a:solidFill>
                            <a:srgbClr val="FF0000"/>
                          </a:solidFill>
                          <a:effectLst/>
                          <a:uFillTx/>
                          <a:latin typeface="Meiryo UI"/>
                          <a:ea typeface="Meiryo UI"/>
                        </a:rPr>
                        <a:t>注意</a:t>
                      </a:r>
                      <a:r>
                        <a:rPr lang="en-US" sz="1800" b="0" u="none" strike="noStrike">
                          <a:solidFill>
                            <a:srgbClr val="FF0000"/>
                          </a:solidFill>
                          <a:effectLst/>
                          <a:uFillTx/>
                          <a:latin typeface="Meiryo UI"/>
                          <a:ea typeface="Meiryo UI"/>
                        </a:rPr>
                        <a:t>:</a:t>
                      </a:r>
                      <a:r>
                        <a:rPr lang="ja-JP" sz="1800" b="0" u="none" strike="noStrike">
                          <a:solidFill>
                            <a:srgbClr val="FF0000"/>
                          </a:solidFill>
                          <a:effectLst/>
                          <a:uFillTx/>
                          <a:latin typeface="Meiryo UI"/>
                          <a:ea typeface="Meiryo UI"/>
                        </a:rPr>
                        <a:t>保存はクライアント側です。</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5508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キャッシュ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アクセス先の画像や</a:t>
                      </a:r>
                      <a:r>
                        <a:rPr lang="en-US" sz="2300" b="0" u="none" strike="noStrike">
                          <a:solidFill>
                            <a:schemeClr val="dk1"/>
                          </a:solidFill>
                          <a:effectLst/>
                          <a:uFillTx/>
                          <a:latin typeface="Meiryo UI"/>
                          <a:ea typeface="Meiryo UI"/>
                        </a:rPr>
                        <a:t>HTML</a:t>
                      </a:r>
                      <a:r>
                        <a:rPr lang="ja-JP" sz="2300" b="0" u="none" strike="noStrike">
                          <a:solidFill>
                            <a:schemeClr val="dk1"/>
                          </a:solidFill>
                          <a:effectLst/>
                          <a:uFillTx/>
                          <a:latin typeface="Meiryo UI"/>
                          <a:ea typeface="Meiryo UI"/>
                        </a:rPr>
                        <a:t>等を一時的に保存しておく技術。</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気に入った店や商品をメモしておく</a:t>
                      </a:r>
                      <a:endParaRPr lang="en-US" sz="2300" b="0" u="none" strike="noStrike">
                        <a:solidFill>
                          <a:srgbClr val="000000"/>
                        </a:solidFill>
                        <a:effectLst/>
                        <a:uFillTx/>
                        <a:latin typeface="Arial"/>
                      </a:endParaRPr>
                    </a:p>
                    <a:p>
                      <a:pPr algn="ctr" defTabSz="914400">
                        <a:lnSpc>
                          <a:spcPct val="100000"/>
                        </a:lnSpc>
                      </a:pPr>
                      <a:r>
                        <a:rPr lang="ja-JP" sz="1800" b="0" u="none" strike="noStrike">
                          <a:solidFill>
                            <a:srgbClr val="FF0000"/>
                          </a:solidFill>
                          <a:effectLst/>
                          <a:uFillTx/>
                          <a:latin typeface="Meiryo UI"/>
                          <a:ea typeface="Meiryo UI"/>
                        </a:rPr>
                        <a:t>注意</a:t>
                      </a:r>
                      <a:r>
                        <a:rPr lang="en-US" sz="1800" b="0" u="none" strike="noStrike">
                          <a:solidFill>
                            <a:srgbClr val="FF0000"/>
                          </a:solidFill>
                          <a:effectLst/>
                          <a:uFillTx/>
                          <a:latin typeface="Meiryo UI"/>
                          <a:ea typeface="Meiryo UI"/>
                        </a:rPr>
                        <a:t>:</a:t>
                      </a:r>
                      <a:r>
                        <a:rPr lang="ja-JP" sz="1800" b="0" u="none" strike="noStrike">
                          <a:solidFill>
                            <a:srgbClr val="FF0000"/>
                          </a:solidFill>
                          <a:effectLst/>
                          <a:uFillTx/>
                          <a:latin typeface="Meiryo UI"/>
                          <a:ea typeface="Meiryo UI"/>
                        </a:rPr>
                        <a:t>保存はクライアント側です。</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550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MIME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メールや</a:t>
                      </a:r>
                      <a:r>
                        <a:rPr lang="en-US" sz="2300" b="0" u="none" strike="noStrike">
                          <a:solidFill>
                            <a:schemeClr val="dk1"/>
                          </a:solidFill>
                          <a:effectLst/>
                          <a:uFillTx/>
                          <a:latin typeface="Meiryo UI"/>
                          <a:ea typeface="Meiryo UI"/>
                        </a:rPr>
                        <a:t>Web</a:t>
                      </a:r>
                      <a:r>
                        <a:rPr lang="ja-JP" sz="2300" b="0" u="none" strike="noStrike">
                          <a:solidFill>
                            <a:schemeClr val="dk1"/>
                          </a:solidFill>
                          <a:effectLst/>
                          <a:uFillTx/>
                          <a:latin typeface="Meiryo UI"/>
                          <a:ea typeface="Meiryo UI"/>
                        </a:rPr>
                        <a:t>サイトで画像を適切に処理してもらうための技術</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画像をバラバラに送ってもとに戻す方法を伝える為の技術</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550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CSV/XML</a:t>
                      </a:r>
                      <a:br>
                        <a:rPr sz="2300"/>
                      </a:br>
                      <a:r>
                        <a:rPr lang="en-US" sz="2300" b="0" u="none" strike="noStrike">
                          <a:solidFill>
                            <a:schemeClr val="dk1"/>
                          </a:solidFill>
                          <a:effectLst/>
                          <a:uFillTx/>
                          <a:latin typeface="Meiryo UI"/>
                          <a:ea typeface="Meiryo UI"/>
                        </a:rPr>
                        <a:t>/JSON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データを格納するファイル形式で保存・データ連携で活用されます。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主に外部から直で</a:t>
                      </a:r>
                      <a:r>
                        <a:rPr lang="en-US" sz="2300" b="0" u="none" strike="noStrike">
                          <a:solidFill>
                            <a:schemeClr val="dk1"/>
                          </a:solidFill>
                          <a:effectLst/>
                          <a:uFillTx/>
                          <a:latin typeface="Meiryo UI"/>
                          <a:ea typeface="Meiryo UI"/>
                        </a:rPr>
                        <a:t>DB</a:t>
                      </a:r>
                      <a:r>
                        <a:rPr lang="ja-JP" sz="2300" b="0" u="none" strike="noStrike">
                          <a:solidFill>
                            <a:schemeClr val="dk1"/>
                          </a:solidFill>
                          <a:effectLst/>
                          <a:uFillTx/>
                          <a:latin typeface="Meiryo UI"/>
                          <a:ea typeface="Meiryo UI"/>
                        </a:rPr>
                        <a:t>にアクセスさせたくないとき等のデータの出力先に使われます。</a:t>
                      </a:r>
                      <a:br>
                        <a:rPr sz="2300"/>
                      </a:b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550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API</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特定の</a:t>
                      </a:r>
                      <a:r>
                        <a:rPr lang="en-US" sz="2300" b="0" u="none" strike="noStrike">
                          <a:solidFill>
                            <a:schemeClr val="dk1"/>
                          </a:solidFill>
                          <a:effectLst/>
                          <a:uFillTx/>
                          <a:latin typeface="Meiryo UI"/>
                          <a:ea typeface="Meiryo UI"/>
                        </a:rPr>
                        <a:t>URL</a:t>
                      </a:r>
                      <a:r>
                        <a:rPr lang="ja-JP" sz="2300" b="0" u="none" strike="noStrike">
                          <a:solidFill>
                            <a:schemeClr val="dk1"/>
                          </a:solidFill>
                          <a:effectLst/>
                          <a:uFillTx/>
                          <a:latin typeface="Meiryo UI"/>
                          <a:ea typeface="Meiryo UI"/>
                        </a:rPr>
                        <a:t>にリクエストを送ってデータや機能を利用できる仕組み</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窓口毎で受けられるサービスが変わる。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550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WebSocket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http</a:t>
                      </a:r>
                      <a:r>
                        <a:rPr lang="ja-JP" sz="2300" b="0" u="none" strike="noStrike">
                          <a:solidFill>
                            <a:schemeClr val="dk1"/>
                          </a:solidFill>
                          <a:effectLst/>
                          <a:uFillTx/>
                          <a:latin typeface="Meiryo UI"/>
                          <a:ea typeface="Meiryo UI"/>
                        </a:rPr>
                        <a:t>通信を利用して相互通信を可能にします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LINE</a:t>
                      </a:r>
                      <a:r>
                        <a:rPr lang="ja-JP" sz="2300" b="0" u="none" strike="noStrike">
                          <a:solidFill>
                            <a:schemeClr val="dk1"/>
                          </a:solidFill>
                          <a:effectLst/>
                          <a:uFillTx/>
                          <a:latin typeface="Meiryo UI"/>
                          <a:ea typeface="Meiryo UI"/>
                        </a:rPr>
                        <a:t>のメッセージが届くような動作</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title" hasCustomPrompt="1"/>
          </p:nvPr>
        </p:nvSpPr>
        <p:spPr>
          <a:xfrm>
            <a:off x="594360" y="411480"/>
            <a:ext cx="7246440" cy="3291120"/>
          </a:xfrm>
          <a:prstGeom prst="rect">
            <a:avLst/>
          </a:prstGeom>
          <a:noFill/>
          <a:ln w="0">
            <a:noFill/>
          </a:ln>
        </p:spPr>
        <p:txBody>
          <a:bodyPr lIns="0" tIns="0" rIns="0" bIns="0" anchor="b">
            <a:noAutofit/>
          </a:bodyPr>
          <a:p>
            <a:pPr indent="0" algn="l" defTabSz="914400">
              <a:lnSpc>
                <a:spcPct val="80000"/>
              </a:lnSpc>
              <a:buNone/>
              <a:tabLst>
                <a:tab pos="0" algn="l"/>
              </a:tabLst>
            </a:pPr>
            <a:r>
              <a:rPr lang="ja-JP" sz="6000" b="1" u="none" spc="99" strike="noStrike">
                <a:solidFill>
                  <a:schemeClr val="dk1"/>
                </a:solidFill>
                <a:effectLst/>
                <a:uFillTx/>
                <a:latin typeface="Meiryo UI"/>
                <a:ea typeface="Meiryo UI"/>
              </a:rPr>
              <a:t>ありがとうございました</a:t>
            </a:r>
            <a:endParaRPr lang="en-US" sz="6000" b="1" u="none" spc="99" strike="noStrike">
              <a:solidFill>
                <a:schemeClr val="dk1"/>
              </a:solidFill>
              <a:effectLst/>
              <a:uFillTx/>
              <a:latin typeface="Meiryo UI"/>
            </a:endParaRPr>
          </a:p>
        </p:txBody>
      </p:sp>
      <p:sp>
        <p:nvSpPr>
          <p:cNvPr id="557" name="PlaceHolder 2"/>
          <p:cNvSpPr>
            <a:spLocks noGrp="1"/>
          </p:cNvSpPr>
          <p:nvPr>
            <p:ph hasCustomPrompt="1"/>
          </p:nvPr>
        </p:nvSpPr>
        <p:spPr>
          <a:xfrm>
            <a:off x="594360" y="4549680"/>
            <a:ext cx="5485680" cy="1645200"/>
          </a:xfrm>
          <a:prstGeom prst="rect">
            <a:avLst/>
          </a:prstGeom>
          <a:noFill/>
          <a:ln w="0">
            <a:noFill/>
          </a:ln>
        </p:spPr>
        <p:txBody>
          <a:bodyPr lIns="0" tIns="0" rIns="0" bIns="0" anchor="t">
            <a:noAutofit/>
          </a:bodyPr>
          <a:p>
            <a:pPr indent="0" algn="l" defTabSz="914400">
              <a:lnSpc>
                <a:spcPct val="90000"/>
              </a:lnSpc>
              <a:spcBef>
                <a:spcPts val="1001"/>
              </a:spcBef>
              <a:buNone/>
              <a:tabLst>
                <a:tab pos="0" algn="l"/>
              </a:tabLst>
            </a:pPr>
            <a:r>
              <a:rPr lang="ja-JP" sz="2400" b="1" u="none" strike="noStrike">
                <a:solidFill>
                  <a:schemeClr val="lt2">
                    <a:lumMod val="75000"/>
                  </a:schemeClr>
                </a:solidFill>
                <a:effectLst/>
                <a:uFillTx/>
                <a:latin typeface="Meiryo UI"/>
                <a:ea typeface="Meiryo UI"/>
              </a:rPr>
              <a:t>榑林昭太</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en-US" sz="2400" b="1" u="none" strike="noStrike">
                <a:solidFill>
                  <a:schemeClr val="lt2">
                    <a:lumMod val="75000"/>
                  </a:schemeClr>
                </a:solidFill>
                <a:effectLst/>
                <a:uFillTx/>
                <a:latin typeface="Meiryo UI"/>
                <a:ea typeface="Meiryo UI"/>
              </a:rPr>
              <a:t>080-7007-3476</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en-US" sz="2400" b="1" u="none" strike="noStrike">
                <a:solidFill>
                  <a:schemeClr val="lt2">
                    <a:lumMod val="75000"/>
                  </a:schemeClr>
                </a:solidFill>
                <a:effectLst/>
                <a:uFillTx/>
                <a:latin typeface="Meiryo UI"/>
                <a:ea typeface="Meiryo UI"/>
              </a:rPr>
              <a:t>s-kurebayashi@ciel-japan.jp</a:t>
            </a:r>
            <a:endParaRPr lang="en-US" sz="2400" b="1" u="none" strike="noStrike">
              <a:solidFill>
                <a:schemeClr val="lt2">
                  <a:lumMod val="75000"/>
                </a:schemeClr>
              </a:solidFill>
              <a:effectLst/>
              <a:uFillTx/>
              <a:latin typeface="Meiryo UI"/>
            </a:endParaRPr>
          </a:p>
          <a:p>
            <a:pPr indent="0" algn="l" defTabSz="914400">
              <a:lnSpc>
                <a:spcPct val="90000"/>
              </a:lnSpc>
              <a:spcBef>
                <a:spcPts val="1001"/>
              </a:spcBef>
              <a:buNone/>
              <a:tabLst>
                <a:tab pos="0" algn="l"/>
              </a:tabLst>
            </a:pPr>
            <a:r>
              <a:rPr lang="en-US" sz="2400" b="1" u="none" strike="noStrike">
                <a:solidFill>
                  <a:schemeClr val="lt2">
                    <a:lumMod val="75000"/>
                  </a:schemeClr>
                </a:solidFill>
                <a:effectLst/>
                <a:uFillTx/>
                <a:latin typeface="Meiryo UI"/>
                <a:ea typeface="Meiryo UI"/>
              </a:rPr>
              <a:t>https://ciel-japan.jp</a:t>
            </a:r>
            <a:endParaRPr lang="en-US" sz="2400" b="1" u="none" strike="noStrike">
              <a:solidFill>
                <a:schemeClr val="lt2">
                  <a:lumMod val="75000"/>
                </a:schemeClr>
              </a:solidFill>
              <a:effectLst/>
              <a:uFillTx/>
              <a:latin typeface="Meiryo UI"/>
            </a:endParaRPr>
          </a:p>
        </p:txBody>
      </p:sp>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8" name="PlaceHolder 1"/>
          <p:cNvSpPr>
            <a:spLocks noGrp="1"/>
          </p:cNvSpPr>
          <p:nvPr>
            <p:ph type="title" hasCustomPrompt="1"/>
          </p:nvPr>
        </p:nvSpPr>
        <p:spPr>
          <a:xfrm>
            <a:off x="1206720" y="1643400"/>
            <a:ext cx="9777600" cy="3892320"/>
          </a:xfrm>
          <a:prstGeom prst="rect">
            <a:avLst/>
          </a:prstGeom>
          <a:noFill/>
          <a:ln w="0">
            <a:noFill/>
          </a:ln>
        </p:spPr>
        <p:txBody>
          <a:bodyPr lIns="0" tIns="0" rIns="0" bIns="0" anchor="b">
            <a:noAutofit/>
          </a:bodyPr>
          <a:p>
            <a:pPr indent="0" algn="l" defTabSz="914400">
              <a:lnSpc>
                <a:spcPct val="80000"/>
              </a:lnSpc>
              <a:buNone/>
              <a:tabLst>
                <a:tab pos="0" algn="l"/>
              </a:tabLst>
            </a:pPr>
            <a:r>
              <a:rPr lang="ja-JP" sz="15000" b="1" u="none" spc="99" strike="noStrike">
                <a:solidFill>
                  <a:schemeClr val="dk1"/>
                </a:solidFill>
                <a:effectLst/>
                <a:uFillTx/>
                <a:latin typeface="Meiryo UI"/>
                <a:ea typeface="Meiryo UI"/>
              </a:rPr>
              <a:t>一旦終わり</a:t>
            </a:r>
            <a:endParaRPr lang="en-US" sz="15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title" hasCustomPrompt="1"/>
          </p:nvPr>
        </p:nvSpPr>
        <p:spPr>
          <a:xfrm>
            <a:off x="4892040" y="487800"/>
            <a:ext cx="7162200" cy="3291120"/>
          </a:xfrm>
          <a:prstGeom prst="rect">
            <a:avLst/>
          </a:prstGeom>
          <a:noFill/>
          <a:ln w="0">
            <a:noFill/>
          </a:ln>
        </p:spPr>
        <p:txBody>
          <a:bodyPr lIns="0" tIns="0" rIns="0" bIns="0" anchor="b">
            <a:noAutofit/>
          </a:bodyPr>
          <a:p>
            <a:pPr indent="0" algn="r" defTabSz="914400">
              <a:lnSpc>
                <a:spcPct val="80000"/>
              </a:lnSpc>
              <a:buNone/>
              <a:tabLst>
                <a:tab pos="0" algn="l"/>
              </a:tabLst>
            </a:pPr>
            <a:r>
              <a:rPr lang="ja-JP" sz="6000" b="1" u="none" spc="99" strike="noStrike">
                <a:solidFill>
                  <a:schemeClr val="dk1"/>
                </a:solidFill>
                <a:effectLst/>
                <a:uFillTx/>
                <a:latin typeface="Meiryo UI"/>
                <a:ea typeface="Meiryo UI"/>
              </a:rPr>
              <a:t>雰囲気で用語解説</a:t>
            </a:r>
            <a:endParaRPr lang="en-US" sz="6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0" name="表プレースホルダー 2"/>
          <p:cNvGraphicFramePr/>
          <p:nvPr/>
        </p:nvGraphicFramePr>
        <p:xfrm>
          <a:off x="869400" y="1102680"/>
          <a:ext cx="10451880" cy="4888800"/>
        </p:xfrm>
        <a:graphic>
          <a:graphicData uri="http://schemas.openxmlformats.org/drawingml/2006/table">
            <a:tbl>
              <a:tblPr/>
              <a:tblGrid>
                <a:gridCol w="2052720"/>
                <a:gridCol w="4199760"/>
                <a:gridCol w="4199760"/>
              </a:tblGrid>
              <a:tr h="977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家、商業施設等の何かをする所</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自分の家、平和ビル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77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道、空路、海路</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道路とか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77760">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ノード</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各部屋、お店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自分の部屋、</a:t>
                      </a:r>
                      <a:r>
                        <a:rPr lang="en-US" sz="2300" b="0" u="none" strike="noStrike">
                          <a:solidFill>
                            <a:schemeClr val="dk1"/>
                          </a:solidFill>
                          <a:effectLst/>
                          <a:uFillTx/>
                          <a:latin typeface="Meiryo UI"/>
                          <a:ea typeface="Meiryo UI"/>
                        </a:rPr>
                        <a:t>CL</a:t>
                      </a:r>
                      <a:r>
                        <a:rPr lang="ja-JP" sz="2300" b="0" u="none" strike="noStrike">
                          <a:solidFill>
                            <a:schemeClr val="dk1"/>
                          </a:solidFill>
                          <a:effectLst/>
                          <a:uFillTx/>
                          <a:latin typeface="Meiryo UI"/>
                          <a:ea typeface="Meiryo UI"/>
                        </a:rPr>
                        <a:t>株式会社</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7776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7776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1" name="表プレースホルダー 2"/>
          <p:cNvGraphicFramePr/>
          <p:nvPr/>
        </p:nvGraphicFramePr>
        <p:xfrm>
          <a:off x="869400" y="1102680"/>
          <a:ext cx="10451880" cy="4888800"/>
        </p:xfrm>
        <a:graphic>
          <a:graphicData uri="http://schemas.openxmlformats.org/drawingml/2006/table">
            <a:tbl>
              <a:tblPr/>
              <a:tblGrid>
                <a:gridCol w="2706120"/>
                <a:gridCol w="3546360"/>
                <a:gridCol w="4199760"/>
              </a:tblGrid>
              <a:tr h="977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ケーブルや</a:t>
                      </a:r>
                      <a:br>
                        <a:rPr sz="2300"/>
                      </a:br>
                      <a:r>
                        <a:rPr lang="en-US" sz="2300" b="0" u="none" strike="noStrike">
                          <a:solidFill>
                            <a:schemeClr val="dk1"/>
                          </a:solidFill>
                          <a:effectLst/>
                          <a:uFillTx/>
                          <a:latin typeface="Meiryo UI"/>
                          <a:ea typeface="Meiryo UI"/>
                        </a:rPr>
                        <a:t>WiFI</a:t>
                      </a:r>
                      <a:r>
                        <a:rPr lang="ja-JP" sz="2300" b="0" u="none" strike="noStrike">
                          <a:solidFill>
                            <a:schemeClr val="dk1"/>
                          </a:solidFill>
                          <a:effectLst/>
                          <a:uFillTx/>
                          <a:latin typeface="Meiryo UI"/>
                          <a:ea typeface="Meiryo UI"/>
                        </a:rPr>
                        <a:t>電波の通り道</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廊下、通路</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77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NIC</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扉</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自分の部屋のドア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77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DMZ</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集合住宅のエントランス、会社のエントランス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誰でも入れる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77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VPN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従業員通用口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お客さんからは中がどうなっているか分からない。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7776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2" name="表プレースホルダー 2"/>
          <p:cNvGraphicFramePr/>
          <p:nvPr/>
        </p:nvGraphicFramePr>
        <p:xfrm>
          <a:off x="869400" y="1102680"/>
          <a:ext cx="10451880" cy="4775400"/>
        </p:xfrm>
        <a:graphic>
          <a:graphicData uri="http://schemas.openxmlformats.org/drawingml/2006/table">
            <a:tbl>
              <a:tblPr/>
              <a:tblGrid>
                <a:gridCol w="2052720"/>
                <a:gridCol w="4199760"/>
                <a:gridCol w="4199760"/>
              </a:tblGrid>
              <a:tr h="95508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データの中身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人間</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結婚式に出よう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5508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カプセル化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服を着る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裸だとセキュリティ上よくない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550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ヘッダ</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1800" b="0" u="none" strike="noStrike">
                          <a:solidFill>
                            <a:schemeClr val="dk1"/>
                          </a:solidFill>
                          <a:effectLst/>
                          <a:uFillTx/>
                          <a:latin typeface="Meiryo UI"/>
                          <a:ea typeface="Meiryo UI"/>
                        </a:rPr>
                        <a:t>礼服</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95508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プロトコル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着方や色</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しっかりした服で色は明るく</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55080">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証明書</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通行証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結婚式の招待状</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3" name="表プレースホルダー 2"/>
          <p:cNvGraphicFramePr/>
          <p:nvPr/>
        </p:nvGraphicFramePr>
        <p:xfrm>
          <a:off x="869400" y="1102680"/>
          <a:ext cx="10451880" cy="5328720"/>
        </p:xfrm>
        <a:graphic>
          <a:graphicData uri="http://schemas.openxmlformats.org/drawingml/2006/table">
            <a:tbl>
              <a:tblPr/>
              <a:tblGrid>
                <a:gridCol w="2052720"/>
                <a:gridCol w="4199760"/>
                <a:gridCol w="4199760"/>
              </a:tblGrid>
              <a:tr h="888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ドメイン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場所の名前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名古屋駅</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88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グローバル</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アドレス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住所</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zh-CN" sz="1800" b="0" u="none" strike="noStrike">
                          <a:solidFill>
                            <a:schemeClr val="dk1"/>
                          </a:solidFill>
                          <a:effectLst/>
                          <a:uFillTx/>
                          <a:latin typeface="Meiryo UI"/>
                          <a:ea typeface="Meiryo UI"/>
                        </a:rPr>
                        <a:t>愛知県名古屋市中村区</a:t>
                      </a:r>
                      <a:br>
                        <a:rPr sz="1800"/>
                      </a:br>
                      <a:r>
                        <a:rPr lang="zh-CN" sz="1800" b="0" u="none" strike="noStrike">
                          <a:solidFill>
                            <a:schemeClr val="dk1"/>
                          </a:solidFill>
                          <a:effectLst/>
                          <a:uFillTx/>
                          <a:latin typeface="Meiryo UI"/>
                          <a:ea typeface="Meiryo UI"/>
                        </a:rPr>
                        <a:t>名駅一丁目</a:t>
                      </a:r>
                      <a:r>
                        <a:rPr lang="en-US" sz="1800" b="0" u="none" strike="noStrike">
                          <a:solidFill>
                            <a:schemeClr val="dk1"/>
                          </a:solidFill>
                          <a:effectLst/>
                          <a:uFillTx/>
                          <a:latin typeface="Meiryo UI"/>
                          <a:ea typeface="Meiryo UI"/>
                        </a:rPr>
                        <a:t>1</a:t>
                      </a:r>
                      <a:r>
                        <a:rPr lang="zh-CN" sz="1800" b="0" u="none" strike="noStrike">
                          <a:solidFill>
                            <a:schemeClr val="dk1"/>
                          </a:solidFill>
                          <a:effectLst/>
                          <a:uFillTx/>
                          <a:latin typeface="Meiryo UI"/>
                          <a:ea typeface="Meiryo UI"/>
                        </a:rPr>
                        <a:t>番</a:t>
                      </a:r>
                      <a:r>
                        <a:rPr lang="en-US" sz="1800" b="0" u="none" strike="noStrike">
                          <a:solidFill>
                            <a:schemeClr val="dk1"/>
                          </a:solidFill>
                          <a:effectLst/>
                          <a:uFillTx/>
                          <a:latin typeface="Meiryo UI"/>
                          <a:ea typeface="Meiryo UI"/>
                        </a:rPr>
                        <a:t>4</a:t>
                      </a:r>
                      <a:r>
                        <a:rPr lang="zh-CN" sz="1800" b="0" u="none" strike="noStrike">
                          <a:solidFill>
                            <a:schemeClr val="dk1"/>
                          </a:solidFill>
                          <a:effectLst/>
                          <a:uFillTx/>
                          <a:latin typeface="Meiryo UI"/>
                          <a:ea typeface="Meiryo UI"/>
                        </a:rPr>
                        <a:t>号</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88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ローカル</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アドレス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自分の家の各部屋番号</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寝室、風呂、各部屋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88120">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DNS</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オンラインマップ</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GoogleMap</a:t>
                      </a:r>
                      <a:r>
                        <a:rPr lang="ja-JP" sz="2300" b="0" u="none" strike="noStrike">
                          <a:solidFill>
                            <a:schemeClr val="dk1"/>
                          </a:solidFill>
                          <a:effectLst/>
                          <a:uFillTx/>
                          <a:latin typeface="Meiryo UI"/>
                          <a:ea typeface="Meiryo UI"/>
                        </a:rPr>
                        <a:t>の検索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88120">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DNS</a:t>
                      </a:r>
                      <a:r>
                        <a:rPr lang="ja-JP" sz="2400" b="0" u="none" strike="noStrike">
                          <a:solidFill>
                            <a:schemeClr val="dk1"/>
                          </a:solidFill>
                          <a:effectLst/>
                          <a:uFillTx/>
                          <a:latin typeface="Meiryo UI"/>
                          <a:ea typeface="Meiryo UI"/>
                        </a:rPr>
                        <a:t>キャッシュ</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直近の履歴</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↑の検索履歴</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88120">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hosts</a:t>
                      </a:r>
                      <a:r>
                        <a:rPr lang="ja-JP" sz="2400" b="0" u="none" strike="noStrike">
                          <a:solidFill>
                            <a:schemeClr val="dk1"/>
                          </a:solidFill>
                          <a:effectLst/>
                          <a:uFillTx/>
                          <a:latin typeface="Meiryo UI"/>
                          <a:ea typeface="Meiryo UI"/>
                        </a:rPr>
                        <a:t>ファイル</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地図帳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独自のルートを書いた地図</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4" name="表プレースホルダー 2"/>
          <p:cNvGraphicFramePr/>
          <p:nvPr/>
        </p:nvGraphicFramePr>
        <p:xfrm>
          <a:off x="869400" y="1102680"/>
          <a:ext cx="10451880" cy="5248800"/>
        </p:xfrm>
        <a:graphic>
          <a:graphicData uri="http://schemas.openxmlformats.org/drawingml/2006/table">
            <a:tbl>
              <a:tblPr/>
              <a:tblGrid>
                <a:gridCol w="2052720"/>
                <a:gridCol w="4199760"/>
                <a:gridCol w="4199760"/>
              </a:tblGrid>
              <a:tr h="8748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TCP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電話に出るまでかけ続ける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時間がかかる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748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UDP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留守番電話</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聞いたかは分からない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7480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ポート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部屋番号、商業施設のテナント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目的によって行く場所が変わる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7480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ポートフォワーディング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受付係</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来客の目的を確認して</a:t>
                      </a:r>
                      <a:br>
                        <a:rPr sz="2300"/>
                      </a:br>
                      <a:r>
                        <a:rPr lang="ja-JP" sz="2300" b="0" u="none" strike="noStrike">
                          <a:solidFill>
                            <a:schemeClr val="dk1"/>
                          </a:solidFill>
                          <a:effectLst/>
                          <a:uFillTx/>
                          <a:latin typeface="Meiryo UI"/>
                          <a:ea typeface="Meiryo UI"/>
                        </a:rPr>
                        <a:t>適切に案内をする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748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WAN</a:t>
                      </a:r>
                      <a:r>
                        <a:rPr lang="ja-JP" sz="2300" b="0" u="none" strike="noStrike">
                          <a:solidFill>
                            <a:schemeClr val="dk1"/>
                          </a:solidFill>
                          <a:effectLst/>
                          <a:uFillTx/>
                          <a:latin typeface="Meiryo UI"/>
                          <a:ea typeface="Meiryo UI"/>
                        </a:rPr>
                        <a:t>からのアクセス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チャイムが鳴る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誰かが対応して判断</a:t>
                      </a:r>
                      <a:br>
                        <a:rPr sz="2300"/>
                      </a:br>
                      <a:r>
                        <a:rPr lang="en-US" sz="2300" b="0" u="none" strike="noStrike">
                          <a:solidFill>
                            <a:schemeClr val="dk1"/>
                          </a:solidFill>
                          <a:effectLst/>
                          <a:uFillTx/>
                          <a:latin typeface="Meiryo UI"/>
                          <a:ea typeface="Meiryo UI"/>
                        </a:rPr>
                        <a:t>or</a:t>
                      </a:r>
                      <a:r>
                        <a:rPr lang="ja-JP" sz="2300" b="0" u="none" strike="noStrike">
                          <a:solidFill>
                            <a:schemeClr val="dk1"/>
                          </a:solidFill>
                          <a:effectLst/>
                          <a:uFillTx/>
                          <a:latin typeface="Meiryo UI"/>
                          <a:ea typeface="Meiryo UI"/>
                        </a:rPr>
                        <a:t>そもそも対応しない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7480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セキュリティ対策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鍵をかける、監視カメラをつける、警備員を雇う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基本的に鍵はかける</a:t>
                      </a:r>
                      <a:r>
                        <a:rPr lang="en-US" sz="2300" b="0" u="none" strike="noStrike">
                          <a:solidFill>
                            <a:schemeClr val="dk1"/>
                          </a:solidFill>
                          <a:effectLst/>
                          <a:uFillTx/>
                          <a:latin typeface="Meiryo UI"/>
                          <a:ea typeface="Meiryo UI"/>
                        </a:rPr>
                        <a:t>and</a:t>
                      </a:r>
                      <a:br>
                        <a:rPr sz="2300"/>
                      </a:br>
                      <a:r>
                        <a:rPr lang="ja-JP" sz="2300" b="0" u="none" strike="noStrike">
                          <a:solidFill>
                            <a:schemeClr val="dk1"/>
                          </a:solidFill>
                          <a:effectLst/>
                          <a:uFillTx/>
                          <a:latin typeface="Meiryo UI"/>
                          <a:ea typeface="Meiryo UI"/>
                        </a:rPr>
                        <a:t>人によってはそれ以上もする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5" name="表プレースホルダー 2"/>
          <p:cNvGraphicFramePr/>
          <p:nvPr/>
        </p:nvGraphicFramePr>
        <p:xfrm>
          <a:off x="869400" y="1102680"/>
          <a:ext cx="10452240" cy="5166720"/>
        </p:xfrm>
        <a:graphic>
          <a:graphicData uri="http://schemas.openxmlformats.org/drawingml/2006/table">
            <a:tbl>
              <a:tblPr/>
              <a:tblGrid>
                <a:gridCol w="2052720"/>
                <a:gridCol w="3609000"/>
                <a:gridCol w="479088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ロードバランサー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交通誘導員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駐車場の誘導してくれる人</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ファイアウォール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高さ制限</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警備員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何メートルまでとか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DNS</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オンラインマップ</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GoogleMap</a:t>
                      </a:r>
                      <a:r>
                        <a:rPr lang="ja-JP" sz="2300" b="0" u="none" strike="noStrike">
                          <a:solidFill>
                            <a:schemeClr val="dk1"/>
                          </a:solidFill>
                          <a:effectLst/>
                          <a:uFillTx/>
                          <a:latin typeface="Meiryo UI"/>
                          <a:ea typeface="Meiryo UI"/>
                        </a:rPr>
                        <a:t>の検索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プロキシ</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誰かに買いに行ってもらう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親が子供の代わりに行動して監視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IDS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監視カメラ</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撮影してるだけ</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警備員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怪しい人がいたら止めてくれる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6" name="表プレースホルダー 2"/>
          <p:cNvGraphicFramePr/>
          <p:nvPr/>
        </p:nvGraphicFramePr>
        <p:xfrm>
          <a:off x="5414040" y="1037160"/>
          <a:ext cx="6488640" cy="5133960"/>
        </p:xfrm>
        <a:graphic>
          <a:graphicData uri="http://schemas.openxmlformats.org/drawingml/2006/table">
            <a:tbl>
              <a:tblPr/>
              <a:tblGrid>
                <a:gridCol w="746280"/>
                <a:gridCol w="4567320"/>
                <a:gridCol w="1175400"/>
              </a:tblGrid>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L7</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相手としゃべる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L6</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相手の使用言語にあわせる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L5</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どれくらいの時間が取れるか確認する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L4</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今から会えるかや持ち物の確認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ポート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地図でルートを確認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L2</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誰に会うのか確認する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1800" b="0" u="none" strike="noStrike">
                          <a:solidFill>
                            <a:schemeClr val="dk1"/>
                          </a:solidFill>
                          <a:effectLst/>
                          <a:uFillTx/>
                          <a:latin typeface="Meiryo UI"/>
                          <a:ea typeface="Meiryo UI"/>
                        </a:rPr>
                        <a:t>MAC</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192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L1</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行ける場所なのか確認する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pic>
        <p:nvPicPr>
          <p:cNvPr id="567" name="図 2" descr="グラフィカル ユーザー インターフェイス, Web サイト&#10;&#10;自動的に生成された説明"/>
          <p:cNvPicPr/>
          <p:nvPr/>
        </p:nvPicPr>
        <p:blipFill>
          <a:blip r:embed="rId1"/>
          <a:stretch/>
        </p:blipFill>
        <p:spPr>
          <a:xfrm>
            <a:off x="288360" y="1037160"/>
            <a:ext cx="4547520" cy="5180400"/>
          </a:xfrm>
          <a:prstGeom prst="rect">
            <a:avLst/>
          </a:prstGeom>
          <a:noFill/>
          <a:ln w="0">
            <a:noFill/>
          </a:ln>
        </p:spPr>
      </p:pic>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8" name="表プレースホルダー 2"/>
          <p:cNvGraphicFramePr/>
          <p:nvPr/>
        </p:nvGraphicFramePr>
        <p:xfrm>
          <a:off x="869400" y="1102680"/>
          <a:ext cx="10451880" cy="5166720"/>
        </p:xfrm>
        <a:graphic>
          <a:graphicData uri="http://schemas.openxmlformats.org/drawingml/2006/table">
            <a:tbl>
              <a:tblPr/>
              <a:tblGrid>
                <a:gridCol w="2052720"/>
                <a:gridCol w="4199760"/>
                <a:gridCol w="419976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道路標識</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一通、進入禁止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RIP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乗り換え少ない経路</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犬山から鶴舞線一本で伏見駅</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OSPF</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総所要時間が最短のルート</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特急に乗って名駅経由で伏見駅</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EGP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ルーティングプロトコルの総称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WAN</a:t>
                      </a:r>
                      <a:r>
                        <a:rPr lang="ja-JP" sz="2300" b="0" u="none" strike="noStrike">
                          <a:solidFill>
                            <a:schemeClr val="dk1"/>
                          </a:solidFill>
                          <a:effectLst/>
                          <a:uFillTx/>
                          <a:latin typeface="Meiryo UI"/>
                          <a:ea typeface="Meiryo UI"/>
                        </a:rPr>
                        <a:t>向け</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IGP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ルーティングプロトコルの総称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向け</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BGP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EGP</a:t>
                      </a:r>
                      <a:r>
                        <a:rPr lang="ja-JP" sz="2300" b="0" u="none" strike="noStrike">
                          <a:solidFill>
                            <a:schemeClr val="dk1"/>
                          </a:solidFill>
                          <a:effectLst/>
                          <a:uFillTx/>
                          <a:latin typeface="Meiryo UI"/>
                          <a:ea typeface="Meiryo UI"/>
                        </a:rPr>
                        <a:t>の一種</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WAN</a:t>
                      </a:r>
                      <a:r>
                        <a:rPr lang="ja-JP" sz="2300" b="0" u="none" strike="noStrike">
                          <a:solidFill>
                            <a:schemeClr val="dk1"/>
                          </a:solidFill>
                          <a:effectLst/>
                          <a:uFillTx/>
                          <a:latin typeface="Meiryo UI"/>
                          <a:ea typeface="Meiryo UI"/>
                        </a:rPr>
                        <a:t>向け</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69" name="表プレースホルダー 2"/>
          <p:cNvGraphicFramePr/>
          <p:nvPr/>
        </p:nvGraphicFramePr>
        <p:xfrm>
          <a:off x="869400" y="1102680"/>
          <a:ext cx="10451880" cy="5474160"/>
        </p:xfrm>
        <a:graphic>
          <a:graphicData uri="http://schemas.openxmlformats.org/drawingml/2006/table">
            <a:tbl>
              <a:tblPr/>
              <a:tblGrid>
                <a:gridCol w="2869560"/>
                <a:gridCol w="2677680"/>
                <a:gridCol w="4905000"/>
              </a:tblGrid>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リンクアグリゲーション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LAG</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複数のポートを一個のようにふるまう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マルチシャーシ</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複数のスイッチを</a:t>
                      </a:r>
                      <a:r>
                        <a:rPr lang="en-US" sz="2300" b="0" u="none" strike="noStrike">
                          <a:solidFill>
                            <a:schemeClr val="dk1"/>
                          </a:solidFill>
                          <a:effectLst/>
                          <a:uFillTx/>
                          <a:latin typeface="Meiryo UI"/>
                          <a:ea typeface="Meiryo UI"/>
                        </a:rPr>
                        <a:t>1</a:t>
                      </a:r>
                      <a:r>
                        <a:rPr lang="ja-JP" sz="2300" b="0" u="none" strike="noStrike">
                          <a:solidFill>
                            <a:schemeClr val="dk1"/>
                          </a:solidFill>
                          <a:effectLst/>
                          <a:uFillTx/>
                          <a:latin typeface="Meiryo UI"/>
                          <a:ea typeface="Meiryo UI"/>
                        </a:rPr>
                        <a:t>台のようにふるまう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MLAG</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マルチシャーシ</a:t>
                      </a:r>
                      <a:r>
                        <a:rPr lang="en-US" sz="2300" b="0" u="none" strike="noStrike">
                          <a:solidFill>
                            <a:schemeClr val="dk1"/>
                          </a:solidFill>
                          <a:effectLst/>
                          <a:uFillTx/>
                          <a:latin typeface="Meiryo UI"/>
                          <a:ea typeface="Meiryo UI"/>
                        </a:rPr>
                        <a:t>+</a:t>
                      </a:r>
                      <a:br>
                        <a:rPr sz="2300"/>
                      </a:br>
                      <a:r>
                        <a:rPr lang="ja-JP" sz="2300" b="0" u="none" strike="noStrike">
                          <a:solidFill>
                            <a:schemeClr val="dk1"/>
                          </a:solidFill>
                          <a:effectLst/>
                          <a:uFillTx/>
                          <a:latin typeface="Meiryo UI"/>
                          <a:ea typeface="Meiryo UI"/>
                        </a:rPr>
                        <a:t>リンクアグリゲーション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12.5</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0" name="表プレースホルダー 2"/>
          <p:cNvGraphicFramePr/>
          <p:nvPr/>
        </p:nvGraphicFramePr>
        <p:xfrm>
          <a:off x="869400" y="1102680"/>
          <a:ext cx="10451880" cy="5235840"/>
        </p:xfrm>
        <a:graphic>
          <a:graphicData uri="http://schemas.openxmlformats.org/drawingml/2006/table">
            <a:tbl>
              <a:tblPr/>
              <a:tblGrid>
                <a:gridCol w="2330640"/>
                <a:gridCol w="3902400"/>
                <a:gridCol w="42192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プードル攻撃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暗号化通信への攻撃で上位プロトコル全て</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SSL3.0</a:t>
                      </a:r>
                      <a:r>
                        <a:rPr lang="ja-JP" sz="2300" b="0" u="none" strike="noStrike">
                          <a:solidFill>
                            <a:schemeClr val="dk1"/>
                          </a:solidFill>
                          <a:effectLst/>
                          <a:uFillTx/>
                          <a:latin typeface="Meiryo UI"/>
                          <a:ea typeface="Meiryo UI"/>
                        </a:rPr>
                        <a:t>の脆弱性を狙った手法</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ビースト攻撃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暗号化通信への攻撃で上位プロトコル全て</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TLS1.0</a:t>
                      </a:r>
                      <a:r>
                        <a:rPr lang="ja-JP" sz="2300" b="0" u="none" strike="noStrike">
                          <a:solidFill>
                            <a:schemeClr val="dk1"/>
                          </a:solidFill>
                          <a:effectLst/>
                          <a:uFillTx/>
                          <a:latin typeface="Meiryo UI"/>
                          <a:ea typeface="Meiryo UI"/>
                        </a:rPr>
                        <a:t>の脆弱性を狙った手法</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スマーフ攻撃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ICMP</a:t>
                      </a:r>
                      <a:r>
                        <a:rPr lang="ja-JP" sz="2300" b="0" u="none" strike="noStrike">
                          <a:solidFill>
                            <a:schemeClr val="dk1"/>
                          </a:solidFill>
                          <a:effectLst/>
                          <a:uFillTx/>
                          <a:latin typeface="Meiryo UI"/>
                          <a:ea typeface="Meiryo UI"/>
                        </a:rPr>
                        <a:t>を大量に送る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DDos</a:t>
                      </a:r>
                      <a:r>
                        <a:rPr lang="ja-JP" sz="2300" b="0" u="none" strike="noStrike">
                          <a:solidFill>
                            <a:schemeClr val="dk1"/>
                          </a:solidFill>
                          <a:effectLst/>
                          <a:uFillTx/>
                          <a:latin typeface="Meiryo UI"/>
                          <a:ea typeface="Meiryo UI"/>
                        </a:rPr>
                        <a:t>攻撃の一種、反射、増幅</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856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DNSamp</a:t>
                      </a:r>
                      <a:r>
                        <a:rPr lang="ja-JP" sz="2300" b="0" u="none" strike="noStrike">
                          <a:solidFill>
                            <a:schemeClr val="dk1"/>
                          </a:solidFill>
                          <a:effectLst/>
                          <a:uFillTx/>
                          <a:latin typeface="Meiryo UI"/>
                          <a:ea typeface="Meiryo UI"/>
                        </a:rPr>
                        <a:t>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キャッシュ</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オープンリゾルバ</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へ問い合わせまくる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DDos</a:t>
                      </a:r>
                      <a:r>
                        <a:rPr lang="ja-JP" sz="2300" b="0" u="none" strike="noStrike">
                          <a:solidFill>
                            <a:schemeClr val="dk1"/>
                          </a:solidFill>
                          <a:effectLst/>
                          <a:uFillTx/>
                          <a:latin typeface="Meiryo UI"/>
                          <a:ea typeface="Meiryo UI"/>
                        </a:rPr>
                        <a:t>攻撃の一種、反射、増幅</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9057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キャッシュ</a:t>
                      </a:r>
                      <a:br>
                        <a:rPr sz="2300"/>
                      </a:br>
                      <a:r>
                        <a:rPr lang="ja-JP" sz="2300" b="0" u="none" strike="noStrike">
                          <a:solidFill>
                            <a:schemeClr val="dk1"/>
                          </a:solidFill>
                          <a:effectLst/>
                          <a:uFillTx/>
                          <a:latin typeface="Meiryo UI"/>
                          <a:ea typeface="Meiryo UI"/>
                        </a:rPr>
                        <a:t>ポイズニング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キャッシュ</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サーバーの</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情報を書き換える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なりすまし</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スプーフィング</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カミンスキー攻撃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↑の対策の</a:t>
                      </a:r>
                      <a:r>
                        <a:rPr lang="en-US" sz="2300" b="0" u="none" strike="noStrike">
                          <a:solidFill>
                            <a:schemeClr val="dk1"/>
                          </a:solidFill>
                          <a:effectLst/>
                          <a:uFillTx/>
                          <a:latin typeface="Meiryo UI"/>
                          <a:ea typeface="Meiryo UI"/>
                        </a:rPr>
                        <a:t>TTL</a:t>
                      </a:r>
                      <a:r>
                        <a:rPr lang="ja-JP" sz="2300" b="0" u="none" strike="noStrike">
                          <a:solidFill>
                            <a:schemeClr val="dk1"/>
                          </a:solidFill>
                          <a:effectLst/>
                          <a:uFillTx/>
                          <a:latin typeface="Meiryo UI"/>
                          <a:ea typeface="Meiryo UI"/>
                        </a:rPr>
                        <a:t>長くしてもダメ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無理やり問い合わせさせて偽の問い合わせ先を教える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1" name="表プレースホルダー 2"/>
          <p:cNvGraphicFramePr/>
          <p:nvPr/>
        </p:nvGraphicFramePr>
        <p:xfrm>
          <a:off x="869400" y="1102680"/>
          <a:ext cx="10452240" cy="5824440"/>
        </p:xfrm>
        <a:graphic>
          <a:graphicData uri="http://schemas.openxmlformats.org/drawingml/2006/table">
            <a:tbl>
              <a:tblPr/>
              <a:tblGrid>
                <a:gridCol w="2445120"/>
                <a:gridCol w="4686120"/>
                <a:gridCol w="332136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RLO</a:t>
                      </a:r>
                      <a:r>
                        <a:rPr lang="ja-JP" sz="2300" b="0" u="none" strike="noStrike">
                          <a:solidFill>
                            <a:schemeClr val="dk1"/>
                          </a:solidFill>
                          <a:effectLst/>
                          <a:uFillTx/>
                          <a:latin typeface="Meiryo UI"/>
                          <a:ea typeface="Meiryo UI"/>
                        </a:rPr>
                        <a:t>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ファイル名を逆順にして偽装する手口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Syn</a:t>
                      </a:r>
                      <a:r>
                        <a:rPr lang="ja-JP" sz="2300" b="0" u="none" strike="noStrike">
                          <a:solidFill>
                            <a:schemeClr val="dk1"/>
                          </a:solidFill>
                          <a:effectLst/>
                          <a:uFillTx/>
                          <a:latin typeface="Meiryo UI"/>
                          <a:ea typeface="Meiryo UI"/>
                        </a:rPr>
                        <a:t>フラッド攻撃</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Syn</a:t>
                      </a:r>
                      <a:r>
                        <a:rPr lang="ja-JP" sz="2300" b="0" u="none" strike="noStrike">
                          <a:solidFill>
                            <a:schemeClr val="dk1"/>
                          </a:solidFill>
                          <a:effectLst/>
                          <a:uFillTx/>
                          <a:latin typeface="Meiryo UI"/>
                          <a:ea typeface="Meiryo UI"/>
                        </a:rPr>
                        <a:t>を送り続けて</a:t>
                      </a:r>
                      <a:r>
                        <a:rPr lang="en-US" sz="2300" b="0" u="none" strike="noStrike">
                          <a:solidFill>
                            <a:schemeClr val="dk1"/>
                          </a:solidFill>
                          <a:effectLst/>
                          <a:uFillTx/>
                          <a:latin typeface="Meiryo UI"/>
                          <a:ea typeface="Meiryo UI"/>
                        </a:rPr>
                        <a:t>Ack</a:t>
                      </a:r>
                      <a:r>
                        <a:rPr lang="ja-JP" sz="2300" b="0" u="none" strike="noStrike">
                          <a:solidFill>
                            <a:schemeClr val="dk1"/>
                          </a:solidFill>
                          <a:effectLst/>
                          <a:uFillTx/>
                          <a:latin typeface="Meiryo UI"/>
                          <a:ea typeface="Meiryo UI"/>
                        </a:rPr>
                        <a:t>を返さない。</a:t>
                      </a:r>
                      <a:endParaRPr lang="en-US" sz="2300" b="0" u="none" strike="noStrike">
                        <a:solidFill>
                          <a:srgbClr val="000000"/>
                        </a:solidFill>
                        <a:effectLst/>
                        <a:uFillTx/>
                        <a:latin typeface="Arial"/>
                      </a:endParaRPr>
                    </a:p>
                    <a:p>
                      <a:pPr algn="ctr" defTabSz="914400">
                        <a:lnSpc>
                          <a:spcPct val="100000"/>
                        </a:lnSpc>
                      </a:pPr>
                      <a:r>
                        <a:rPr lang="ja-JP" sz="2300" b="0" u="none" strike="noStrike">
                          <a:solidFill>
                            <a:schemeClr val="dk1"/>
                          </a:solidFill>
                          <a:effectLst/>
                          <a:uFillTx/>
                          <a:latin typeface="Meiryo UI"/>
                          <a:ea typeface="Meiryo UI"/>
                        </a:rPr>
                        <a:t>メモリ領域を確保しないといけない。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受け側で</a:t>
                      </a:r>
                      <a:r>
                        <a:rPr lang="en-US" sz="2300" b="0" u="none" strike="noStrike">
                          <a:solidFill>
                            <a:schemeClr val="dk1"/>
                          </a:solidFill>
                          <a:effectLst/>
                          <a:uFillTx/>
                          <a:latin typeface="Meiryo UI"/>
                          <a:ea typeface="Meiryo UI"/>
                        </a:rPr>
                        <a:t>Ack</a:t>
                      </a:r>
                      <a:r>
                        <a:rPr lang="ja-JP" sz="2300" b="0" u="none" strike="noStrike">
                          <a:solidFill>
                            <a:schemeClr val="dk1"/>
                          </a:solidFill>
                          <a:effectLst/>
                          <a:uFillTx/>
                          <a:latin typeface="Meiryo UI"/>
                          <a:ea typeface="Meiryo UI"/>
                        </a:rPr>
                        <a:t>の待機時間を設ける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DRDOS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mirai</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IoT</a:t>
                      </a:r>
                      <a:r>
                        <a:rPr lang="ja-JP" sz="2300" b="0" u="none" strike="noStrike">
                          <a:solidFill>
                            <a:schemeClr val="dk1"/>
                          </a:solidFill>
                          <a:effectLst/>
                          <a:uFillTx/>
                          <a:latin typeface="Meiryo UI"/>
                          <a:ea typeface="Meiryo UI"/>
                        </a:rPr>
                        <a:t>に感染して</a:t>
                      </a:r>
                      <a:r>
                        <a:rPr lang="en-US" sz="2300" b="0" u="none" strike="noStrike">
                          <a:solidFill>
                            <a:schemeClr val="dk1"/>
                          </a:solidFill>
                          <a:effectLst/>
                          <a:uFillTx/>
                          <a:latin typeface="Meiryo UI"/>
                          <a:ea typeface="Meiryo UI"/>
                        </a:rPr>
                        <a:t>DDoS</a:t>
                      </a:r>
                      <a:r>
                        <a:rPr lang="ja-JP" sz="2300" b="0" u="none" strike="noStrike">
                          <a:solidFill>
                            <a:schemeClr val="dk1"/>
                          </a:solidFill>
                          <a:effectLst/>
                          <a:uFillTx/>
                          <a:latin typeface="Meiryo UI"/>
                          <a:ea typeface="Meiryo UI"/>
                        </a:rPr>
                        <a:t>攻撃する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2" name="表プレースホルダー 2"/>
          <p:cNvGraphicFramePr/>
          <p:nvPr/>
        </p:nvGraphicFramePr>
        <p:xfrm>
          <a:off x="869400" y="845280"/>
          <a:ext cx="10451880" cy="5166720"/>
        </p:xfrm>
        <a:graphic>
          <a:graphicData uri="http://schemas.openxmlformats.org/drawingml/2006/table">
            <a:tbl>
              <a:tblPr/>
              <a:tblGrid>
                <a:gridCol w="2689920"/>
                <a:gridCol w="28573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有線の規格</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p>
                      <a:pPr algn="ctr" defTabSz="914400">
                        <a:lnSpc>
                          <a:spcPct val="100000"/>
                        </a:lnSpc>
                      </a:pPr>
                      <a:r>
                        <a:rPr lang="en-US" sz="2300" b="0" u="none" strike="noStrike">
                          <a:solidFill>
                            <a:schemeClr val="dk1"/>
                          </a:solidFill>
                          <a:effectLst/>
                          <a:uFillTx/>
                          <a:latin typeface="Meiryo UI"/>
                          <a:ea typeface="Meiryo UI"/>
                        </a:rPr>
                        <a:t>CSMA/CD</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5e=1000base</a:t>
                      </a:r>
                      <a:r>
                        <a:rPr lang="ja-JP" sz="2300" b="0" u="none" strike="noStrike">
                          <a:solidFill>
                            <a:schemeClr val="dk1"/>
                          </a:solidFill>
                          <a:effectLst/>
                          <a:uFillTx/>
                          <a:latin typeface="Meiryo UI"/>
                          <a:ea typeface="Meiryo UI"/>
                        </a:rPr>
                        <a:t>とか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IEEE802.11</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無線の規格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pt-BR" sz="2400" b="0" u="none" strike="noStrike">
                          <a:solidFill>
                            <a:schemeClr val="dk1"/>
                          </a:solidFill>
                          <a:effectLst/>
                          <a:uFillTx/>
                          <a:latin typeface="Meiryo UI"/>
                          <a:ea typeface="Meiryo UI"/>
                        </a:rPr>
                        <a:t>B(11M)/a(54M)/g(54M)/n(600M)/ac(6.9G)/ax(9.6G)</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IEEE802.1Q</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L2</a:t>
                      </a:r>
                      <a:r>
                        <a:rPr lang="ja-JP" sz="2300" b="0" u="none" strike="noStrike">
                          <a:solidFill>
                            <a:schemeClr val="dk1"/>
                          </a:solidFill>
                          <a:effectLst/>
                          <a:uFillTx/>
                          <a:latin typeface="Meiryo UI"/>
                          <a:ea typeface="Meiryo UI"/>
                        </a:rPr>
                        <a:t>でつける</a:t>
                      </a:r>
                      <a:r>
                        <a:rPr lang="en-US" sz="2300" b="0" u="none" strike="noStrike">
                          <a:solidFill>
                            <a:schemeClr val="dk1"/>
                          </a:solidFill>
                          <a:effectLst/>
                          <a:uFillTx/>
                          <a:latin typeface="Meiryo UI"/>
                          <a:ea typeface="Meiryo UI"/>
                        </a:rPr>
                        <a:t>VLAN</a:t>
                      </a:r>
                      <a:r>
                        <a:rPr lang="ja-JP" sz="2300" b="0" u="none" strike="noStrike">
                          <a:solidFill>
                            <a:schemeClr val="dk1"/>
                          </a:solidFill>
                          <a:effectLst/>
                          <a:uFillTx/>
                          <a:latin typeface="Meiryo UI"/>
                          <a:ea typeface="Meiryo UI"/>
                        </a:rPr>
                        <a:t>タグ全体の規定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TPID,PCP(p),DEI,VlanId</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IEEE802.1p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Q</a:t>
                      </a:r>
                      <a:r>
                        <a:rPr lang="ja-JP" sz="2300" b="0" u="none" strike="noStrike">
                          <a:solidFill>
                            <a:schemeClr val="dk1"/>
                          </a:solidFill>
                          <a:effectLst/>
                          <a:uFillTx/>
                          <a:latin typeface="Meiryo UI"/>
                          <a:ea typeface="Meiryo UI"/>
                        </a:rPr>
                        <a:t>の一部で</a:t>
                      </a:r>
                      <a:endParaRPr lang="en-US" sz="2300" b="0" u="none" strike="noStrike">
                        <a:solidFill>
                          <a:srgbClr val="000000"/>
                        </a:solidFill>
                        <a:effectLst/>
                        <a:uFillTx/>
                        <a:latin typeface="Arial"/>
                      </a:endParaRPr>
                    </a:p>
                    <a:p>
                      <a:pPr algn="ctr" defTabSz="914400">
                        <a:lnSpc>
                          <a:spcPct val="100000"/>
                        </a:lnSpc>
                      </a:pPr>
                      <a:r>
                        <a:rPr lang="en-US" sz="2300" b="0" u="none" strike="noStrike">
                          <a:solidFill>
                            <a:schemeClr val="dk1"/>
                          </a:solidFill>
                          <a:effectLst/>
                          <a:uFillTx/>
                          <a:latin typeface="Meiryo UI"/>
                          <a:ea typeface="Meiryo UI"/>
                        </a:rPr>
                        <a:t>Priority</a:t>
                      </a:r>
                      <a:r>
                        <a:rPr lang="ja-JP" sz="2300" b="0" u="none" strike="noStrike">
                          <a:solidFill>
                            <a:schemeClr val="dk1"/>
                          </a:solidFill>
                          <a:effectLst/>
                          <a:uFillTx/>
                          <a:latin typeface="Meiryo UI"/>
                          <a:ea typeface="Meiryo UI"/>
                        </a:rPr>
                        <a:t>優先度制御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Qos[Cos(L2,lan),DPCP(L3,wan)]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IEEE802.1D:w:s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STP,RSTP,MSTP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スパツリ関係</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IEEE802.1x</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認証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ラディウスとサプリカント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3" name="表プレースホルダー 2"/>
          <p:cNvGraphicFramePr/>
          <p:nvPr/>
        </p:nvGraphicFramePr>
        <p:xfrm>
          <a:off x="869400" y="1102680"/>
          <a:ext cx="10451880" cy="477360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IEEE802.1x</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認証プロトコル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サプリカント</a:t>
                      </a:r>
                      <a:r>
                        <a:rPr lang="en-US" sz="2300" b="0" u="none" strike="noStrike">
                          <a:solidFill>
                            <a:schemeClr val="dk1"/>
                          </a:solidFill>
                          <a:effectLst/>
                          <a:uFillTx/>
                          <a:latin typeface="Meiryo UI"/>
                          <a:ea typeface="Meiryo UI"/>
                        </a:rPr>
                        <a:t>&lt;-&gt;</a:t>
                      </a:r>
                      <a:r>
                        <a:rPr lang="ja-JP" sz="2300" b="0" u="none" strike="noStrike">
                          <a:solidFill>
                            <a:schemeClr val="dk1"/>
                          </a:solidFill>
                          <a:effectLst/>
                          <a:uFillTx/>
                          <a:latin typeface="Meiryo UI"/>
                          <a:ea typeface="Meiryo UI"/>
                        </a:rPr>
                        <a:t>装置</a:t>
                      </a:r>
                      <a:r>
                        <a:rPr lang="en-US" sz="2300" b="0" u="none" strike="noStrike">
                          <a:solidFill>
                            <a:schemeClr val="dk1"/>
                          </a:solidFill>
                          <a:effectLst/>
                          <a:uFillTx/>
                          <a:latin typeface="Meiryo UI"/>
                          <a:ea typeface="Meiryo UI"/>
                        </a:rPr>
                        <a:t>&lt;-&gt;</a:t>
                      </a:r>
                      <a:r>
                        <a:rPr lang="ja-JP" sz="2300" b="0" u="none" strike="noStrike">
                          <a:solidFill>
                            <a:schemeClr val="dk1"/>
                          </a:solidFill>
                          <a:effectLst/>
                          <a:uFillTx/>
                          <a:latin typeface="Meiryo UI"/>
                          <a:ea typeface="Meiryo UI"/>
                        </a:rPr>
                        <a:t>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38088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サプリカント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a:t>
                      </a:r>
                      <a:r>
                        <a:rPr lang="en-US" sz="2300" b="0" u="none" strike="noStrike">
                          <a:solidFill>
                            <a:schemeClr val="dk1"/>
                          </a:solidFill>
                          <a:effectLst/>
                          <a:uFillTx/>
                          <a:latin typeface="Meiryo UI"/>
                          <a:ea typeface="Meiryo UI"/>
                        </a:rPr>
                        <a:t>PC</a:t>
                      </a:r>
                      <a:r>
                        <a:rPr lang="ja-JP" sz="2300" b="0" u="none" strike="noStrike">
                          <a:solidFill>
                            <a:schemeClr val="dk1"/>
                          </a:solidFill>
                          <a:effectLst/>
                          <a:uFillTx/>
                          <a:latin typeface="Meiryo UI"/>
                          <a:ea typeface="Meiryo UI"/>
                        </a:rPr>
                        <a:t>に導入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ソフトウェアもある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認証装置</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対応のスイッチや</a:t>
                      </a:r>
                      <a:r>
                        <a:rPr lang="en-US" sz="2300" b="0" u="none" strike="noStrike">
                          <a:solidFill>
                            <a:schemeClr val="dk1"/>
                          </a:solidFill>
                          <a:effectLst/>
                          <a:uFillTx/>
                          <a:latin typeface="Meiryo UI"/>
                          <a:ea typeface="Meiryo UI"/>
                        </a:rPr>
                        <a:t>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RADIUS</a:t>
                      </a:r>
                      <a:r>
                        <a:rPr lang="ja-JP" sz="2300" b="0" u="none" strike="noStrike">
                          <a:solidFill>
                            <a:schemeClr val="dk1"/>
                          </a:solidFill>
                          <a:effectLst/>
                          <a:uFillTx/>
                          <a:latin typeface="Meiryo UI"/>
                          <a:ea typeface="Meiryo UI"/>
                        </a:rPr>
                        <a:t>クライアント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認証サーバー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実際に認証するサーバー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RADIUS</a:t>
                      </a:r>
                      <a:r>
                        <a:rPr lang="ja-JP" sz="2300" b="0" u="none" strike="noStrike">
                          <a:solidFill>
                            <a:schemeClr val="dk1"/>
                          </a:solidFill>
                          <a:effectLst/>
                          <a:uFillTx/>
                          <a:latin typeface="Meiryo UI"/>
                          <a:ea typeface="Meiryo UI"/>
                        </a:rPr>
                        <a:t>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EAP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イープ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ppp</a:t>
                      </a:r>
                      <a:r>
                        <a:rPr lang="ja-JP" sz="2300" b="0" u="none" strike="noStrike">
                          <a:solidFill>
                            <a:schemeClr val="dk1"/>
                          </a:solidFill>
                          <a:effectLst/>
                          <a:uFillTx/>
                          <a:latin typeface="Meiryo UI"/>
                          <a:ea typeface="Meiryo UI"/>
                        </a:rPr>
                        <a:t>の拡張</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PEAP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ピープ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EAP</a:t>
                      </a:r>
                      <a:r>
                        <a:rPr lang="ja-JP" sz="2300" b="0" u="none" strike="noStrike">
                          <a:solidFill>
                            <a:schemeClr val="dk1"/>
                          </a:solidFill>
                          <a:effectLst/>
                          <a:uFillTx/>
                          <a:latin typeface="Meiryo UI"/>
                          <a:ea typeface="Meiryo UI"/>
                        </a:rPr>
                        <a:t>を</a:t>
                      </a:r>
                      <a:r>
                        <a:rPr lang="en-US" sz="2300" b="0" u="none" strike="noStrike">
                          <a:solidFill>
                            <a:schemeClr val="dk1"/>
                          </a:solidFill>
                          <a:effectLst/>
                          <a:uFillTx/>
                          <a:latin typeface="Meiryo UI"/>
                          <a:ea typeface="Meiryo UI"/>
                        </a:rPr>
                        <a:t>TLS</a:t>
                      </a:r>
                      <a:r>
                        <a:rPr lang="ja-JP" sz="2300" b="0" u="none" strike="noStrike">
                          <a:solidFill>
                            <a:schemeClr val="dk1"/>
                          </a:solidFill>
                          <a:effectLst/>
                          <a:uFillTx/>
                          <a:latin typeface="Meiryo UI"/>
                          <a:ea typeface="Meiryo UI"/>
                        </a:rPr>
                        <a:t>で保護。</a:t>
                      </a:r>
                      <a:r>
                        <a:rPr lang="en-US" sz="2300" b="0" u="none" strike="noStrike">
                          <a:solidFill>
                            <a:schemeClr val="dk1"/>
                          </a:solidFill>
                          <a:effectLst/>
                          <a:uFillTx/>
                          <a:latin typeface="Meiryo UI"/>
                          <a:ea typeface="Meiryo UI"/>
                        </a:rPr>
                        <a:t>EAP-TLS</a:t>
                      </a:r>
                      <a:r>
                        <a:rPr lang="ja-JP" sz="2300" b="0" u="none" strike="noStrike">
                          <a:solidFill>
                            <a:schemeClr val="dk1"/>
                          </a:solidFill>
                          <a:effectLst/>
                          <a:uFillTx/>
                          <a:latin typeface="Meiryo UI"/>
                          <a:ea typeface="Meiryo UI"/>
                        </a:rPr>
                        <a:t>とは別物</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4" name="表プレースホルダー 2"/>
          <p:cNvGraphicFramePr/>
          <p:nvPr/>
        </p:nvGraphicFramePr>
        <p:xfrm>
          <a:off x="869400" y="1102680"/>
          <a:ext cx="10451880" cy="5520600"/>
        </p:xfrm>
        <a:graphic>
          <a:graphicData uri="http://schemas.openxmlformats.org/drawingml/2006/table">
            <a:tbl>
              <a:tblPr/>
              <a:tblGrid>
                <a:gridCol w="2934720"/>
                <a:gridCol w="4261680"/>
                <a:gridCol w="325584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チャネルボンディング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144Mbps-&gt;300Mbps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MIMO</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データをバラバラにして複数のアンテナで送受信してまたくっつける</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URL</a:t>
                      </a:r>
                      <a:r>
                        <a:rPr lang="ja-JP" sz="2300" b="0" u="none" strike="noStrike">
                          <a:solidFill>
                            <a:schemeClr val="dk1"/>
                          </a:solidFill>
                          <a:effectLst/>
                          <a:uFillTx/>
                          <a:latin typeface="Meiryo UI"/>
                          <a:ea typeface="Meiryo UI"/>
                        </a:rPr>
                        <a:t>リライティング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表示される</a:t>
                      </a:r>
                      <a:r>
                        <a:rPr lang="en-US" sz="2300" b="0" u="none" strike="noStrike">
                          <a:solidFill>
                            <a:schemeClr val="dk1"/>
                          </a:solidFill>
                          <a:effectLst/>
                          <a:uFillTx/>
                          <a:latin typeface="Meiryo UI"/>
                          <a:ea typeface="Meiryo UI"/>
                        </a:rPr>
                        <a:t>URL</a:t>
                      </a:r>
                      <a:r>
                        <a:rPr lang="ja-JP" sz="2300" b="0" u="none" strike="noStrike">
                          <a:solidFill>
                            <a:schemeClr val="dk1"/>
                          </a:solidFill>
                          <a:effectLst/>
                          <a:uFillTx/>
                          <a:latin typeface="Meiryo UI"/>
                          <a:ea typeface="Meiryo UI"/>
                        </a:rPr>
                        <a:t>を変える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フレームアグリゲーション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宛先が同じ複数のフレームを連結して送信する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占有時間が長くなり他の通信が待たされる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5" name="表プレースホルダー 2"/>
          <p:cNvGraphicFramePr/>
          <p:nvPr/>
        </p:nvGraphicFramePr>
        <p:xfrm>
          <a:off x="869400" y="1102680"/>
          <a:ext cx="10451880" cy="547416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QoS(</a:t>
                      </a:r>
                      <a:r>
                        <a:rPr lang="ja-JP" sz="2300" b="0" u="none" strike="noStrike">
                          <a:solidFill>
                            <a:schemeClr val="dk1"/>
                          </a:solidFill>
                          <a:effectLst/>
                          <a:uFillTx/>
                          <a:latin typeface="Meiryo UI"/>
                          <a:ea typeface="Meiryo UI"/>
                        </a:rPr>
                        <a:t>クオリティー</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優先度</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帯域</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順番</a:t>
                      </a:r>
                      <a:r>
                        <a:rPr lang="en-US" sz="2300" b="0" u="none" strike="noStrike">
                          <a:solidFill>
                            <a:schemeClr val="dk1"/>
                          </a:solidFill>
                          <a:effectLst/>
                          <a:uFillTx/>
                          <a:latin typeface="Meiryo UI"/>
                          <a:ea typeface="Meiryo UI"/>
                        </a:rPr>
                        <a:t>,</a:t>
                      </a:r>
                      <a:br>
                        <a:rPr sz="2300"/>
                      </a:br>
                      <a:r>
                        <a:rPr lang="ja-JP" sz="2300" b="0" u="none" strike="noStrike">
                          <a:solidFill>
                            <a:schemeClr val="dk1"/>
                          </a:solidFill>
                          <a:effectLst/>
                          <a:uFillTx/>
                          <a:latin typeface="Meiryo UI"/>
                          <a:ea typeface="Meiryo UI"/>
                        </a:rPr>
                        <a:t>混雑対策</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分類</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マーキング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優先度は↓</a:t>
                      </a:r>
                      <a:r>
                        <a:rPr lang="en-US" sz="2300" b="0" u="none" strike="noStrike">
                          <a:solidFill>
                            <a:schemeClr val="dk1"/>
                          </a:solidFill>
                          <a:effectLst/>
                          <a:uFillTx/>
                          <a:latin typeface="Meiryo UI"/>
                          <a:ea typeface="Meiryo UI"/>
                        </a:rPr>
                        <a:t>2</a:t>
                      </a:r>
                      <a:r>
                        <a:rPr lang="ja-JP" sz="2300" b="0" u="none" strike="noStrike">
                          <a:solidFill>
                            <a:schemeClr val="dk1"/>
                          </a:solidFill>
                          <a:effectLst/>
                          <a:uFillTx/>
                          <a:latin typeface="Meiryo UI"/>
                          <a:ea typeface="Meiryo UI"/>
                        </a:rPr>
                        <a:t>つで分類</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CoS(</a:t>
                      </a:r>
                      <a:r>
                        <a:rPr lang="ja-JP" sz="2300" b="0" u="none" strike="noStrike">
                          <a:solidFill>
                            <a:schemeClr val="dk1"/>
                          </a:solidFill>
                          <a:effectLst/>
                          <a:uFillTx/>
                          <a:latin typeface="Meiryo UI"/>
                          <a:ea typeface="Meiryo UI"/>
                        </a:rPr>
                        <a:t>クラス</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IEEE802.1p</a:t>
                      </a:r>
                      <a:r>
                        <a:rPr lang="ja-JP" sz="2300" b="0" u="none" strike="noStrike">
                          <a:solidFill>
                            <a:schemeClr val="dk1"/>
                          </a:solidFill>
                          <a:effectLst/>
                          <a:uFillTx/>
                          <a:latin typeface="Meiryo UI"/>
                          <a:ea typeface="Meiryo UI"/>
                        </a:rPr>
                        <a:t>で既定。</a:t>
                      </a:r>
                      <a:r>
                        <a:rPr lang="en-US" sz="2300" b="0" u="none" strike="noStrike">
                          <a:solidFill>
                            <a:schemeClr val="dk1"/>
                          </a:solidFill>
                          <a:effectLst/>
                          <a:uFillTx/>
                          <a:latin typeface="Meiryo UI"/>
                          <a:ea typeface="Meiryo UI"/>
                        </a:rPr>
                        <a:t>L2Vlan</a:t>
                      </a:r>
                      <a:r>
                        <a:rPr lang="ja-JP" sz="2300" b="0" u="none" strike="noStrike">
                          <a:solidFill>
                            <a:schemeClr val="dk1"/>
                          </a:solidFill>
                          <a:effectLst/>
                          <a:uFillTx/>
                          <a:latin typeface="Meiryo UI"/>
                          <a:ea typeface="Meiryo UI"/>
                        </a:rPr>
                        <a:t>タグの</a:t>
                      </a:r>
                      <a:r>
                        <a:rPr lang="en-US" sz="2300" b="0" u="none" strike="noStrike">
                          <a:solidFill>
                            <a:schemeClr val="dk1"/>
                          </a:solidFill>
                          <a:effectLst/>
                          <a:uFillTx/>
                          <a:latin typeface="Meiryo UI"/>
                          <a:ea typeface="Meiryo UI"/>
                        </a:rPr>
                        <a:t>cpc</a:t>
                      </a:r>
                      <a:r>
                        <a:rPr lang="ja-JP" sz="2300" b="0" u="none" strike="noStrike">
                          <a:solidFill>
                            <a:schemeClr val="dk1"/>
                          </a:solidFill>
                          <a:effectLst/>
                          <a:uFillTx/>
                          <a:latin typeface="Meiryo UI"/>
                          <a:ea typeface="Meiryo UI"/>
                        </a:rPr>
                        <a:t>で判断</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用</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DSCP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L3</a:t>
                      </a:r>
                      <a:r>
                        <a:rPr lang="ja-JP" sz="2300" b="0" u="none" strike="noStrike">
                          <a:solidFill>
                            <a:schemeClr val="dk1"/>
                          </a:solidFill>
                          <a:effectLst/>
                          <a:uFillTx/>
                          <a:latin typeface="Meiryo UI"/>
                          <a:ea typeface="Meiryo UI"/>
                        </a:rPr>
                        <a:t>で使う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WAN</a:t>
                      </a:r>
                      <a:r>
                        <a:rPr lang="ja-JP" sz="2300" b="0" u="none" strike="noStrike">
                          <a:solidFill>
                            <a:schemeClr val="dk1"/>
                          </a:solidFill>
                          <a:effectLst/>
                          <a:uFillTx/>
                          <a:latin typeface="Meiryo UI"/>
                          <a:ea typeface="Meiryo UI"/>
                        </a:rPr>
                        <a:t>向け</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MTU</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転送最大サイズ</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それを調べるのが</a:t>
                      </a:r>
                      <a:r>
                        <a:rPr lang="en-US" sz="2300" b="0" u="none" strike="noStrike">
                          <a:solidFill>
                            <a:schemeClr val="dk1"/>
                          </a:solidFill>
                          <a:effectLst/>
                          <a:uFillTx/>
                          <a:latin typeface="Meiryo UI"/>
                          <a:ea typeface="Meiryo UI"/>
                        </a:rPr>
                        <a:t>MTU</a:t>
                      </a:r>
                      <a:r>
                        <a:rPr lang="ja-JP" sz="2300" b="0" u="none" strike="noStrike">
                          <a:solidFill>
                            <a:schemeClr val="dk1"/>
                          </a:solidFill>
                          <a:effectLst/>
                          <a:uFillTx/>
                          <a:latin typeface="Meiryo UI"/>
                          <a:ea typeface="Meiryo UI"/>
                        </a:rPr>
                        <a:t>探索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MTU</a:t>
                      </a:r>
                      <a:r>
                        <a:rPr lang="ja-JP" sz="2300" b="0" u="none" strike="noStrike">
                          <a:solidFill>
                            <a:schemeClr val="dk1"/>
                          </a:solidFill>
                          <a:effectLst/>
                          <a:uFillTx/>
                          <a:latin typeface="Meiryo UI"/>
                          <a:ea typeface="Meiryo UI"/>
                        </a:rPr>
                        <a:t>探索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ping </a:t>
                      </a:r>
                      <a:r>
                        <a:rPr lang="ja-JP" sz="2300" b="0" u="none" strike="noStrike">
                          <a:solidFill>
                            <a:schemeClr val="dk1"/>
                          </a:solidFill>
                          <a:effectLst/>
                          <a:uFillTx/>
                          <a:latin typeface="Meiryo UI"/>
                          <a:ea typeface="Meiryo UI"/>
                        </a:rPr>
                        <a:t>宛先 –</a:t>
                      </a:r>
                      <a:r>
                        <a:rPr lang="en-US" sz="2300" b="0" u="none" strike="noStrike">
                          <a:solidFill>
                            <a:schemeClr val="dk1"/>
                          </a:solidFill>
                          <a:effectLst/>
                          <a:uFillTx/>
                          <a:latin typeface="Meiryo UI"/>
                          <a:ea typeface="Meiryo UI"/>
                        </a:rPr>
                        <a:t>f –l 1472</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1472</a:t>
                      </a:r>
                      <a:r>
                        <a:rPr lang="ja-JP" sz="2300" b="0" u="none" strike="noStrike">
                          <a:solidFill>
                            <a:schemeClr val="dk1"/>
                          </a:solidFill>
                          <a:effectLst/>
                          <a:uFillTx/>
                          <a:latin typeface="Meiryo UI"/>
                          <a:ea typeface="Meiryo UI"/>
                        </a:rPr>
                        <a:t>バイトのデータを分割しないで送る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6" name="表プレースホルダー 2"/>
          <p:cNvGraphicFramePr/>
          <p:nvPr/>
        </p:nvGraphicFramePr>
        <p:xfrm>
          <a:off x="869400" y="1102680"/>
          <a:ext cx="10461600" cy="5166720"/>
        </p:xfrm>
        <a:graphic>
          <a:graphicData uri="http://schemas.openxmlformats.org/drawingml/2006/table">
            <a:tbl>
              <a:tblPr/>
              <a:tblGrid>
                <a:gridCol w="2374920"/>
                <a:gridCol w="1392480"/>
                <a:gridCol w="669456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フォワードプロキシ</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秘匿</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監視</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キャッシュの共有</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リバースプロキシ</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SV</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秘匿</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攻撃防止</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キャッシュの共有</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p>
                      <a:pPr algn="ctr" defTabSz="914400">
                        <a:lnSpc>
                          <a:spcPct val="100000"/>
                        </a:lnSpc>
                      </a:pPr>
                      <a:r>
                        <a:rPr lang="en-US" sz="2300" b="0" u="none" strike="noStrike">
                          <a:solidFill>
                            <a:schemeClr val="dk1"/>
                          </a:solidFill>
                          <a:effectLst/>
                          <a:uFillTx/>
                          <a:latin typeface="Meiryo UI"/>
                          <a:ea typeface="Meiryo UI"/>
                        </a:rPr>
                        <a:t>TLS</a:t>
                      </a:r>
                      <a:r>
                        <a:rPr lang="ja-JP" sz="2300" b="0" u="none" strike="noStrike">
                          <a:solidFill>
                            <a:schemeClr val="dk1"/>
                          </a:solidFill>
                          <a:effectLst/>
                          <a:uFillTx/>
                          <a:latin typeface="Meiryo UI"/>
                          <a:ea typeface="Meiryo UI"/>
                        </a:rPr>
                        <a:t>アクセラレーター</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ロードバランサー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1800" b="0" u="none" strike="noStrike">
                          <a:solidFill>
                            <a:schemeClr val="dk1"/>
                          </a:solidFill>
                          <a:effectLst/>
                          <a:uFillTx/>
                          <a:latin typeface="Meiryo UI"/>
                          <a:ea typeface="Meiryo UI"/>
                        </a:rPr>
                        <a:t>TLS</a:t>
                      </a:r>
                      <a:r>
                        <a:rPr lang="ja-JP" sz="1800" b="0" u="none" strike="noStrike">
                          <a:solidFill>
                            <a:schemeClr val="dk1"/>
                          </a:solidFill>
                          <a:effectLst/>
                          <a:uFillTx/>
                          <a:latin typeface="Meiryo UI"/>
                          <a:ea typeface="Meiryo UI"/>
                        </a:rPr>
                        <a:t>アクセラレーター</a:t>
                      </a:r>
                      <a:endParaRPr lang="en-US" sz="18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リバプロ〇</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TLS</a:t>
                      </a:r>
                      <a:r>
                        <a:rPr lang="ja-JP" sz="2300" b="0" u="none" strike="noStrike">
                          <a:solidFill>
                            <a:schemeClr val="dk1"/>
                          </a:solidFill>
                          <a:effectLst/>
                          <a:uFillTx/>
                          <a:latin typeface="Meiryo UI"/>
                          <a:ea typeface="Meiryo UI"/>
                        </a:rPr>
                        <a:t>認証を代わりにやってくれる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ロードバランサー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リバプロ△</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負荷分散をしてくれる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WAF</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リバプロ〇</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WA</a:t>
                      </a:r>
                      <a:r>
                        <a:rPr lang="ja-JP" sz="2300" b="0" u="none" strike="noStrike">
                          <a:solidFill>
                            <a:schemeClr val="dk1"/>
                          </a:solidFill>
                          <a:effectLst/>
                          <a:uFillTx/>
                          <a:latin typeface="Meiryo UI"/>
                          <a:ea typeface="Meiryo UI"/>
                        </a:rPr>
                        <a:t>用の</a:t>
                      </a:r>
                      <a:r>
                        <a:rPr lang="en-US" sz="2300" b="0" u="none" strike="noStrike">
                          <a:solidFill>
                            <a:schemeClr val="dk1"/>
                          </a:solidFill>
                          <a:effectLst/>
                          <a:uFillTx/>
                          <a:latin typeface="Meiryo UI"/>
                          <a:ea typeface="Meiryo UI"/>
                        </a:rPr>
                        <a:t>FW</a:t>
                      </a:r>
                      <a:r>
                        <a:rPr lang="ja-JP" sz="2300" b="0" u="none" strike="noStrike">
                          <a:solidFill>
                            <a:schemeClr val="dk1"/>
                          </a:solidFill>
                          <a:effectLst/>
                          <a:uFillTx/>
                          <a:latin typeface="Meiryo UI"/>
                          <a:ea typeface="Meiryo UI"/>
                        </a:rPr>
                        <a:t>で攻撃を検知</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ブロックしてくれる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リバースキャッシュ</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リバプロ〇</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400" b="0" u="none" strike="noStrike">
                          <a:solidFill>
                            <a:schemeClr val="dk1"/>
                          </a:solidFill>
                          <a:effectLst/>
                          <a:uFillTx/>
                          <a:latin typeface="Meiryo UI"/>
                          <a:ea typeface="Meiryo UI"/>
                        </a:rPr>
                        <a:t>静的コンテンツを保持してサーバーの負荷を軽減</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77" name="表プレースホルダー 2"/>
          <p:cNvGraphicFramePr/>
          <p:nvPr/>
        </p:nvGraphicFramePr>
        <p:xfrm>
          <a:off x="869400" y="3821040"/>
          <a:ext cx="10451880" cy="3007440"/>
        </p:xfrm>
        <a:graphic>
          <a:graphicData uri="http://schemas.openxmlformats.org/drawingml/2006/table">
            <a:tbl>
              <a:tblPr/>
              <a:tblGrid>
                <a:gridCol w="1772640"/>
                <a:gridCol w="2425320"/>
                <a:gridCol w="6254280"/>
              </a:tblGrid>
              <a:tr h="6854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IDS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ディテクション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不正な挙動を検知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854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プレヴェンション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IDS+</a:t>
                      </a:r>
                      <a:r>
                        <a:rPr lang="ja-JP" sz="2300" b="0" u="none" strike="noStrike">
                          <a:solidFill>
                            <a:schemeClr val="dk1"/>
                          </a:solidFill>
                          <a:effectLst/>
                          <a:uFillTx/>
                          <a:latin typeface="Meiryo UI"/>
                          <a:ea typeface="Meiryo UI"/>
                        </a:rPr>
                        <a:t>ブロック</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8544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シグネチャ型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ブラック</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シグネチャ</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不正パターン</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を基に検知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8544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アノマリ型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ホワイト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正常なパターンを登録</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学習</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して検知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pic>
        <p:nvPicPr>
          <p:cNvPr id="578" name="図 2" descr="ダイアグラム&#10;&#10;自動的に生成された説明"/>
          <p:cNvPicPr/>
          <p:nvPr/>
        </p:nvPicPr>
        <p:blipFill>
          <a:blip r:embed="rId1"/>
          <a:stretch/>
        </p:blipFill>
        <p:spPr>
          <a:xfrm>
            <a:off x="425160" y="848880"/>
            <a:ext cx="5568480" cy="2579400"/>
          </a:xfrm>
          <a:prstGeom prst="rect">
            <a:avLst/>
          </a:prstGeom>
          <a:noFill/>
          <a:ln w="0">
            <a:noFill/>
          </a:ln>
        </p:spPr>
      </p:pic>
      <p:pic>
        <p:nvPicPr>
          <p:cNvPr id="579" name="図 4" descr="ダイアグラム が含まれている画像&#10;&#10;自動的に生成された説明"/>
          <p:cNvPicPr/>
          <p:nvPr/>
        </p:nvPicPr>
        <p:blipFill>
          <a:blip r:embed="rId2"/>
          <a:stretch/>
        </p:blipFill>
        <p:spPr>
          <a:xfrm>
            <a:off x="5994360" y="392040"/>
            <a:ext cx="5327640" cy="3036240"/>
          </a:xfrm>
          <a:prstGeom prst="rect">
            <a:avLst/>
          </a:prstGeom>
          <a:noFill/>
          <a:ln w="0">
            <a:noFill/>
          </a:ln>
        </p:spPr>
      </p:pic>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0"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ラウンドロビン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順番</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重み付き</a:t>
                      </a:r>
                      <a:r>
                        <a:rPr lang="en-US" sz="2300" b="0" u="none" strike="noStrike">
                          <a:solidFill>
                            <a:schemeClr val="dk1"/>
                          </a:solidFill>
                          <a:effectLst/>
                          <a:uFillTx/>
                          <a:latin typeface="Meiryo UI"/>
                          <a:ea typeface="Meiryo UI"/>
                        </a:rPr>
                        <a:t>RR</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重みに応じて順番</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最小接続数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コネクションが少ない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最小負荷</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負荷が少ない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ハッシュ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コンテンツ分散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1" name="表プレースホルダー 2"/>
          <p:cNvGraphicFramePr/>
          <p:nvPr/>
        </p:nvGraphicFramePr>
        <p:xfrm>
          <a:off x="869400" y="1102680"/>
          <a:ext cx="10451880" cy="547416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リゾルバ</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ユーザーのスタブリゾルバ</a:t>
                      </a:r>
                      <a:br>
                        <a:rPr sz="2300"/>
                      </a:br>
                      <a:r>
                        <a:rPr lang="ja-JP" sz="2300" b="0" u="none" strike="noStrike">
                          <a:solidFill>
                            <a:schemeClr val="dk1"/>
                          </a:solidFill>
                          <a:effectLst/>
                          <a:uFillTx/>
                          <a:latin typeface="Meiryo UI"/>
                          <a:ea typeface="Meiryo UI"/>
                        </a:rPr>
                        <a:t>とやり取りする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ユーザーに一番近い普通のやつ</a:t>
                      </a:r>
                      <a:br>
                        <a:rPr sz="2300"/>
                      </a:br>
                      <a:r>
                        <a:rPr lang="ja-JP" sz="2300" b="0" u="none" strike="noStrike">
                          <a:solidFill>
                            <a:schemeClr val="dk1"/>
                          </a:solidFill>
                          <a:effectLst/>
                          <a:uFillTx/>
                          <a:latin typeface="Meiryo UI"/>
                          <a:ea typeface="Meiryo UI"/>
                        </a:rPr>
                        <a:t>フルサービスリゾルバ</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キャッシュ</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リゾルバ</a:t>
                      </a:r>
                      <a:r>
                        <a:rPr lang="en-US" sz="2300" b="0" u="none" strike="noStrike">
                          <a:solidFill>
                            <a:schemeClr val="dk1"/>
                          </a:solidFill>
                          <a:effectLst/>
                          <a:uFillTx/>
                          <a:latin typeface="Meiryo UI"/>
                          <a:ea typeface="Meiryo UI"/>
                        </a:rPr>
                        <a:t>DNS+</a:t>
                      </a:r>
                      <a:br>
                        <a:rPr sz="2300"/>
                      </a:br>
                      <a:r>
                        <a:rPr lang="ja-JP" sz="2300" b="0" u="none" strike="noStrike">
                          <a:solidFill>
                            <a:schemeClr val="dk1"/>
                          </a:solidFill>
                          <a:effectLst/>
                          <a:uFillTx/>
                          <a:latin typeface="Meiryo UI"/>
                          <a:ea typeface="Meiryo UI"/>
                        </a:rPr>
                        <a:t>キャッシュ機能</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ユーザーに一番近いすごいやつ</a:t>
                      </a:r>
                      <a:br>
                        <a:rPr sz="2300"/>
                      </a:br>
                      <a:r>
                        <a:rPr lang="en-US" sz="2300" b="0" u="none" strike="noStrike">
                          <a:solidFill>
                            <a:schemeClr val="dk1"/>
                          </a:solidFill>
                          <a:effectLst/>
                          <a:uFillTx/>
                          <a:latin typeface="Meiryo UI"/>
                          <a:ea typeface="Meiryo UI"/>
                        </a:rPr>
                        <a:t>Google,CloudFlare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オープンリゾルバ</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危険なリゾルバ</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ユーザーに近い誰でも使えるから危険</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ルート</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TLD</a:t>
                      </a:r>
                      <a:r>
                        <a:rPr lang="ja-JP" sz="2300" b="0" u="none" strike="noStrike">
                          <a:solidFill>
                            <a:schemeClr val="dk1"/>
                          </a:solidFill>
                          <a:effectLst/>
                          <a:uFillTx/>
                          <a:latin typeface="Meiryo UI"/>
                          <a:ea typeface="Meiryo UI"/>
                        </a:rPr>
                        <a:t>権威</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の場所を知っている人</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ICANN</a:t>
                      </a:r>
                      <a:r>
                        <a:rPr lang="ja-JP" sz="2300" b="0" u="none" strike="noStrike">
                          <a:solidFill>
                            <a:schemeClr val="dk1"/>
                          </a:solidFill>
                          <a:effectLst/>
                          <a:uFillTx/>
                          <a:latin typeface="Meiryo UI"/>
                          <a:ea typeface="Meiryo UI"/>
                        </a:rPr>
                        <a:t>の</a:t>
                      </a:r>
                      <a:r>
                        <a:rPr lang="en-US" sz="2300" b="0" u="none" strike="noStrike">
                          <a:solidFill>
                            <a:schemeClr val="dk1"/>
                          </a:solidFill>
                          <a:effectLst/>
                          <a:uFillTx/>
                          <a:latin typeface="Meiryo UI"/>
                          <a:ea typeface="Meiryo UI"/>
                        </a:rPr>
                        <a:t>IANA</a:t>
                      </a:r>
                      <a:r>
                        <a:rPr lang="ja-JP" sz="2300" b="0" u="none" strike="noStrike">
                          <a:solidFill>
                            <a:schemeClr val="dk1"/>
                          </a:solidFill>
                          <a:effectLst/>
                          <a:uFillTx/>
                          <a:latin typeface="Meiryo UI"/>
                          <a:ea typeface="Meiryo UI"/>
                        </a:rPr>
                        <a:t>が管理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TLD</a:t>
                      </a:r>
                      <a:r>
                        <a:rPr lang="ja-JP" sz="2300" b="0" u="none" strike="noStrike">
                          <a:solidFill>
                            <a:schemeClr val="dk1"/>
                          </a:solidFill>
                          <a:effectLst/>
                          <a:uFillTx/>
                          <a:latin typeface="Meiryo UI"/>
                          <a:ea typeface="Meiryo UI"/>
                        </a:rPr>
                        <a:t>権威</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権威</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の場所を知っている人</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ICANN</a:t>
                      </a:r>
                      <a:r>
                        <a:rPr lang="ja-JP" sz="2300" b="0" u="none" strike="noStrike">
                          <a:solidFill>
                            <a:schemeClr val="dk1"/>
                          </a:solidFill>
                          <a:effectLst/>
                          <a:uFillTx/>
                          <a:latin typeface="Meiryo UI"/>
                          <a:ea typeface="Meiryo UI"/>
                        </a:rPr>
                        <a:t>の</a:t>
                      </a:r>
                      <a:r>
                        <a:rPr lang="en-US" sz="2300" b="0" u="none" strike="noStrike">
                          <a:solidFill>
                            <a:schemeClr val="dk1"/>
                          </a:solidFill>
                          <a:effectLst/>
                          <a:uFillTx/>
                          <a:latin typeface="Meiryo UI"/>
                          <a:ea typeface="Meiryo UI"/>
                        </a:rPr>
                        <a:t>IANA</a:t>
                      </a:r>
                      <a:r>
                        <a:rPr lang="ja-JP" sz="2300" b="0" u="none" strike="noStrike">
                          <a:solidFill>
                            <a:schemeClr val="dk1"/>
                          </a:solidFill>
                          <a:effectLst/>
                          <a:uFillTx/>
                          <a:latin typeface="Meiryo UI"/>
                          <a:ea typeface="Meiryo UI"/>
                        </a:rPr>
                        <a:t>が管理者を決める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権威</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宛先の住所を持っている人</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ドメイン所有者やホスティング業者</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2" name="表プレースホルダー 2"/>
          <p:cNvGraphicFramePr/>
          <p:nvPr/>
        </p:nvGraphicFramePr>
        <p:xfrm>
          <a:off x="869400" y="1102680"/>
          <a:ext cx="10451880" cy="547416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FQDN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ホスト</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ドメイン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第</a:t>
                      </a:r>
                      <a:r>
                        <a:rPr lang="en-US" sz="2300" b="0" u="none" strike="noStrike">
                          <a:solidFill>
                            <a:schemeClr val="dk1"/>
                          </a:solidFill>
                          <a:effectLst/>
                          <a:uFillTx/>
                          <a:latin typeface="Meiryo UI"/>
                          <a:ea typeface="Meiryo UI"/>
                        </a:rPr>
                        <a:t>4(</a:t>
                      </a:r>
                      <a:r>
                        <a:rPr lang="ja-JP" sz="2300" b="0" u="none" strike="noStrike">
                          <a:solidFill>
                            <a:schemeClr val="dk1"/>
                          </a:solidFill>
                          <a:effectLst/>
                          <a:uFillTx/>
                          <a:latin typeface="Meiryo UI"/>
                          <a:ea typeface="Meiryo UI"/>
                        </a:rPr>
                        <a:t>ホスト</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第</a:t>
                      </a:r>
                      <a:r>
                        <a:rPr lang="en-US" sz="2300" b="0" u="none" strike="noStrike">
                          <a:solidFill>
                            <a:schemeClr val="dk1"/>
                          </a:solidFill>
                          <a:effectLst/>
                          <a:uFillTx/>
                          <a:latin typeface="Meiryo UI"/>
                          <a:ea typeface="Meiryo UI"/>
                        </a:rPr>
                        <a:t>3+</a:t>
                      </a:r>
                      <a:r>
                        <a:rPr lang="ja-JP" sz="2300" b="0" u="none" strike="noStrike">
                          <a:solidFill>
                            <a:schemeClr val="dk1"/>
                          </a:solidFill>
                          <a:effectLst/>
                          <a:uFillTx/>
                          <a:latin typeface="Meiryo UI"/>
                          <a:ea typeface="Meiryo UI"/>
                        </a:rPr>
                        <a:t>第</a:t>
                      </a:r>
                      <a:r>
                        <a:rPr lang="en-US" sz="2300" b="0" u="none" strike="noStrike">
                          <a:solidFill>
                            <a:schemeClr val="dk1"/>
                          </a:solidFill>
                          <a:effectLst/>
                          <a:uFillTx/>
                          <a:latin typeface="Meiryo UI"/>
                          <a:ea typeface="Meiryo UI"/>
                        </a:rPr>
                        <a:t>2+</a:t>
                      </a:r>
                      <a:r>
                        <a:rPr lang="ja-JP" sz="2300" b="0" u="none" strike="noStrike">
                          <a:solidFill>
                            <a:schemeClr val="dk1"/>
                          </a:solidFill>
                          <a:effectLst/>
                          <a:uFillTx/>
                          <a:latin typeface="Meiryo UI"/>
                          <a:ea typeface="Meiryo UI"/>
                        </a:rPr>
                        <a:t>トップ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URL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スキーマ</a:t>
                      </a:r>
                      <a:r>
                        <a:rPr lang="en-US" sz="2300" b="0" u="none" strike="noStrike">
                          <a:solidFill>
                            <a:schemeClr val="dk1"/>
                          </a:solidFill>
                          <a:effectLst/>
                          <a:uFillTx/>
                          <a:latin typeface="Meiryo UI"/>
                          <a:ea typeface="Meiryo UI"/>
                        </a:rPr>
                        <a:t>+FQDN+etc…</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サブドメイン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基本的に第</a:t>
                      </a:r>
                      <a:r>
                        <a:rPr lang="en-US" sz="2300" b="0" u="none" strike="noStrike">
                          <a:solidFill>
                            <a:schemeClr val="dk1"/>
                          </a:solidFill>
                          <a:effectLst/>
                          <a:uFillTx/>
                          <a:latin typeface="Meiryo UI"/>
                          <a:ea typeface="Meiryo UI"/>
                        </a:rPr>
                        <a:t>3</a:t>
                      </a:r>
                      <a:r>
                        <a:rPr lang="ja-JP" sz="2300" b="0" u="none" strike="noStrike">
                          <a:solidFill>
                            <a:schemeClr val="dk1"/>
                          </a:solidFill>
                          <a:effectLst/>
                          <a:uFillTx/>
                          <a:latin typeface="Meiryo UI"/>
                          <a:ea typeface="Meiryo UI"/>
                        </a:rPr>
                        <a:t>ドメインを指す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場合によっては第</a:t>
                      </a:r>
                      <a:r>
                        <a:rPr lang="en-US" sz="2300" b="0" u="none" strike="noStrike">
                          <a:solidFill>
                            <a:schemeClr val="dk1"/>
                          </a:solidFill>
                          <a:effectLst/>
                          <a:uFillTx/>
                          <a:latin typeface="Meiryo UI"/>
                          <a:ea typeface="Meiryo UI"/>
                        </a:rPr>
                        <a:t>4</a:t>
                      </a:r>
                      <a:r>
                        <a:rPr lang="ja-JP" sz="2300" b="0" u="none" strike="noStrike">
                          <a:solidFill>
                            <a:schemeClr val="dk1"/>
                          </a:solidFill>
                          <a:effectLst/>
                          <a:uFillTx/>
                          <a:latin typeface="Meiryo UI"/>
                          <a:ea typeface="Meiryo UI"/>
                        </a:rPr>
                        <a:t>ドメインの可能性も</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スキーマ</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基本的にプロトコルが入るが</a:t>
                      </a:r>
                      <a:r>
                        <a:rPr lang="en-US" sz="2300" b="0" u="none" strike="noStrike">
                          <a:solidFill>
                            <a:schemeClr val="dk1"/>
                          </a:solidFill>
                          <a:effectLst/>
                          <a:uFillTx/>
                          <a:latin typeface="Meiryo UI"/>
                          <a:ea typeface="Meiryo UI"/>
                        </a:rPr>
                        <a:t>file:</a:t>
                      </a:r>
                      <a:r>
                        <a:rPr lang="ja-JP" sz="2300" b="0" u="none" strike="noStrike">
                          <a:solidFill>
                            <a:schemeClr val="dk1"/>
                          </a:solidFill>
                          <a:effectLst/>
                          <a:uFillTx/>
                          <a:latin typeface="Meiryo UI"/>
                          <a:ea typeface="Meiryo UI"/>
                        </a:rPr>
                        <a:t>のようなスキーマもある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ゾーン転送</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プライマリ</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主</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と</a:t>
                      </a:r>
                      <a:br>
                        <a:rPr sz="2300"/>
                      </a:br>
                      <a:r>
                        <a:rPr lang="ja-JP" sz="2300" b="0" u="none" strike="noStrike">
                          <a:solidFill>
                            <a:schemeClr val="dk1"/>
                          </a:solidFill>
                          <a:effectLst/>
                          <a:uFillTx/>
                          <a:latin typeface="Meiryo UI"/>
                          <a:ea typeface="Meiryo UI"/>
                        </a:rPr>
                        <a:t>セカンダリ</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予備</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の同期</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400" b="0" u="none" strike="noStrike">
                          <a:solidFill>
                            <a:schemeClr val="dk1"/>
                          </a:solidFill>
                          <a:effectLst/>
                          <a:uFillTx/>
                          <a:latin typeface="Meiryo UI"/>
                          <a:ea typeface="Meiryo UI"/>
                        </a:rPr>
                        <a:t>権威</a:t>
                      </a:r>
                      <a:r>
                        <a:rPr lang="en-US" sz="24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と</a:t>
                      </a:r>
                      <a:r>
                        <a:rPr lang="en-US" sz="2300" b="0" u="none" strike="noStrike">
                          <a:solidFill>
                            <a:schemeClr val="dk1"/>
                          </a:solidFill>
                          <a:effectLst/>
                          <a:uFillTx/>
                          <a:latin typeface="Meiryo UI"/>
                          <a:ea typeface="Meiryo UI"/>
                        </a:rPr>
                        <a:t>TLD</a:t>
                      </a:r>
                      <a:r>
                        <a:rPr lang="ja-JP" sz="2400" b="0" u="none" strike="noStrike">
                          <a:solidFill>
                            <a:schemeClr val="dk1"/>
                          </a:solidFill>
                          <a:effectLst/>
                          <a:uFillTx/>
                          <a:latin typeface="Meiryo UI"/>
                          <a:ea typeface="Meiryo UI"/>
                        </a:rPr>
                        <a:t>権威</a:t>
                      </a:r>
                      <a:r>
                        <a:rPr lang="en-US" sz="2400" b="0" u="none" strike="noStrike">
                          <a:solidFill>
                            <a:schemeClr val="dk1"/>
                          </a:solidFill>
                          <a:effectLst/>
                          <a:uFillTx/>
                          <a:latin typeface="Meiryo UI"/>
                          <a:ea typeface="Meiryo UI"/>
                        </a:rPr>
                        <a:t>DNS</a:t>
                      </a:r>
                      <a:r>
                        <a:rPr lang="ja-JP" sz="2400" b="0" u="none" strike="noStrike">
                          <a:solidFill>
                            <a:schemeClr val="dk1"/>
                          </a:solidFill>
                          <a:effectLst/>
                          <a:uFillTx/>
                          <a:latin typeface="Meiryo UI"/>
                          <a:ea typeface="Meiryo UI"/>
                        </a:rPr>
                        <a:t>にのみある</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3" name="表プレースホルダー 2"/>
          <p:cNvGraphicFramePr/>
          <p:nvPr/>
        </p:nvGraphicFramePr>
        <p:xfrm>
          <a:off x="869400" y="680760"/>
          <a:ext cx="10451880" cy="5553000"/>
        </p:xfrm>
        <a:graphic>
          <a:graphicData uri="http://schemas.openxmlformats.org/drawingml/2006/table">
            <a:tbl>
              <a:tblPr/>
              <a:tblGrid>
                <a:gridCol w="2052720"/>
                <a:gridCol w="3494520"/>
                <a:gridCol w="4905000"/>
              </a:tblGrid>
              <a:tr h="7221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SNMP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ネットワークを管理するプロトコル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エージェントとマネージャーがやりとりする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5996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エージェント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管理される側に常駐</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イメージはサーバー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5996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マネージャー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管理する側に常駐</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イメージはクライアント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5996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ボーリング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マネージャーから見に行く</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5996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トラップ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エージェントから通知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5996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MIB</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エージェントの情報をまとめたファイル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5996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インフォーム</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トラップの</a:t>
                      </a:r>
                      <a:r>
                        <a:rPr lang="en-US" sz="2300" b="0" u="none" strike="noStrike">
                          <a:solidFill>
                            <a:schemeClr val="dk1"/>
                          </a:solidFill>
                          <a:effectLst/>
                          <a:uFillTx/>
                          <a:latin typeface="Meiryo UI"/>
                          <a:ea typeface="Meiryo UI"/>
                        </a:rPr>
                        <a:t>v2,v3</a:t>
                      </a:r>
                      <a:r>
                        <a:rPr lang="ja-JP" sz="2300" b="0" u="none" strike="noStrike">
                          <a:solidFill>
                            <a:schemeClr val="dk1"/>
                          </a:solidFill>
                          <a:effectLst/>
                          <a:uFillTx/>
                          <a:latin typeface="Meiryo UI"/>
                          <a:ea typeface="Meiryo UI"/>
                        </a:rPr>
                        <a:t>で使われる技術</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マネージャーからの応答がない場合に再送してくれる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4"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PPP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PAP</a:t>
                      </a:r>
                      <a:r>
                        <a:rPr lang="ja-JP" sz="2300" b="0" u="none" strike="noStrike">
                          <a:solidFill>
                            <a:schemeClr val="dk1"/>
                          </a:solidFill>
                          <a:effectLst/>
                          <a:uFillTx/>
                          <a:latin typeface="Meiryo UI"/>
                          <a:ea typeface="Meiryo UI"/>
                        </a:rPr>
                        <a:t>または</a:t>
                      </a:r>
                      <a:r>
                        <a:rPr lang="en-US" sz="2300" b="0" u="none" strike="noStrike">
                          <a:solidFill>
                            <a:schemeClr val="dk1"/>
                          </a:solidFill>
                          <a:effectLst/>
                          <a:uFillTx/>
                          <a:latin typeface="Meiryo UI"/>
                          <a:ea typeface="Meiryo UI"/>
                        </a:rPr>
                        <a:t>CHAP</a:t>
                      </a:r>
                      <a:r>
                        <a:rPr lang="ja-JP" sz="2300" b="0" u="none" strike="noStrike">
                          <a:solidFill>
                            <a:schemeClr val="dk1"/>
                          </a:solidFill>
                          <a:effectLst/>
                          <a:uFillTx/>
                          <a:latin typeface="Meiryo UI"/>
                          <a:ea typeface="Meiryo UI"/>
                        </a:rPr>
                        <a:t>で認証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PPTP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PPP</a:t>
                      </a:r>
                      <a:r>
                        <a:rPr lang="ja-JP" sz="2300" b="0" u="none" strike="noStrike">
                          <a:solidFill>
                            <a:schemeClr val="dk1"/>
                          </a:solidFill>
                          <a:effectLst/>
                          <a:uFillTx/>
                          <a:latin typeface="Meiryo UI"/>
                          <a:ea typeface="Meiryo UI"/>
                        </a:rPr>
                        <a:t>をトンネルする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パスワード認証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CHAP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チャレンジレスポンス認証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5"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クライアント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TLS</a:t>
                      </a:r>
                      <a:r>
                        <a:rPr lang="ja-JP" sz="2300" b="0" u="none" strike="noStrike">
                          <a:solidFill>
                            <a:schemeClr val="dk1"/>
                          </a:solidFill>
                          <a:effectLst/>
                          <a:uFillTx/>
                          <a:latin typeface="Meiryo UI"/>
                          <a:ea typeface="Meiryo UI"/>
                        </a:rPr>
                        <a:t>ハンドシェイク</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ハロー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暗号スイートの送信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暗号方式の決定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ハロー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証明書を送る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サーティフィケート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6"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クライアント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TCP</a:t>
                      </a:r>
                      <a:r>
                        <a:rPr lang="ja-JP" sz="2300" b="0" u="none" strike="noStrike">
                          <a:solidFill>
                            <a:schemeClr val="dk1"/>
                          </a:solidFill>
                          <a:effectLst/>
                          <a:uFillTx/>
                          <a:latin typeface="Meiryo UI"/>
                          <a:ea typeface="Meiryo UI"/>
                        </a:rPr>
                        <a:t>接続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つなぐよ</a:t>
                      </a:r>
                      <a:r>
                        <a:rPr lang="en-US" sz="2300" b="0" u="none" strike="noStrike">
                          <a:solidFill>
                            <a:schemeClr val="dk1"/>
                          </a:solidFill>
                          <a:effectLst/>
                          <a:uFillTx/>
                          <a:latin typeface="Meiryo UI"/>
                          <a:ea typeface="Meiryo UI"/>
                        </a:rPr>
                        <a:t>(syn)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いいよ</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そっちは</a:t>
                      </a:r>
                      <a:r>
                        <a:rPr lang="en-US" sz="2300" b="0" u="none" strike="noStrike">
                          <a:solidFill>
                            <a:schemeClr val="dk1"/>
                          </a:solidFill>
                          <a:effectLst/>
                          <a:uFillTx/>
                          <a:latin typeface="Meiryo UI"/>
                          <a:ea typeface="Meiryo UI"/>
                        </a:rPr>
                        <a:t>? (syn+ack)</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いいよ</a:t>
                      </a:r>
                      <a:r>
                        <a:rPr lang="en-US" sz="2300" b="0" u="none" strike="noStrike">
                          <a:solidFill>
                            <a:schemeClr val="dk1"/>
                          </a:solidFill>
                          <a:effectLst/>
                          <a:uFillTx/>
                          <a:latin typeface="Meiryo UI"/>
                          <a:ea typeface="Meiryo UI"/>
                        </a:rPr>
                        <a:t>(ack)</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7"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クライアント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TCP</a:t>
                      </a:r>
                      <a:r>
                        <a:rPr lang="ja-JP" sz="2300" b="0" u="none" strike="noStrike">
                          <a:solidFill>
                            <a:schemeClr val="dk1"/>
                          </a:solidFill>
                          <a:effectLst/>
                          <a:uFillTx/>
                          <a:latin typeface="Meiryo UI"/>
                          <a:ea typeface="Meiryo UI"/>
                        </a:rPr>
                        <a:t>切断</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切るよ</a:t>
                      </a:r>
                      <a:r>
                        <a:rPr lang="en-US" sz="2300" b="0" u="none" strike="noStrike">
                          <a:solidFill>
                            <a:schemeClr val="dk1"/>
                          </a:solidFill>
                          <a:effectLst/>
                          <a:uFillTx/>
                          <a:latin typeface="Meiryo UI"/>
                          <a:ea typeface="Meiryo UI"/>
                        </a:rPr>
                        <a:t>(fin)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いいよ</a:t>
                      </a:r>
                      <a:r>
                        <a:rPr lang="en-US" sz="2300" b="0" u="none" strike="noStrike">
                          <a:solidFill>
                            <a:schemeClr val="dk1"/>
                          </a:solidFill>
                          <a:effectLst/>
                          <a:uFillTx/>
                          <a:latin typeface="Meiryo UI"/>
                          <a:ea typeface="Meiryo UI"/>
                        </a:rPr>
                        <a:t>(ack)</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切るよ</a:t>
                      </a:r>
                      <a:r>
                        <a:rPr lang="en-US" sz="2300" b="0" u="none" strike="noStrike">
                          <a:solidFill>
                            <a:schemeClr val="dk1"/>
                          </a:solidFill>
                          <a:effectLst/>
                          <a:uFillTx/>
                          <a:latin typeface="Meiryo UI"/>
                          <a:ea typeface="Meiryo UI"/>
                        </a:rPr>
                        <a:t>(fin)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いいよ</a:t>
                      </a:r>
                      <a:r>
                        <a:rPr lang="en-US" sz="2300" b="0" u="none" strike="noStrike">
                          <a:solidFill>
                            <a:schemeClr val="dk1"/>
                          </a:solidFill>
                          <a:effectLst/>
                          <a:uFillTx/>
                          <a:latin typeface="Meiryo UI"/>
                          <a:ea typeface="Meiryo UI"/>
                        </a:rPr>
                        <a:t>(ack)</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8"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ARP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から</a:t>
                      </a:r>
                      <a:r>
                        <a:rPr lang="en-US" sz="2300" b="0" u="none" strike="noStrike">
                          <a:solidFill>
                            <a:schemeClr val="dk1"/>
                          </a:solidFill>
                          <a:effectLst/>
                          <a:uFillTx/>
                          <a:latin typeface="Meiryo UI"/>
                          <a:ea typeface="Meiryo UI"/>
                        </a:rPr>
                        <a:t>MAC</a:t>
                      </a:r>
                      <a:r>
                        <a:rPr lang="ja-JP" sz="2300" b="0" u="none" strike="noStrike">
                          <a:solidFill>
                            <a:schemeClr val="dk1"/>
                          </a:solidFill>
                          <a:effectLst/>
                          <a:uFillTx/>
                          <a:latin typeface="Meiryo UI"/>
                          <a:ea typeface="Meiryo UI"/>
                        </a:rPr>
                        <a:t>を得る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RARP</a:t>
                      </a:r>
                      <a:r>
                        <a:rPr lang="ja-JP" sz="2300" b="0" u="none" strike="noStrike">
                          <a:solidFill>
                            <a:schemeClr val="dk1"/>
                          </a:solidFill>
                          <a:effectLst/>
                          <a:uFillTx/>
                          <a:latin typeface="Meiryo UI"/>
                          <a:ea typeface="Meiryo UI"/>
                        </a:rPr>
                        <a:t>は逆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GARP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自身の</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に</a:t>
                      </a:r>
                      <a:r>
                        <a:rPr lang="en-US" sz="2300" b="0" u="none" strike="noStrike">
                          <a:solidFill>
                            <a:schemeClr val="dk1"/>
                          </a:solidFill>
                          <a:effectLst/>
                          <a:uFillTx/>
                          <a:latin typeface="Meiryo UI"/>
                          <a:ea typeface="Meiryo UI"/>
                        </a:rPr>
                        <a:t>ping</a:t>
                      </a:r>
                      <a:r>
                        <a:rPr lang="ja-JP" sz="2300" b="0" u="none" strike="noStrike">
                          <a:solidFill>
                            <a:schemeClr val="dk1"/>
                          </a:solidFill>
                          <a:effectLst/>
                          <a:uFillTx/>
                          <a:latin typeface="Meiryo UI"/>
                          <a:ea typeface="Meiryo UI"/>
                        </a:rPr>
                        <a:t>を送る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被りの確認、</a:t>
                      </a:r>
                      <a:r>
                        <a:rPr lang="en-US" sz="2300" b="0" u="none" strike="noStrike">
                          <a:solidFill>
                            <a:schemeClr val="dk1"/>
                          </a:solidFill>
                          <a:effectLst/>
                          <a:uFillTx/>
                          <a:latin typeface="Meiryo UI"/>
                          <a:ea typeface="Meiryo UI"/>
                        </a:rPr>
                        <a:t>ARP</a:t>
                      </a:r>
                      <a:r>
                        <a:rPr lang="ja-JP" sz="2300" b="0" u="none" strike="noStrike">
                          <a:solidFill>
                            <a:schemeClr val="dk1"/>
                          </a:solidFill>
                          <a:effectLst/>
                          <a:uFillTx/>
                          <a:latin typeface="Meiryo UI"/>
                          <a:ea typeface="Meiryo UI"/>
                        </a:rPr>
                        <a:t>テーブルの更新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VRRP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DFG</a:t>
                      </a:r>
                      <a:r>
                        <a:rPr lang="ja-JP" sz="2300" b="0" u="none" strike="noStrike">
                          <a:solidFill>
                            <a:schemeClr val="dk1"/>
                          </a:solidFill>
                          <a:effectLst/>
                          <a:uFillTx/>
                          <a:latin typeface="Meiryo UI"/>
                          <a:ea typeface="Meiryo UI"/>
                        </a:rPr>
                        <a:t>の冗長化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グループを作って仮想</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を割り当てる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HSRP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DFG</a:t>
                      </a:r>
                      <a:r>
                        <a:rPr lang="ja-JP" sz="2300" b="0" u="none" strike="noStrike">
                          <a:solidFill>
                            <a:schemeClr val="dk1"/>
                          </a:solidFill>
                          <a:effectLst/>
                          <a:uFillTx/>
                          <a:latin typeface="Meiryo UI"/>
                          <a:ea typeface="Meiryo UI"/>
                        </a:rPr>
                        <a:t>の冗長化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cisco</a:t>
                      </a:r>
                      <a:r>
                        <a:rPr lang="ja-JP" sz="2300" b="0" u="none" strike="noStrike">
                          <a:solidFill>
                            <a:schemeClr val="dk1"/>
                          </a:solidFill>
                          <a:effectLst/>
                          <a:uFillTx/>
                          <a:latin typeface="Meiryo UI"/>
                          <a:ea typeface="Meiryo UI"/>
                        </a:rPr>
                        <a:t>独自プロトコル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89" name="表プレースホルダー 2"/>
          <p:cNvGraphicFramePr/>
          <p:nvPr/>
        </p:nvGraphicFramePr>
        <p:xfrm>
          <a:off x="869400" y="1102680"/>
          <a:ext cx="10396440" cy="5166720"/>
        </p:xfrm>
        <a:graphic>
          <a:graphicData uri="http://schemas.openxmlformats.org/drawingml/2006/table">
            <a:tbl>
              <a:tblPr/>
              <a:tblGrid>
                <a:gridCol w="3846960"/>
                <a:gridCol w="654984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Host: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バーチャルホスト識別に使用</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User-Agent: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クライアントの使用ブラウザを示す</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Accept:</a:t>
                      </a:r>
                      <a:br>
                        <a:rPr sz="2300"/>
                      </a:br>
                      <a:r>
                        <a:rPr lang="en-US" sz="2300" b="0" u="none" strike="noStrike">
                          <a:solidFill>
                            <a:schemeClr val="dk1"/>
                          </a:solidFill>
                          <a:effectLst/>
                          <a:uFillTx/>
                          <a:latin typeface="Meiryo UI"/>
                          <a:ea typeface="Meiryo UI"/>
                        </a:rPr>
                        <a:t>-Language:-Encoding:</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受信可能な形式</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Authorization: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認証情報</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Cookie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クッキーの情報</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X-Forwarded-For</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プロキシを介しても接続元の</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が分かる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0" name="表プレースホルダー 2"/>
          <p:cNvGraphicFramePr/>
          <p:nvPr/>
        </p:nvGraphicFramePr>
        <p:xfrm>
          <a:off x="869400" y="1102680"/>
          <a:ext cx="10396440" cy="5166720"/>
        </p:xfrm>
        <a:graphic>
          <a:graphicData uri="http://schemas.openxmlformats.org/drawingml/2006/table">
            <a:tbl>
              <a:tblPr/>
              <a:tblGrid>
                <a:gridCol w="3846960"/>
                <a:gridCol w="654984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Status-Line: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ステータスコードがわかる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Location: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リダイレクトで使用</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Set-Cookie: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セッション</a:t>
                      </a:r>
                      <a:r>
                        <a:rPr lang="en-US" sz="2300" b="0" u="none" strike="noStrike">
                          <a:solidFill>
                            <a:schemeClr val="dk1"/>
                          </a:solidFill>
                          <a:effectLst/>
                          <a:uFillTx/>
                          <a:latin typeface="Meiryo UI"/>
                          <a:ea typeface="Meiryo UI"/>
                        </a:rPr>
                        <a:t>ID</a:t>
                      </a:r>
                      <a:r>
                        <a:rPr lang="ja-JP" sz="2300" b="0" u="none" strike="noStrike">
                          <a:solidFill>
                            <a:schemeClr val="dk1"/>
                          </a:solidFill>
                          <a:effectLst/>
                          <a:uFillTx/>
                          <a:latin typeface="Meiryo UI"/>
                          <a:ea typeface="Meiryo UI"/>
                        </a:rPr>
                        <a:t>を指定。セキュア属性等</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Content-Type:</a:t>
                      </a:r>
                      <a:br>
                        <a:rPr sz="2300"/>
                      </a:br>
                      <a:r>
                        <a:rPr lang="en-US" sz="2300" b="0" u="none" strike="noStrike">
                          <a:solidFill>
                            <a:schemeClr val="dk1"/>
                          </a:solidFill>
                          <a:effectLst/>
                          <a:uFillTx/>
                          <a:latin typeface="Meiryo UI"/>
                          <a:ea typeface="Meiryo UI"/>
                        </a:rPr>
                        <a:t>-Length:-Encoding</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読み込むファイル形式。ボディ長。圧縮方式。</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Cache-Control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キャッシュ制御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1" name="表プレースホルダー 2"/>
          <p:cNvGraphicFramePr/>
          <p:nvPr/>
        </p:nvGraphicFramePr>
        <p:xfrm>
          <a:off x="869400" y="1102680"/>
          <a:ext cx="10396440" cy="5166720"/>
        </p:xfrm>
        <a:graphic>
          <a:graphicData uri="http://schemas.openxmlformats.org/drawingml/2006/table">
            <a:tbl>
              <a:tblPr/>
              <a:tblGrid>
                <a:gridCol w="3846960"/>
                <a:gridCol w="654984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WWW-Authenticate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401</a:t>
                      </a:r>
                      <a:r>
                        <a:rPr lang="ja-JP" sz="2300" b="0" u="none" strike="noStrike">
                          <a:solidFill>
                            <a:schemeClr val="dk1"/>
                          </a:solidFill>
                          <a:effectLst/>
                          <a:uFillTx/>
                          <a:latin typeface="Meiryo UI"/>
                          <a:ea typeface="Meiryo UI"/>
                        </a:rPr>
                        <a:t>で応答</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Strict-Transport-Security</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HSTS</a:t>
                      </a:r>
                      <a:r>
                        <a:rPr lang="ja-JP" sz="2300" b="0" u="none" strike="noStrike">
                          <a:solidFill>
                            <a:schemeClr val="dk1"/>
                          </a:solidFill>
                          <a:effectLst/>
                          <a:uFillTx/>
                          <a:latin typeface="Meiryo UI"/>
                          <a:ea typeface="Meiryo UI"/>
                        </a:rPr>
                        <a:t>で</a:t>
                      </a:r>
                      <a:r>
                        <a:rPr lang="en-US" sz="2300" b="0" u="none" strike="noStrike">
                          <a:solidFill>
                            <a:schemeClr val="dk1"/>
                          </a:solidFill>
                          <a:effectLst/>
                          <a:uFillTx/>
                          <a:latin typeface="Meiryo UI"/>
                          <a:ea typeface="Meiryo UI"/>
                        </a:rPr>
                        <a:t>https</a:t>
                      </a:r>
                      <a:r>
                        <a:rPr lang="ja-JP" sz="2300" b="0" u="none" strike="noStrike">
                          <a:solidFill>
                            <a:schemeClr val="dk1"/>
                          </a:solidFill>
                          <a:effectLst/>
                          <a:uFillTx/>
                          <a:latin typeface="Meiryo UI"/>
                          <a:ea typeface="Meiryo UI"/>
                        </a:rPr>
                        <a:t>を強制する。有効時間を指定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X-Frame-Options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クリッキングジャッキング対策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Content-Security-Policy</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コンテンツの読込元を制限する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2" name="表プレースホルダー 2"/>
          <p:cNvGraphicFramePr/>
          <p:nvPr/>
        </p:nvGraphicFramePr>
        <p:xfrm>
          <a:off x="869400" y="604080"/>
          <a:ext cx="10451880" cy="5985000"/>
        </p:xfrm>
        <a:graphic>
          <a:graphicData uri="http://schemas.openxmlformats.org/drawingml/2006/table">
            <a:tbl>
              <a:tblPr/>
              <a:tblGrid>
                <a:gridCol w="2052720"/>
                <a:gridCol w="3494520"/>
                <a:gridCol w="4905000"/>
              </a:tblGrid>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GET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データの取得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Web</a:t>
                      </a:r>
                      <a:r>
                        <a:rPr lang="ja-JP" sz="2300" b="0" u="none" strike="noStrike">
                          <a:solidFill>
                            <a:schemeClr val="dk1"/>
                          </a:solidFill>
                          <a:effectLst/>
                          <a:uFillTx/>
                          <a:latin typeface="Meiryo UI"/>
                          <a:ea typeface="Meiryo UI"/>
                        </a:rPr>
                        <a:t>ページを見る、検索する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POST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データの送信・新規作成</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フォームの送信、ユーザー登録</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PUT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データの更新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ユーザー情報を完全に更新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PATCH</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データの部分更新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ユーザーのメールアドレスだけ変更</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DELETE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データの削除</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投稿を削除する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HEAD</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ヘッダーだけ取得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ファイルの存在確認、サイズ確認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OPTIONS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使えるメソッドの確認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CORS</a:t>
                      </a:r>
                      <a:r>
                        <a:rPr lang="ja-JP" sz="2300" b="0" u="none" strike="noStrike">
                          <a:solidFill>
                            <a:schemeClr val="dk1"/>
                          </a:solidFill>
                          <a:effectLst/>
                          <a:uFillTx/>
                          <a:latin typeface="Meiryo UI"/>
                          <a:ea typeface="Meiryo UI"/>
                        </a:rPr>
                        <a:t>の事前リクエスト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TRACE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リクエストの経路確認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セキュリティ上、無効化される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458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CONNECT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トンネル接続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プロキシ経由の通信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bl>
          </a:graphicData>
        </a:graphic>
      </p:graphicFrame>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3" name="表プレースホルダー 2"/>
          <p:cNvGraphicFramePr/>
          <p:nvPr/>
        </p:nvGraphicFramePr>
        <p:xfrm>
          <a:off x="869400" y="1102680"/>
          <a:ext cx="10451880" cy="5166720"/>
        </p:xfrm>
        <a:graphic>
          <a:graphicData uri="http://schemas.openxmlformats.org/drawingml/2006/table">
            <a:tbl>
              <a:tblPr/>
              <a:tblGrid>
                <a:gridCol w="2673720"/>
                <a:gridCol w="3836880"/>
                <a:gridCol w="394164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水平</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垂直パリティ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1</a:t>
                      </a:r>
                      <a:r>
                        <a:rPr lang="ja-JP" sz="2300" b="0" u="none" strike="noStrike">
                          <a:solidFill>
                            <a:schemeClr val="dk1"/>
                          </a:solidFill>
                          <a:effectLst/>
                          <a:uFillTx/>
                          <a:latin typeface="Meiryo UI"/>
                          <a:ea typeface="Meiryo UI"/>
                        </a:rPr>
                        <a:t>ビットまでの誤り検知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行列ごとにパリティビットをつける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a:t>
                      </a:r>
                      <a:r>
                        <a:rPr lang="ja-JP" sz="2300" b="0" u="none" strike="noStrike">
                          <a:solidFill>
                            <a:schemeClr val="dk1"/>
                          </a:solidFill>
                          <a:effectLst/>
                          <a:uFillTx/>
                          <a:latin typeface="Meiryo UI"/>
                          <a:ea typeface="Meiryo UI"/>
                        </a:rPr>
                        <a:t>次元パリティ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1or2</a:t>
                      </a:r>
                      <a:r>
                        <a:rPr lang="ja-JP" sz="2300" b="0" u="none" strike="noStrike">
                          <a:solidFill>
                            <a:schemeClr val="dk1"/>
                          </a:solidFill>
                          <a:effectLst/>
                          <a:uFillTx/>
                          <a:latin typeface="Meiryo UI"/>
                          <a:ea typeface="Meiryo UI"/>
                        </a:rPr>
                        <a:t>ビットまでの誤り検知</a:t>
                      </a:r>
                      <a:br>
                        <a:rPr sz="2300"/>
                      </a:br>
                      <a:r>
                        <a:rPr lang="en-US" sz="2300" b="0" u="none" strike="noStrike">
                          <a:solidFill>
                            <a:schemeClr val="dk1"/>
                          </a:solidFill>
                          <a:effectLst/>
                          <a:uFillTx/>
                          <a:latin typeface="Meiryo UI"/>
                          <a:ea typeface="Meiryo UI"/>
                        </a:rPr>
                        <a:t>+1</a:t>
                      </a:r>
                      <a:r>
                        <a:rPr lang="ja-JP" sz="2300" b="0" u="none" strike="noStrike">
                          <a:solidFill>
                            <a:schemeClr val="dk1"/>
                          </a:solidFill>
                          <a:effectLst/>
                          <a:uFillTx/>
                          <a:latin typeface="Meiryo UI"/>
                          <a:ea typeface="Meiryo UI"/>
                        </a:rPr>
                        <a:t>ビットの訂正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水平</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垂直パリティ両方使う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偶数</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奇数パリティ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a:t>
                      </a:r>
                      <a:r>
                        <a:rPr lang="ja-JP" sz="2300" b="0" u="none" strike="noStrike">
                          <a:solidFill>
                            <a:schemeClr val="dk1"/>
                          </a:solidFill>
                          <a:effectLst/>
                          <a:uFillTx/>
                          <a:latin typeface="Meiryo UI"/>
                          <a:ea typeface="Meiryo UI"/>
                        </a:rPr>
                        <a:t>ビットまでの誤り検知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チェックサム</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a:t>
                      </a:r>
                      <a:r>
                        <a:rPr lang="ja-JP" sz="2300" b="0" u="none" strike="noStrike">
                          <a:solidFill>
                            <a:schemeClr val="dk1"/>
                          </a:solidFill>
                          <a:effectLst/>
                          <a:uFillTx/>
                          <a:latin typeface="Meiryo UI"/>
                          <a:ea typeface="Meiryo UI"/>
                        </a:rPr>
                        <a:t>ビット以上の誤り検知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ハミング符号</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チェックサム</a:t>
                      </a:r>
                      <a:r>
                        <a:rPr lang="en-US" sz="2300" b="0" u="none" strike="noStrike">
                          <a:solidFill>
                            <a:schemeClr val="dk1"/>
                          </a:solidFill>
                          <a:effectLst/>
                          <a:uFillTx/>
                          <a:latin typeface="Meiryo UI"/>
                          <a:ea typeface="Meiryo UI"/>
                        </a:rPr>
                        <a:t>+1</a:t>
                      </a:r>
                      <a:r>
                        <a:rPr lang="ja-JP" sz="2300" b="0" u="none" strike="noStrike">
                          <a:solidFill>
                            <a:schemeClr val="dk1"/>
                          </a:solidFill>
                          <a:effectLst/>
                          <a:uFillTx/>
                          <a:latin typeface="Meiryo UI"/>
                          <a:ea typeface="Meiryo UI"/>
                        </a:rPr>
                        <a:t>ビットの訂正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CRC</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チェックサムの上位互換</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4" name="表プレースホルダー 2"/>
          <p:cNvGraphicFramePr/>
          <p:nvPr/>
        </p:nvGraphicFramePr>
        <p:xfrm>
          <a:off x="869400" y="1102680"/>
          <a:ext cx="10451880" cy="578160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ミラーポート</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モニターしたいポートと同じデータを流して監視する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アナライザ</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BPDU</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STP</a:t>
                      </a:r>
                      <a:r>
                        <a:rPr lang="ja-JP" sz="2300" b="0" u="none" strike="noStrike">
                          <a:solidFill>
                            <a:schemeClr val="dk1"/>
                          </a:solidFill>
                          <a:effectLst/>
                          <a:uFillTx/>
                          <a:latin typeface="Meiryo UI"/>
                          <a:ea typeface="Meiryo UI"/>
                        </a:rPr>
                        <a:t>の通信制御に使う</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L2</a:t>
                      </a:r>
                      <a:r>
                        <a:rPr lang="ja-JP" sz="2300" b="0" u="none" strike="noStrike">
                          <a:solidFill>
                            <a:schemeClr val="dk1"/>
                          </a:solidFill>
                          <a:effectLst/>
                          <a:uFillTx/>
                          <a:latin typeface="Meiryo UI"/>
                          <a:ea typeface="Meiryo UI"/>
                        </a:rPr>
                        <a:t>でブロードキャストでやり取りされる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Auto MDI-x</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相手の信号からストレートとクロスを認識して切り替える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MDI-</a:t>
                      </a:r>
                      <a:r>
                        <a:rPr lang="ja-JP" sz="2300" b="0" u="none" strike="noStrike">
                          <a:solidFill>
                            <a:schemeClr val="dk1"/>
                          </a:solidFill>
                          <a:effectLst/>
                          <a:uFillTx/>
                          <a:latin typeface="Meiryo UI"/>
                          <a:ea typeface="Meiryo UI"/>
                        </a:rPr>
                        <a:t>ストレート</a:t>
                      </a:r>
                      <a:r>
                        <a:rPr lang="en-US" sz="2300" b="0" u="none" strike="noStrike">
                          <a:solidFill>
                            <a:schemeClr val="dk1"/>
                          </a:solidFill>
                          <a:effectLst/>
                          <a:uFillTx/>
                          <a:latin typeface="Meiryo UI"/>
                          <a:ea typeface="Meiryo UI"/>
                        </a:rPr>
                        <a:t>-MDI-x</a:t>
                      </a:r>
                      <a:endParaRPr lang="en-US" sz="2300" b="0" u="none" strike="noStrike">
                        <a:solidFill>
                          <a:srgbClr val="000000"/>
                        </a:solidFill>
                        <a:effectLst/>
                        <a:uFillTx/>
                        <a:latin typeface="Arial"/>
                      </a:endParaRPr>
                    </a:p>
                    <a:p>
                      <a:pPr algn="ctr" defTabSz="914400">
                        <a:lnSpc>
                          <a:spcPct val="100000"/>
                        </a:lnSpc>
                      </a:pPr>
                      <a:r>
                        <a:rPr lang="en-US" sz="2300" b="0" u="none" strike="noStrike">
                          <a:solidFill>
                            <a:schemeClr val="dk1"/>
                          </a:solidFill>
                          <a:effectLst/>
                          <a:uFillTx/>
                          <a:latin typeface="Meiryo UI"/>
                          <a:ea typeface="Meiryo UI"/>
                        </a:rPr>
                        <a:t>MDI-</a:t>
                      </a:r>
                      <a:r>
                        <a:rPr lang="ja-JP" sz="2300" b="0" u="none" strike="noStrike">
                          <a:solidFill>
                            <a:schemeClr val="dk1"/>
                          </a:solidFill>
                          <a:effectLst/>
                          <a:uFillTx/>
                          <a:latin typeface="Meiryo UI"/>
                          <a:ea typeface="Meiryo UI"/>
                        </a:rPr>
                        <a:t>クロス</a:t>
                      </a:r>
                      <a:r>
                        <a:rPr lang="en-US" sz="2300" b="0" u="none" strike="noStrike">
                          <a:solidFill>
                            <a:schemeClr val="dk1"/>
                          </a:solidFill>
                          <a:effectLst/>
                          <a:uFillTx/>
                          <a:latin typeface="Meiryo UI"/>
                          <a:ea typeface="Meiryo UI"/>
                        </a:rPr>
                        <a:t>-MDI</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Catalyst</a:t>
                      </a:r>
                      <a:r>
                        <a:rPr lang="ja-JP" sz="2400" b="0" u="none" strike="noStrike">
                          <a:solidFill>
                            <a:schemeClr val="dk1"/>
                          </a:solidFill>
                          <a:effectLst/>
                          <a:uFillTx/>
                          <a:latin typeface="Meiryo UI"/>
                          <a:ea typeface="Meiryo UI"/>
                        </a:rPr>
                        <a:t>スイッチ</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L2</a:t>
                      </a:r>
                      <a:r>
                        <a:rPr lang="ja-JP" sz="2300" b="0" u="none" strike="noStrike">
                          <a:solidFill>
                            <a:schemeClr val="dk1"/>
                          </a:solidFill>
                          <a:effectLst/>
                          <a:uFillTx/>
                          <a:latin typeface="Meiryo UI"/>
                          <a:ea typeface="Meiryo UI"/>
                        </a:rPr>
                        <a:t>スイッチ</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L3</a:t>
                      </a:r>
                      <a:r>
                        <a:rPr lang="ja-JP" sz="2300" b="0" u="none" strike="noStrike">
                          <a:solidFill>
                            <a:schemeClr val="dk1"/>
                          </a:solidFill>
                          <a:effectLst/>
                          <a:uFillTx/>
                          <a:latin typeface="Meiryo UI"/>
                          <a:ea typeface="Meiryo UI"/>
                        </a:rPr>
                        <a:t>機能がある商品もある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PoE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400" b="0" u="none" strike="noStrike">
                          <a:solidFill>
                            <a:schemeClr val="dk1"/>
                          </a:solidFill>
                          <a:effectLst/>
                          <a:uFillTx/>
                          <a:latin typeface="Meiryo UI"/>
                          <a:ea typeface="Meiryo UI"/>
                        </a:rPr>
                        <a:t>IEEE802.3a</a:t>
                      </a:r>
                      <a:r>
                        <a:rPr lang="en-US" sz="2400" b="0" u="none" strike="noStrike">
                          <a:solidFill>
                            <a:srgbClr val="FF0000"/>
                          </a:solidFill>
                          <a:effectLst/>
                          <a:uFillTx/>
                          <a:latin typeface="Meiryo UI"/>
                          <a:ea typeface="Meiryo UI"/>
                        </a:rPr>
                        <a:t>f</a:t>
                      </a:r>
                      <a:br>
                        <a:rPr sz="2400"/>
                      </a:br>
                      <a:r>
                        <a:rPr lang="en-US" sz="2400" b="0" u="none" strike="noStrike">
                          <a:solidFill>
                            <a:schemeClr val="dk1"/>
                          </a:solidFill>
                          <a:effectLst/>
                          <a:uFillTx/>
                          <a:latin typeface="Meiryo UI"/>
                          <a:ea typeface="Meiryo UI"/>
                        </a:rPr>
                        <a:t>IEEE802.3a</a:t>
                      </a:r>
                      <a:r>
                        <a:rPr lang="en-US" sz="2400" b="0" u="none" strike="noStrike">
                          <a:solidFill>
                            <a:srgbClr val="FF0000"/>
                          </a:solidFill>
                          <a:effectLst/>
                          <a:uFillTx/>
                          <a:latin typeface="Meiryo UI"/>
                          <a:ea typeface="Meiryo UI"/>
                        </a:rPr>
                        <a:t>t</a:t>
                      </a:r>
                      <a:endParaRPr lang="en-US" sz="24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基本</a:t>
                      </a:r>
                      <a:r>
                        <a:rPr lang="en-US" sz="2300" b="0" u="none" strike="noStrike">
                          <a:solidFill>
                            <a:schemeClr val="dk1"/>
                          </a:solidFill>
                          <a:effectLst/>
                          <a:uFillTx/>
                          <a:latin typeface="Meiryo UI"/>
                          <a:ea typeface="Meiryo UI"/>
                        </a:rPr>
                        <a:t>2</a:t>
                      </a:r>
                      <a:r>
                        <a:rPr lang="ja-JP" sz="2300" b="0" u="none" strike="noStrike">
                          <a:solidFill>
                            <a:schemeClr val="dk1"/>
                          </a:solidFill>
                          <a:effectLst/>
                          <a:uFillTx/>
                          <a:latin typeface="Meiryo UI"/>
                          <a:ea typeface="Meiryo UI"/>
                        </a:rPr>
                        <a:t>対だけど高機能な</a:t>
                      </a:r>
                      <a:r>
                        <a:rPr lang="en-US" sz="2300" b="0" u="none" strike="noStrike">
                          <a:solidFill>
                            <a:schemeClr val="dk1"/>
                          </a:solidFill>
                          <a:effectLst/>
                          <a:uFillTx/>
                          <a:latin typeface="Meiryo UI"/>
                          <a:ea typeface="Meiryo UI"/>
                        </a:rPr>
                        <a:t>t</a:t>
                      </a:r>
                      <a:r>
                        <a:rPr lang="ja-JP" sz="2300" b="0" u="none" strike="noStrike">
                          <a:solidFill>
                            <a:schemeClr val="dk1"/>
                          </a:solidFill>
                          <a:effectLst/>
                          <a:uFillTx/>
                          <a:latin typeface="Meiryo UI"/>
                          <a:ea typeface="Meiryo UI"/>
                        </a:rPr>
                        <a:t>だと</a:t>
                      </a:r>
                      <a:r>
                        <a:rPr lang="en-US" sz="2300" b="0" u="none" strike="noStrike">
                          <a:solidFill>
                            <a:schemeClr val="dk1"/>
                          </a:solidFill>
                          <a:effectLst/>
                          <a:uFillTx/>
                          <a:latin typeface="Meiryo UI"/>
                          <a:ea typeface="Meiryo UI"/>
                        </a:rPr>
                        <a:t>4</a:t>
                      </a:r>
                      <a:r>
                        <a:rPr lang="ja-JP" sz="2300" b="0" u="none" strike="noStrike">
                          <a:solidFill>
                            <a:schemeClr val="dk1"/>
                          </a:solidFill>
                          <a:effectLst/>
                          <a:uFillTx/>
                          <a:latin typeface="Meiryo UI"/>
                          <a:ea typeface="Meiryo UI"/>
                        </a:rPr>
                        <a:t>対使う場合もある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5" name="表プレースホルダー 2"/>
          <p:cNvGraphicFramePr/>
          <p:nvPr/>
        </p:nvGraphicFramePr>
        <p:xfrm>
          <a:off x="555120" y="734760"/>
          <a:ext cx="10765440" cy="5584320"/>
        </p:xfrm>
        <a:graphic>
          <a:graphicData uri="http://schemas.openxmlformats.org/drawingml/2006/table">
            <a:tbl>
              <a:tblPr/>
              <a:tblGrid>
                <a:gridCol w="1257120"/>
                <a:gridCol w="1665360"/>
                <a:gridCol w="1355040"/>
                <a:gridCol w="2644920"/>
                <a:gridCol w="1368360"/>
                <a:gridCol w="2475000"/>
              </a:tblGrid>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21</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FTP,FTPS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143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IMAP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993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IMAPS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22</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SSH,SFTP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161</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SNMP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995</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POP3S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Telnet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162</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SNMP(</a:t>
                      </a:r>
                      <a:r>
                        <a:rPr lang="ja-JP" sz="2300" b="0" u="none" strike="noStrike">
                          <a:solidFill>
                            <a:schemeClr val="dk1"/>
                          </a:solidFill>
                          <a:effectLst/>
                          <a:uFillTx/>
                          <a:latin typeface="Meiryo UI"/>
                          <a:ea typeface="Meiryo UI"/>
                        </a:rPr>
                        <a:t>トラップ</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3306</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MySQL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25</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SMTP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389</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LDAP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3389</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RDP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53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443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HTTPS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5432</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PostgreSQL</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80</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en-US" sz="2300" b="0" u="none" strike="noStrike">
                          <a:solidFill>
                            <a:schemeClr val="dk1"/>
                          </a:solidFill>
                          <a:effectLst/>
                          <a:uFillTx/>
                          <a:latin typeface="Meiryo UI"/>
                          <a:ea typeface="Meiryo UI"/>
                        </a:rPr>
                        <a:t>HTTP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445</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SMB</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5900</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VNC</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110</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POP3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465</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SMTPS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69804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123</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NTP</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636</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LDAPS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6" name="表プレースホルダー 2"/>
          <p:cNvGraphicFramePr/>
          <p:nvPr/>
        </p:nvGraphicFramePr>
        <p:xfrm>
          <a:off x="869400" y="1102680"/>
          <a:ext cx="10451880" cy="5202360"/>
        </p:xfrm>
        <a:graphic>
          <a:graphicData uri="http://schemas.openxmlformats.org/drawingml/2006/table">
            <a:tbl>
              <a:tblPr/>
              <a:tblGrid>
                <a:gridCol w="1396800"/>
                <a:gridCol w="2378520"/>
                <a:gridCol w="1837080"/>
                <a:gridCol w="4839840"/>
              </a:tblGrid>
              <a:tr h="7894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IPv4</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MX</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メールを受け取るサーバーを指定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894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AAAA</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IPv6</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SPF</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TXT</a:t>
                      </a:r>
                      <a:r>
                        <a:rPr lang="ja-JP" sz="2300" b="0" u="none" strike="noStrike">
                          <a:solidFill>
                            <a:schemeClr val="dk1"/>
                          </a:solidFill>
                          <a:effectLst/>
                          <a:uFillTx/>
                          <a:latin typeface="Meiryo UI"/>
                          <a:ea typeface="Meiryo UI"/>
                        </a:rPr>
                        <a:t>レコードで設定</a:t>
                      </a:r>
                      <a:endParaRPr lang="en-US" sz="2300" b="0" u="none" strike="noStrike">
                        <a:solidFill>
                          <a:srgbClr val="000000"/>
                        </a:solidFill>
                        <a:effectLst/>
                        <a:uFillTx/>
                        <a:latin typeface="Arial"/>
                      </a:endParaRPr>
                    </a:p>
                    <a:p>
                      <a:pPr algn="ctr" defTabSz="914400">
                        <a:lnSpc>
                          <a:spcPct val="100000"/>
                        </a:lnSpc>
                      </a:pPr>
                      <a:r>
                        <a:rPr lang="ja-JP" sz="2300" b="0" u="none" strike="noStrike">
                          <a:solidFill>
                            <a:schemeClr val="dk1"/>
                          </a:solidFill>
                          <a:effectLst/>
                          <a:uFillTx/>
                          <a:latin typeface="Meiryo UI"/>
                          <a:ea typeface="Meiryo UI"/>
                        </a:rPr>
                        <a:t>なりすまし防止</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894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CNAME</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別名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DKIM</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TXT</a:t>
                      </a:r>
                      <a:r>
                        <a:rPr lang="ja-JP" sz="2300" b="0" u="none" strike="noStrike">
                          <a:solidFill>
                            <a:schemeClr val="dk1"/>
                          </a:solidFill>
                          <a:effectLst/>
                          <a:uFillTx/>
                          <a:latin typeface="Meiryo UI"/>
                          <a:ea typeface="Meiryo UI"/>
                        </a:rPr>
                        <a:t>レコードで設定</a:t>
                      </a:r>
                      <a:br>
                        <a:rPr sz="2300"/>
                      </a:br>
                      <a:r>
                        <a:rPr lang="ja-JP" sz="2300" b="0" u="none" strike="noStrike">
                          <a:solidFill>
                            <a:schemeClr val="dk1"/>
                          </a:solidFill>
                          <a:effectLst/>
                          <a:uFillTx/>
                          <a:latin typeface="Meiryo UI"/>
                          <a:ea typeface="Meiryo UI"/>
                        </a:rPr>
                        <a:t>メールに署名</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9640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SRV</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特定サービス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DMARC</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TXT</a:t>
                      </a:r>
                      <a:r>
                        <a:rPr lang="ja-JP" sz="2300" b="0" u="none" strike="noStrike">
                          <a:solidFill>
                            <a:schemeClr val="dk1"/>
                          </a:solidFill>
                          <a:effectLst/>
                          <a:uFillTx/>
                          <a:latin typeface="Meiryo UI"/>
                          <a:ea typeface="Meiryo UI"/>
                        </a:rPr>
                        <a:t>レコードで設定</a:t>
                      </a:r>
                      <a:br>
                        <a:rPr sz="2300"/>
                      </a:br>
                      <a:r>
                        <a:rPr lang="en-US" sz="2300" b="0" u="none" strike="noStrike">
                          <a:solidFill>
                            <a:schemeClr val="dk1"/>
                          </a:solidFill>
                          <a:effectLst/>
                          <a:uFillTx/>
                          <a:latin typeface="Meiryo UI"/>
                          <a:ea typeface="Meiryo UI"/>
                        </a:rPr>
                        <a:t>SPF</a:t>
                      </a:r>
                      <a:r>
                        <a:rPr lang="ja-JP" sz="2300" b="0" u="none" strike="noStrike">
                          <a:solidFill>
                            <a:schemeClr val="dk1"/>
                          </a:solidFill>
                          <a:effectLst/>
                          <a:uFillTx/>
                          <a:latin typeface="Meiryo UI"/>
                          <a:ea typeface="Meiryo UI"/>
                        </a:rPr>
                        <a:t>と</a:t>
                      </a:r>
                      <a:r>
                        <a:rPr lang="en-US" sz="2300" b="0" u="none" strike="noStrike">
                          <a:solidFill>
                            <a:schemeClr val="dk1"/>
                          </a:solidFill>
                          <a:effectLst/>
                          <a:uFillTx/>
                          <a:latin typeface="Meiryo UI"/>
                          <a:ea typeface="Meiryo UI"/>
                        </a:rPr>
                        <a:t>DKIM</a:t>
                      </a:r>
                      <a:r>
                        <a:rPr lang="ja-JP" sz="2300" b="0" u="none" strike="noStrike">
                          <a:solidFill>
                            <a:schemeClr val="dk1"/>
                          </a:solidFill>
                          <a:effectLst/>
                          <a:uFillTx/>
                          <a:latin typeface="Meiryo UI"/>
                          <a:ea typeface="Meiryo UI"/>
                        </a:rPr>
                        <a:t>のチェック結果を基に処理ルールを設定</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894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PTR</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逆引き</a:t>
                      </a:r>
                      <a:r>
                        <a:rPr lang="en-US" sz="2300" b="0" u="none" strike="noStrike">
                          <a:solidFill>
                            <a:schemeClr val="dk1"/>
                          </a:solidFill>
                          <a:effectLst/>
                          <a:uFillTx/>
                          <a:latin typeface="Meiryo UI"/>
                          <a:ea typeface="Meiryo UI"/>
                        </a:rPr>
                        <a:t>DNS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NS</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ゾーン情報を管理する</a:t>
                      </a:r>
                      <a:r>
                        <a:rPr lang="en-US" sz="2300" b="0" u="none" strike="noStrike">
                          <a:solidFill>
                            <a:schemeClr val="dk1"/>
                          </a:solidFill>
                          <a:effectLst/>
                          <a:uFillTx/>
                          <a:latin typeface="Meiryo UI"/>
                          <a:ea typeface="Meiryo UI"/>
                        </a:rPr>
                        <a:t>DNS</a:t>
                      </a:r>
                      <a:r>
                        <a:rPr lang="ja-JP" sz="2300" b="0" u="none" strike="noStrike">
                          <a:solidFill>
                            <a:schemeClr val="dk1"/>
                          </a:solidFill>
                          <a:effectLst/>
                          <a:uFillTx/>
                          <a:latin typeface="Meiryo UI"/>
                          <a:ea typeface="Meiryo UI"/>
                        </a:rPr>
                        <a:t>サーバー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8948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TXT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自由</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7" name="表プレースホルダー 2"/>
          <p:cNvGraphicFramePr/>
          <p:nvPr/>
        </p:nvGraphicFramePr>
        <p:xfrm>
          <a:off x="869400" y="1102680"/>
          <a:ext cx="10451880" cy="5166720"/>
        </p:xfrm>
        <a:graphic>
          <a:graphicData uri="http://schemas.openxmlformats.org/drawingml/2006/table">
            <a:tbl>
              <a:tblPr/>
              <a:tblGrid>
                <a:gridCol w="2052720"/>
                <a:gridCol w="3494520"/>
                <a:gridCol w="49050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DKIM</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証明書で認証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SPF</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で認証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8" name="表プレースホルダー 2"/>
          <p:cNvGraphicFramePr/>
          <p:nvPr/>
        </p:nvGraphicFramePr>
        <p:xfrm>
          <a:off x="869400" y="1053720"/>
          <a:ext cx="10451880" cy="5166720"/>
        </p:xfrm>
        <a:graphic>
          <a:graphicData uri="http://schemas.openxmlformats.org/drawingml/2006/table">
            <a:tbl>
              <a:tblPr/>
              <a:tblGrid>
                <a:gridCol w="2787840"/>
                <a:gridCol w="3461400"/>
                <a:gridCol w="4203000"/>
              </a:tblGrid>
              <a:tr h="861120">
                <a:tc>
                  <a:txBody>
                    <a:bodyPr lIns="117360" tIns="58680" rIns="117360" bIns="58680" anchor="ctr">
                      <a:noAutofit/>
                    </a:bodyPr>
                    <a:p>
                      <a:pPr algn="ctr" defTabSz="914400">
                        <a:lnSpc>
                          <a:spcPct val="100000"/>
                        </a:lnSpc>
                      </a:pPr>
                      <a:r>
                        <a:rPr lang="ja-JP" sz="2300" b="1" u="none" strike="noStrike">
                          <a:solidFill>
                            <a:schemeClr val="dk1"/>
                          </a:solidFill>
                          <a:effectLst/>
                          <a:uFillTx/>
                          <a:latin typeface="Meiryo UI"/>
                          <a:ea typeface="Meiryo UI"/>
                        </a:rPr>
                        <a:t>負荷分散</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1" u="none" strike="noStrike">
                          <a:solidFill>
                            <a:schemeClr val="dk1"/>
                          </a:solidFill>
                          <a:effectLst/>
                          <a:uFillTx/>
                          <a:latin typeface="Meiryo UI"/>
                          <a:ea typeface="Meiryo UI"/>
                        </a:rPr>
                        <a:t>セッション維持</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1" u="none" strike="noStrike">
                          <a:solidFill>
                            <a:schemeClr val="dk1"/>
                          </a:solidFill>
                          <a:effectLst/>
                          <a:uFillTx/>
                          <a:latin typeface="Meiryo UI"/>
                          <a:ea typeface="Meiryo UI"/>
                        </a:rPr>
                        <a:t>監視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ラウンドロビン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cookie</a:t>
                      </a:r>
                      <a:r>
                        <a:rPr lang="ja-JP" sz="2300" b="0" u="none" strike="noStrike">
                          <a:solidFill>
                            <a:schemeClr val="dk1"/>
                          </a:solidFill>
                          <a:effectLst/>
                          <a:uFillTx/>
                          <a:latin typeface="Meiryo UI"/>
                          <a:ea typeface="Meiryo UI"/>
                        </a:rPr>
                        <a:t>ベース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ヘルスチェック</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死活監視</a:t>
                      </a:r>
                      <a:r>
                        <a:rPr lang="en-US" sz="2300" b="0" u="none" strike="noStrike">
                          <a:solidFill>
                            <a:schemeClr val="dk1"/>
                          </a:solidFill>
                          <a:effectLst/>
                          <a:uFillTx/>
                          <a:latin typeface="Meiryo UI"/>
                          <a:ea typeface="Meiryo UI"/>
                        </a:rPr>
                        <a: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重み付きラウンドロビン</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送信元</a:t>
                      </a:r>
                      <a:r>
                        <a:rPr lang="en-US" sz="2300" b="0" u="none" strike="noStrike">
                          <a:solidFill>
                            <a:schemeClr val="dk1"/>
                          </a:solidFill>
                          <a:effectLst/>
                          <a:uFillTx/>
                          <a:latin typeface="Meiryo UI"/>
                          <a:ea typeface="Meiryo UI"/>
                        </a:rPr>
                        <a:t>IP</a:t>
                      </a:r>
                      <a:r>
                        <a:rPr lang="ja-JP" sz="2300" b="0" u="none" strike="noStrike">
                          <a:solidFill>
                            <a:schemeClr val="dk1"/>
                          </a:solidFill>
                          <a:effectLst/>
                          <a:uFillTx/>
                          <a:latin typeface="Meiryo UI"/>
                          <a:ea typeface="Meiryo UI"/>
                        </a:rPr>
                        <a:t>ベース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メトリクス監視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最小接続数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アプリケーション制御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ログ監視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最小応答数</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アラート機能</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ハツシュベース</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冗長性・自己監視</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99" name="表プレースホルダー 2"/>
          <p:cNvGraphicFramePr/>
          <p:nvPr/>
        </p:nvGraphicFramePr>
        <p:xfrm>
          <a:off x="869400" y="1102680"/>
          <a:ext cx="10451880" cy="5166720"/>
        </p:xfrm>
        <a:graphic>
          <a:graphicData uri="http://schemas.openxmlformats.org/drawingml/2006/table">
            <a:tbl>
              <a:tblPr/>
              <a:tblGrid>
                <a:gridCol w="2378160"/>
                <a:gridCol w="3169080"/>
                <a:gridCol w="490500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帯域保障型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ギャランティ型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帯域・性能が常に保障される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最低保証型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コミット型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最低が保証される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優先制御型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QoS</a:t>
                      </a:r>
                      <a:r>
                        <a:rPr lang="ja-JP" sz="2300" b="0" u="none" strike="noStrike">
                          <a:solidFill>
                            <a:schemeClr val="dk1"/>
                          </a:solidFill>
                          <a:effectLst/>
                          <a:uFillTx/>
                          <a:latin typeface="Meiryo UI"/>
                          <a:ea typeface="Meiryo UI"/>
                        </a:rPr>
                        <a:t>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種類毎に優先順位をつける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専有型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専用型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他ユーザーと共有しない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バースト型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オンデマンド型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必要な時だけ一時的に性能アップ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ベストエフォート型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安価</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保証されない</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0" name="表プレースホルダー 2"/>
          <p:cNvGraphicFramePr/>
          <p:nvPr/>
        </p:nvGraphicFramePr>
        <p:xfrm>
          <a:off x="869400" y="1102680"/>
          <a:ext cx="10451880" cy="5781600"/>
        </p:xfrm>
        <a:graphic>
          <a:graphicData uri="http://schemas.openxmlformats.org/drawingml/2006/table">
            <a:tbl>
              <a:tblPr/>
              <a:tblGrid>
                <a:gridCol w="2063880"/>
                <a:gridCol w="2904840"/>
                <a:gridCol w="5483520"/>
              </a:tblGrid>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対話型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CL</a:t>
                      </a:r>
                      <a:r>
                        <a:rPr lang="ja-JP" sz="2300" b="0" u="none" strike="noStrike">
                          <a:solidFill>
                            <a:schemeClr val="dk1"/>
                          </a:solidFill>
                          <a:effectLst/>
                          <a:uFillTx/>
                          <a:latin typeface="Meiryo UI"/>
                          <a:ea typeface="Meiryo UI"/>
                        </a:rPr>
                        <a:t>側の操作に応じて少量のデータをやりとり</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データ小</a:t>
                      </a:r>
                      <a:r>
                        <a:rPr lang="en-US" sz="2300" b="0" u="none" strike="noStrike">
                          <a:solidFill>
                            <a:schemeClr val="dk1"/>
                          </a:solidFill>
                          <a:effectLst/>
                          <a:uFillTx/>
                          <a:latin typeface="Meiryo UI"/>
                          <a:ea typeface="Meiryo UI"/>
                        </a:rPr>
                        <a:t>,res</a:t>
                      </a:r>
                      <a:r>
                        <a:rPr lang="ja-JP" sz="2300" b="0" u="none" strike="noStrike">
                          <a:solidFill>
                            <a:schemeClr val="dk1"/>
                          </a:solidFill>
                          <a:effectLst/>
                          <a:uFillTx/>
                          <a:latin typeface="Meiryo UI"/>
                          <a:ea typeface="Meiryo UI"/>
                        </a:rPr>
                        <a:t>早</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往復多</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ユーザー操作</a:t>
                      </a:r>
                      <a:endParaRPr lang="en-US" sz="2300" b="0" u="none" strike="noStrike">
                        <a:solidFill>
                          <a:srgbClr val="000000"/>
                        </a:solidFill>
                        <a:effectLst/>
                        <a:uFillTx/>
                        <a:latin typeface="Arial"/>
                      </a:endParaRPr>
                    </a:p>
                    <a:p>
                      <a:pPr algn="ctr" defTabSz="914400">
                        <a:lnSpc>
                          <a:spcPct val="100000"/>
                        </a:lnSpc>
                      </a:pPr>
                      <a:r>
                        <a:rPr lang="ja-JP" sz="2300" b="0" u="none" strike="noStrike">
                          <a:solidFill>
                            <a:schemeClr val="dk1"/>
                          </a:solidFill>
                          <a:effectLst/>
                          <a:uFillTx/>
                          <a:latin typeface="Meiryo UI"/>
                          <a:ea typeface="Meiryo UI"/>
                        </a:rPr>
                        <a:t>ページを開く</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フォーム送信や</a:t>
                      </a:r>
                      <a:r>
                        <a:rPr lang="en-US" sz="2300" b="0" u="none" strike="noStrike">
                          <a:solidFill>
                            <a:schemeClr val="dk1"/>
                          </a:solidFill>
                          <a:effectLst/>
                          <a:uFillTx/>
                          <a:latin typeface="Meiryo UI"/>
                          <a:ea typeface="Meiryo UI"/>
                        </a:rPr>
                        <a:t>query,</a:t>
                      </a:r>
                      <a:r>
                        <a:rPr lang="ja-JP" sz="2300" b="0" u="none" strike="noStrike">
                          <a:solidFill>
                            <a:schemeClr val="dk1"/>
                          </a:solidFill>
                          <a:effectLst/>
                          <a:uFillTx/>
                          <a:latin typeface="Meiryo UI"/>
                          <a:ea typeface="Meiryo UI"/>
                        </a:rPr>
                        <a:t>部分読込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バルク型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大量のデータをまとめて送受信する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データ大</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転送効率</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往復少</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プログラム側</a:t>
                      </a:r>
                      <a:endParaRPr lang="en-US" sz="2300" b="0" u="none" strike="noStrike">
                        <a:solidFill>
                          <a:srgbClr val="000000"/>
                        </a:solidFill>
                        <a:effectLst/>
                        <a:uFillTx/>
                        <a:latin typeface="Arial"/>
                      </a:endParaRPr>
                    </a:p>
                    <a:p>
                      <a:pPr algn="ctr" defTabSz="914400">
                        <a:lnSpc>
                          <a:spcPct val="100000"/>
                        </a:lnSpc>
                      </a:pPr>
                      <a:r>
                        <a:rPr lang="en-US" sz="2300" b="0" u="none" strike="noStrike">
                          <a:solidFill>
                            <a:schemeClr val="dk1"/>
                          </a:solidFill>
                          <a:effectLst/>
                          <a:uFillTx/>
                          <a:latin typeface="Meiryo UI"/>
                          <a:ea typeface="Meiryo UI"/>
                        </a:rPr>
                        <a:t>DL/UL,</a:t>
                      </a:r>
                      <a:r>
                        <a:rPr lang="ja-JP" sz="2300" b="0" u="none" strike="noStrike">
                          <a:solidFill>
                            <a:schemeClr val="dk1"/>
                          </a:solidFill>
                          <a:effectLst/>
                          <a:uFillTx/>
                          <a:latin typeface="Meiryo UI"/>
                          <a:ea typeface="Meiryo UI"/>
                        </a:rPr>
                        <a:t>ログや</a:t>
                      </a:r>
                      <a:r>
                        <a:rPr lang="en-US" sz="2300" b="0" u="none" strike="noStrike">
                          <a:solidFill>
                            <a:schemeClr val="dk1"/>
                          </a:solidFill>
                          <a:effectLst/>
                          <a:uFillTx/>
                          <a:latin typeface="Meiryo UI"/>
                          <a:ea typeface="Meiryo UI"/>
                        </a:rPr>
                        <a:t>BU</a:t>
                      </a:r>
                      <a:r>
                        <a:rPr lang="ja-JP" sz="2300" b="0" u="none" strike="noStrike">
                          <a:solidFill>
                            <a:schemeClr val="dk1"/>
                          </a:solidFill>
                          <a:effectLst/>
                          <a:uFillTx/>
                          <a:latin typeface="Meiryo UI"/>
                          <a:ea typeface="Meiryo UI"/>
                        </a:rPr>
                        <a:t>送信</a:t>
                      </a:r>
                      <a:r>
                        <a:rPr lang="en-US" sz="2300" b="0" u="none" strike="noStrike">
                          <a:solidFill>
                            <a:schemeClr val="dk1"/>
                          </a:solidFill>
                          <a:effectLst/>
                          <a:uFillTx/>
                          <a:latin typeface="Meiryo UI"/>
                          <a:ea typeface="Meiryo UI"/>
                        </a:rPr>
                        <a:t>,</a:t>
                      </a:r>
                      <a:r>
                        <a:rPr lang="ja-JP" sz="2300" b="0" u="none" strike="noStrike">
                          <a:solidFill>
                            <a:schemeClr val="dk1"/>
                          </a:solidFill>
                          <a:effectLst/>
                          <a:uFillTx/>
                          <a:latin typeface="Meiryo UI"/>
                          <a:ea typeface="Meiryo UI"/>
                        </a:rPr>
                        <a:t>部分読込</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ストリーミング型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時間軸に沿って連続的にデータを送るタイプ</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動画・音声</a:t>
                      </a:r>
                      <a:r>
                        <a:rPr lang="en-US" sz="2300" b="0" u="none" strike="noStrike">
                          <a:solidFill>
                            <a:schemeClr val="dk1"/>
                          </a:solidFill>
                          <a:effectLst/>
                          <a:uFillTx/>
                          <a:latin typeface="Meiryo UI"/>
                          <a:ea typeface="Meiryo UI"/>
                        </a:rPr>
                        <a:t>,WebSocket</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メッセージング型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tabLst>
                          <a:tab pos="0" algn="l"/>
                        </a:tabLst>
                      </a:pPr>
                      <a:r>
                        <a:rPr lang="ja-JP" sz="2300" b="0" u="none" strike="noStrike">
                          <a:solidFill>
                            <a:schemeClr val="dk1"/>
                          </a:solidFill>
                          <a:effectLst/>
                          <a:uFillTx/>
                          <a:latin typeface="Meiryo UI"/>
                          <a:ea typeface="Meiryo UI"/>
                        </a:rPr>
                        <a:t>独立したメッセージ単位で確実に届ける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MQ,pub/sub,</a:t>
                      </a:r>
                      <a:r>
                        <a:rPr lang="ja-JP" sz="2300" b="0" u="none" strike="noStrike">
                          <a:solidFill>
                            <a:schemeClr val="dk1"/>
                          </a:solidFill>
                          <a:effectLst/>
                          <a:uFillTx/>
                          <a:latin typeface="Meiryo UI"/>
                          <a:ea typeface="Meiryo UI"/>
                        </a:rPr>
                        <a:t>イベント通知</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同期</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制御モデル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レスポンスを待つ</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非同期</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制御モデル</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即</a:t>
                      </a:r>
                      <a:r>
                        <a:rPr lang="en-US" sz="2300" b="0" u="none" strike="noStrike">
                          <a:solidFill>
                            <a:schemeClr val="dk1"/>
                          </a:solidFill>
                          <a:effectLst/>
                          <a:uFillTx/>
                          <a:latin typeface="Meiryo UI"/>
                          <a:ea typeface="Meiryo UI"/>
                        </a:rPr>
                        <a:t>ACK</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1" name="表プレースホルダー 2"/>
          <p:cNvGraphicFramePr/>
          <p:nvPr/>
        </p:nvGraphicFramePr>
        <p:xfrm>
          <a:off x="869400" y="1102680"/>
          <a:ext cx="10452240" cy="5166720"/>
        </p:xfrm>
        <a:graphic>
          <a:graphicData uri="http://schemas.openxmlformats.org/drawingml/2006/table">
            <a:tbl>
              <a:tblPr/>
              <a:tblGrid>
                <a:gridCol w="1857240"/>
                <a:gridCol w="2351160"/>
                <a:gridCol w="6244200"/>
              </a:tblGrid>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SAN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FC-SAN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高価・高速</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信頼性が高く・データ転送が高速</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IP-SAN</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ja-JP" sz="2300" b="0" u="none" strike="noStrike">
                          <a:solidFill>
                            <a:schemeClr val="dk1"/>
                          </a:solidFill>
                          <a:effectLst/>
                          <a:uFillTx/>
                          <a:latin typeface="Meiryo UI"/>
                          <a:ea typeface="Meiryo UI"/>
                        </a:rPr>
                        <a:t>安価・汎用</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pPr algn="ctr" defTabSz="914400">
                        <a:lnSpc>
                          <a:spcPct val="100000"/>
                        </a:lnSpc>
                      </a:pPr>
                      <a:r>
                        <a:rPr lang="en-US" sz="2300" b="0" u="none" strike="noStrike">
                          <a:solidFill>
                            <a:schemeClr val="dk1"/>
                          </a:solidFill>
                          <a:effectLst/>
                          <a:uFillTx/>
                          <a:latin typeface="Meiryo UI"/>
                          <a:ea typeface="Meiryo UI"/>
                        </a:rPr>
                        <a:t>iSCSI</a:t>
                      </a:r>
                      <a:r>
                        <a:rPr lang="ja-JP" sz="2300" b="0" u="none" strike="noStrike">
                          <a:solidFill>
                            <a:schemeClr val="dk1"/>
                          </a:solidFill>
                          <a:effectLst/>
                          <a:uFillTx/>
                          <a:latin typeface="Meiryo UI"/>
                          <a:ea typeface="Meiryo UI"/>
                        </a:rPr>
                        <a:t>・</a:t>
                      </a:r>
                      <a:r>
                        <a:rPr lang="en-US" sz="2300" b="0" u="none" strike="noStrike">
                          <a:solidFill>
                            <a:schemeClr val="dk1"/>
                          </a:solidFill>
                          <a:effectLst/>
                          <a:uFillTx/>
                          <a:latin typeface="Meiryo UI"/>
                          <a:ea typeface="Meiryo UI"/>
                        </a:rPr>
                        <a:t>LAN</a:t>
                      </a:r>
                      <a:r>
                        <a:rPr lang="ja-JP" sz="2300" b="0" u="none" strike="noStrike">
                          <a:solidFill>
                            <a:schemeClr val="dk1"/>
                          </a:solidFill>
                          <a:effectLst/>
                          <a:uFillTx/>
                          <a:latin typeface="Meiryo UI"/>
                          <a:ea typeface="Meiryo UI"/>
                        </a:rPr>
                        <a:t>スイッチを流用できる</a:t>
                      </a:r>
                      <a:endParaRPr lang="en-US" sz="2300" b="0" u="none" strike="noStrike">
                        <a:solidFill>
                          <a:srgbClr val="000000"/>
                        </a:solidFill>
                        <a:effectLst/>
                        <a:uFillTx/>
                        <a:latin typeface="Arial"/>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2" name="表プレースホルダー 2"/>
          <p:cNvGraphicFramePr/>
          <p:nvPr/>
        </p:nvGraphicFramePr>
        <p:xfrm>
          <a:off x="869400" y="1102680"/>
          <a:ext cx="10451880" cy="5166720"/>
        </p:xfrm>
        <a:graphic>
          <a:graphicData uri="http://schemas.openxmlformats.org/drawingml/2006/table">
            <a:tbl>
              <a:tblPr/>
              <a:tblGrid>
                <a:gridCol w="1775520"/>
                <a:gridCol w="2106360"/>
                <a:gridCol w="1028520"/>
                <a:gridCol w="5541840"/>
              </a:tblGrid>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3" name="表プレースホルダー 2"/>
          <p:cNvGraphicFramePr/>
          <p:nvPr/>
        </p:nvGraphicFramePr>
        <p:xfrm>
          <a:off x="869400" y="1102680"/>
          <a:ext cx="10451880" cy="5166720"/>
        </p:xfrm>
        <a:graphic>
          <a:graphicData uri="http://schemas.openxmlformats.org/drawingml/2006/table">
            <a:tbl>
              <a:tblPr/>
              <a:tblGrid>
                <a:gridCol w="1269360"/>
                <a:gridCol w="2481840"/>
                <a:gridCol w="1404000"/>
                <a:gridCol w="5297040"/>
              </a:tblGrid>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4" name="表プレースホルダー 2"/>
          <p:cNvGraphicFramePr/>
          <p:nvPr/>
        </p:nvGraphicFramePr>
        <p:xfrm>
          <a:off x="869400" y="1102680"/>
          <a:ext cx="10450800" cy="5166720"/>
        </p:xfrm>
        <a:graphic>
          <a:graphicData uri="http://schemas.openxmlformats.org/drawingml/2006/table">
            <a:tbl>
              <a:tblPr/>
              <a:tblGrid>
                <a:gridCol w="852480"/>
                <a:gridCol w="1451160"/>
                <a:gridCol w="2036880"/>
                <a:gridCol w="2036880"/>
                <a:gridCol w="2036880"/>
                <a:gridCol w="2036880"/>
              </a:tblGrid>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05" name="表プレースホルダー 2"/>
          <p:cNvGraphicFramePr/>
          <p:nvPr/>
        </p:nvGraphicFramePr>
        <p:xfrm>
          <a:off x="869400" y="1102680"/>
          <a:ext cx="10450800" cy="5166720"/>
        </p:xfrm>
        <a:graphic>
          <a:graphicData uri="http://schemas.openxmlformats.org/drawingml/2006/table">
            <a:tbl>
              <a:tblPr/>
              <a:tblGrid>
                <a:gridCol w="852480"/>
                <a:gridCol w="1451160"/>
                <a:gridCol w="2036880"/>
                <a:gridCol w="2036880"/>
                <a:gridCol w="2036880"/>
                <a:gridCol w="2036880"/>
              </a:tblGrid>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861120">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lIns="117360" tIns="58680" rIns="117360" bIns="58680" anchor="ctr">
                      <a:noAutofit/>
                    </a:bodyPr>
                    <a:p>
                      <a:endParaRPr lang="en-US" sz="2300" b="0" u="none" strike="noStrike">
                        <a:solidFill>
                          <a:schemeClr val="dk1"/>
                        </a:solidFill>
                        <a:effectLst/>
                        <a:uFillTx/>
                        <a:latin typeface="Meiryo UI"/>
                      </a:endParaRPr>
                    </a:p>
                  </a:txBody>
                  <a:tcPr anchor="ctr" marL="117360" marR="117360" marT="58680" marB="5868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PlaceHolder 1"/>
          <p:cNvSpPr>
            <a:spLocks noGrp="1"/>
          </p:cNvSpPr>
          <p:nvPr>
            <p:ph type="title" hasCustomPrompt="1"/>
          </p:nvPr>
        </p:nvSpPr>
        <p:spPr>
          <a:xfrm>
            <a:off x="1206720" y="1643400"/>
            <a:ext cx="9777600" cy="3892320"/>
          </a:xfrm>
          <a:prstGeom prst="rect">
            <a:avLst/>
          </a:prstGeom>
          <a:noFill/>
          <a:ln w="0">
            <a:noFill/>
          </a:ln>
        </p:spPr>
        <p:txBody>
          <a:bodyPr lIns="0" tIns="0" rIns="0" bIns="0" anchor="b">
            <a:noAutofit/>
          </a:bodyPr>
          <a:p>
            <a:pPr indent="0" algn="l" defTabSz="914400">
              <a:lnSpc>
                <a:spcPct val="80000"/>
              </a:lnSpc>
              <a:buNone/>
              <a:tabLst>
                <a:tab pos="0" algn="l"/>
              </a:tabLst>
            </a:pPr>
            <a:r>
              <a:rPr lang="ja-JP" sz="15000" b="1" u="none" spc="99" strike="noStrike">
                <a:solidFill>
                  <a:schemeClr val="dk1"/>
                </a:solidFill>
                <a:effectLst/>
                <a:uFillTx/>
                <a:latin typeface="Meiryo UI"/>
                <a:ea typeface="Meiryo UI"/>
              </a:rPr>
              <a:t>これ以降は無視</a:t>
            </a:r>
            <a:endParaRPr lang="en-US" sz="15000" b="1" u="none" spc="99"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7"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ポートとは</a:t>
            </a:r>
            <a:endParaRPr lang="en-US" sz="4400" b="1" u="none" spc="99" strike="noStrike">
              <a:solidFill>
                <a:schemeClr val="dk1"/>
              </a:solidFill>
              <a:effectLst/>
              <a:uFillTx/>
              <a:latin typeface="Meiryo UI"/>
            </a:endParaRPr>
          </a:p>
        </p:txBody>
      </p:sp>
      <p:graphicFrame>
        <p:nvGraphicFramePr>
          <p:cNvPr id="608" name="Diagram6"/>
          <p:cNvGraphicFramePr/>
          <p:nvPr>
            <p:extLst>
              <p:ext uri="{D42A27DB-BD31-4B8C-83A1-F6EECF244321}">
                <p14:modId xmlns:p14="http://schemas.microsoft.com/office/powerpoint/2010/main" val="1841830885"/>
              </p:ext>
            </p:extLst>
          </p:nvPr>
        </p:nvGraphicFramePr>
        <p:xfrm>
          <a:off x="594360" y="2628720"/>
          <a:ext cx="10972080" cy="363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ポートとは</a:t>
            </a:r>
            <a:endParaRPr lang="en-US" sz="4400" b="1" u="none" spc="99" strike="noStrike">
              <a:solidFill>
                <a:schemeClr val="dk1"/>
              </a:solidFill>
              <a:effectLst/>
              <a:uFillTx/>
              <a:latin typeface="Meiryo UI"/>
            </a:endParaRPr>
          </a:p>
        </p:txBody>
      </p:sp>
      <p:graphicFrame>
        <p:nvGraphicFramePr>
          <p:cNvPr id="610" name="Diagram7"/>
          <p:cNvGraphicFramePr/>
          <p:nvPr>
            <p:extLst>
              <p:ext uri="{D42A27DB-BD31-4B8C-83A1-F6EECF244321}">
                <p14:modId xmlns:p14="http://schemas.microsoft.com/office/powerpoint/2010/main" val="392395301"/>
              </p:ext>
            </p:extLst>
          </p:nvPr>
        </p:nvGraphicFramePr>
        <p:xfrm>
          <a:off x="594360" y="2628720"/>
          <a:ext cx="10972080" cy="363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title" hasCustomPrompt="1"/>
          </p:nvPr>
        </p:nvSpPr>
        <p:spPr>
          <a:xfrm>
            <a:off x="6318720" y="3499560"/>
            <a:ext cx="4625640" cy="2541960"/>
          </a:xfrm>
          <a:prstGeom prst="rect">
            <a:avLst/>
          </a:prstGeom>
          <a:noFill/>
          <a:ln w="0">
            <a:noFill/>
          </a:ln>
        </p:spPr>
        <p:txBody>
          <a:bodyPr lIns="0" tIns="0" rIns="0" bIns="0" anchor="b">
            <a:noAutofit/>
          </a:bodyPr>
          <a:p>
            <a:pPr indent="0" algn="l" defTabSz="914400">
              <a:lnSpc>
                <a:spcPct val="100000"/>
              </a:lnSpc>
              <a:buNone/>
              <a:tabLst>
                <a:tab pos="0" algn="l"/>
              </a:tabLst>
            </a:pPr>
            <a:r>
              <a:rPr lang="en-US" sz="4400" b="1" u="none" spc="99" strike="noStrike">
                <a:solidFill>
                  <a:schemeClr val="dk1"/>
                </a:solidFill>
                <a:effectLst/>
                <a:uFillTx/>
                <a:latin typeface="Meiryo UI"/>
                <a:ea typeface="Meiryo UI"/>
              </a:rPr>
              <a:t>Q&amp;A </a:t>
            </a:r>
            <a:r>
              <a:rPr lang="ja-JP" sz="4400" b="1" u="none" spc="99" strike="noStrike">
                <a:solidFill>
                  <a:schemeClr val="dk1"/>
                </a:solidFill>
                <a:effectLst/>
                <a:uFillTx/>
                <a:latin typeface="Meiryo UI"/>
                <a:ea typeface="Meiryo UI"/>
              </a:rPr>
              <a:t>セッションのナビゲート</a:t>
            </a:r>
            <a:endParaRPr lang="en-US" sz="4400" b="1" u="none" spc="99" strike="noStrike">
              <a:solidFill>
                <a:schemeClr val="dk1"/>
              </a:solidFill>
              <a:effectLst/>
              <a:uFillTx/>
              <a:latin typeface="Meiryo UI"/>
            </a:endParaRPr>
          </a:p>
        </p:txBody>
      </p:sp>
      <p:sp>
        <p:nvSpPr>
          <p:cNvPr id="612" name="PlaceHolder 2"/>
          <p:cNvSpPr>
            <a:spLocks noGrp="1"/>
          </p:cNvSpPr>
          <p:nvPr>
            <p:ph hasCustomPrompt="1"/>
          </p:nvPr>
        </p:nvSpPr>
        <p:spPr>
          <a:xfrm>
            <a:off x="603720" y="457200"/>
            <a:ext cx="5197680" cy="2304360"/>
          </a:xfrm>
          <a:prstGeom prst="rect">
            <a:avLst/>
          </a:prstGeom>
          <a:noFill/>
          <a:ln w="0">
            <a:noFill/>
          </a:ln>
        </p:spPr>
        <p:txBody>
          <a:bodyPr lIns="0" tIns="274320" rIns="91440" bIns="45720" anchor="t">
            <a:noAutofit/>
          </a:bodyPr>
          <a:p>
            <a:pPr marL="457200" indent="-457200" algn="l" defTabSz="914400">
              <a:lnSpc>
                <a:spcPct val="90000"/>
              </a:lnSpc>
              <a:spcBef>
                <a:spcPts val="1800"/>
              </a:spcBef>
              <a:buClr>
                <a:srgbClr val="000000"/>
              </a:buClr>
              <a:buFont typeface="Meiryo UI"/>
              <a:buAutoNum type="arabicPeriod"/>
              <a:tabLst>
                <a:tab pos="0" algn="l"/>
              </a:tabLst>
            </a:pPr>
            <a:r>
              <a:rPr lang="ja-JP" sz="2000" b="0" u="none" strike="noStrike">
                <a:solidFill>
                  <a:schemeClr val="dk1"/>
                </a:solidFill>
                <a:effectLst/>
                <a:uFillTx/>
                <a:latin typeface="Meiryo UI"/>
                <a:ea typeface="Meiryo UI"/>
              </a:rPr>
              <a:t>事前に資料を把握する</a:t>
            </a:r>
            <a:endParaRPr lang="en-US" sz="2000" b="0" u="none" strike="noStrike">
              <a:solidFill>
                <a:schemeClr val="dk1"/>
              </a:solidFill>
              <a:effectLst/>
              <a:uFillTx/>
              <a:latin typeface="Meiryo UI"/>
            </a:endParaRPr>
          </a:p>
          <a:p>
            <a:pPr marL="457200" indent="-457200" algn="l" defTabSz="914400">
              <a:lnSpc>
                <a:spcPct val="90000"/>
              </a:lnSpc>
              <a:spcBef>
                <a:spcPts val="1800"/>
              </a:spcBef>
              <a:buClr>
                <a:srgbClr val="000000"/>
              </a:buClr>
              <a:buFont typeface="Meiryo UI"/>
              <a:buAutoNum type="arabicPeriod"/>
              <a:tabLst>
                <a:tab pos="0" algn="l"/>
              </a:tabLst>
            </a:pPr>
            <a:r>
              <a:rPr lang="ja-JP" sz="2000" b="0" u="none" strike="noStrike">
                <a:solidFill>
                  <a:schemeClr val="dk1"/>
                </a:solidFill>
                <a:effectLst/>
                <a:uFillTx/>
                <a:latin typeface="Meiryo UI"/>
                <a:ea typeface="Meiryo UI"/>
              </a:rPr>
              <a:t>よくある質問を想定しておく</a:t>
            </a:r>
            <a:endParaRPr lang="en-US" sz="2000" b="0" u="none" strike="noStrike">
              <a:solidFill>
                <a:schemeClr val="dk1"/>
              </a:solidFill>
              <a:effectLst/>
              <a:uFillTx/>
              <a:latin typeface="Meiryo UI"/>
            </a:endParaRPr>
          </a:p>
          <a:p>
            <a:pPr marL="457200" indent="-457200" algn="l" defTabSz="914400">
              <a:lnSpc>
                <a:spcPct val="90000"/>
              </a:lnSpc>
              <a:spcBef>
                <a:spcPts val="1800"/>
              </a:spcBef>
              <a:buClr>
                <a:srgbClr val="000000"/>
              </a:buClr>
              <a:buFont typeface="Meiryo UI"/>
              <a:buAutoNum type="arabicPeriod"/>
              <a:tabLst>
                <a:tab pos="0" algn="l"/>
              </a:tabLst>
            </a:pPr>
            <a:r>
              <a:rPr lang="ja-JP" sz="2000" b="0" u="none" strike="noStrike">
                <a:solidFill>
                  <a:schemeClr val="dk1"/>
                </a:solidFill>
                <a:effectLst/>
                <a:uFillTx/>
                <a:latin typeface="Meiryo UI"/>
                <a:ea typeface="Meiryo UI"/>
              </a:rPr>
              <a:t>返答の練習をする</a:t>
            </a:r>
            <a:endParaRPr lang="en-US" sz="2000" b="0" u="none" strike="noStrike">
              <a:solidFill>
                <a:schemeClr val="dk1"/>
              </a:solidFill>
              <a:effectLst/>
              <a:uFillTx/>
              <a:latin typeface="Meiryo UI"/>
            </a:endParaRPr>
          </a:p>
        </p:txBody>
      </p:sp>
      <p:sp>
        <p:nvSpPr>
          <p:cNvPr id="613" name="PlaceHolder 3"/>
          <p:cNvSpPr>
            <a:spLocks noGrp="1"/>
          </p:cNvSpPr>
          <p:nvPr>
            <p:ph hasCustomPrompt="1"/>
          </p:nvPr>
        </p:nvSpPr>
        <p:spPr>
          <a:xfrm>
            <a:off x="594360" y="2810520"/>
            <a:ext cx="5197680" cy="3318840"/>
          </a:xfrm>
          <a:prstGeom prst="rect">
            <a:avLst/>
          </a:prstGeom>
          <a:noFill/>
          <a:ln w="0">
            <a:noFill/>
          </a:ln>
        </p:spPr>
        <p:txBody>
          <a:bodyPr lIns="0" tIns="45720" rIns="0" bIns="0" anchor="t">
            <a:normAutofit/>
          </a:bodyPr>
          <a:p>
            <a:pPr indent="0" algn="l" defTabSz="914400">
              <a:lnSpc>
                <a:spcPct val="90000"/>
              </a:lnSpc>
              <a:spcBef>
                <a:spcPts val="1800"/>
              </a:spcBef>
              <a:buNone/>
              <a:tabLst>
                <a:tab pos="0" algn="l"/>
              </a:tabLst>
            </a:pPr>
            <a:r>
              <a:rPr lang="en-US" sz="2000" b="0" u="none" strike="noStrike">
                <a:solidFill>
                  <a:schemeClr val="dk1"/>
                </a:solidFill>
                <a:effectLst/>
                <a:uFillTx/>
                <a:latin typeface="Meiryo UI"/>
                <a:ea typeface="Meiryo UI"/>
              </a:rPr>
              <a:t>Q&amp;A </a:t>
            </a:r>
            <a:r>
              <a:rPr lang="ja-JP" sz="2000" b="0" u="none" strike="noStrike">
                <a:solidFill>
                  <a:schemeClr val="dk1"/>
                </a:solidFill>
                <a:effectLst/>
                <a:uFillTx/>
                <a:latin typeface="Meiryo UI"/>
                <a:ea typeface="Meiryo UI"/>
              </a:rPr>
              <a:t>セッションで落ち着きを保つことは、確信と威厳を醸し出すのに不可欠です。落ち着きを保つためのヒントは以下のとおりです。</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冷静になる</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アクティブ リスニングをする</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少し時間をとって振り返る</a:t>
            </a:r>
            <a:endParaRPr lang="en-US" sz="2000" b="0" u="none" strike="noStrike">
              <a:solidFill>
                <a:schemeClr val="dk1"/>
              </a:solidFill>
              <a:effectLst/>
              <a:uFillTx/>
              <a:latin typeface="Meiryo UI"/>
            </a:endParaRPr>
          </a:p>
          <a:p>
            <a:pPr marL="283320" lvl="1" indent="-28332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アイコンタクトを保つ</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4"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動的グローバル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アドレスへのアクセス</a:t>
            </a:r>
            <a:endParaRPr lang="en-US" sz="4400" b="1" u="none" spc="99" strike="noStrike">
              <a:solidFill>
                <a:schemeClr val="dk1"/>
              </a:solidFill>
              <a:effectLst/>
              <a:uFillTx/>
              <a:latin typeface="Meiryo UI"/>
            </a:endParaRPr>
          </a:p>
        </p:txBody>
      </p:sp>
      <p:graphicFrame>
        <p:nvGraphicFramePr>
          <p:cNvPr id="615" name="Diagram8"/>
          <p:cNvGraphicFramePr/>
          <p:nvPr>
            <p:extLst>
              <p:ext uri="{D42A27DB-BD31-4B8C-83A1-F6EECF244321}">
                <p14:modId xmlns:p14="http://schemas.microsoft.com/office/powerpoint/2010/main" val="824077453"/>
              </p:ext>
            </p:extLst>
          </p:nvPr>
        </p:nvGraphicFramePr>
        <p:xfrm>
          <a:off x="594360" y="2628720"/>
          <a:ext cx="10972080" cy="363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6" name="PlaceHolder 1"/>
          <p:cNvSpPr>
            <a:spLocks noGrp="1"/>
          </p:cNvSpPr>
          <p:nvPr>
            <p:ph type="title" hasCustomPrompt="1"/>
          </p:nvPr>
        </p:nvSpPr>
        <p:spPr>
          <a:xfrm>
            <a:off x="3661560" y="4661640"/>
            <a:ext cx="7615440" cy="1379880"/>
          </a:xfrm>
          <a:prstGeom prst="rect">
            <a:avLst/>
          </a:prstGeom>
          <a:noFill/>
          <a:ln w="0">
            <a:noFill/>
          </a:ln>
        </p:spPr>
        <p:txBody>
          <a:bodyPr lIns="0" tIns="0" rIns="0" bIns="0" anchor="b">
            <a:noAutofit/>
          </a:bodyPr>
          <a:p>
            <a:pPr indent="0" algn="l" defTabSz="914400">
              <a:lnSpc>
                <a:spcPct val="90000"/>
              </a:lnSpc>
              <a:buNone/>
              <a:tabLst>
                <a:tab pos="0" algn="l"/>
              </a:tabLst>
            </a:pPr>
            <a:r>
              <a:rPr lang="ja-JP" sz="4400" b="1" u="none" spc="99" strike="noStrike">
                <a:solidFill>
                  <a:schemeClr val="dk1"/>
                </a:solidFill>
                <a:effectLst/>
                <a:uFillTx/>
                <a:latin typeface="Meiryo UI"/>
                <a:ea typeface="Meiryo UI"/>
              </a:rPr>
              <a:t>ダイナミックなプレゼンテーションの提供</a:t>
            </a:r>
            <a:endParaRPr lang="en-US" sz="4400" b="1" u="none" spc="99" strike="noStrike">
              <a:solidFill>
                <a:schemeClr val="dk1"/>
              </a:solidFill>
              <a:effectLst/>
              <a:uFillTx/>
              <a:latin typeface="Meiryo UI"/>
            </a:endParaRPr>
          </a:p>
        </p:txBody>
      </p:sp>
      <p:sp>
        <p:nvSpPr>
          <p:cNvPr id="617" name="PlaceHolder 2"/>
          <p:cNvSpPr>
            <a:spLocks noGrp="1"/>
          </p:cNvSpPr>
          <p:nvPr>
            <p:ph hasCustomPrompt="1"/>
          </p:nvPr>
        </p:nvSpPr>
        <p:spPr>
          <a:xfrm>
            <a:off x="603720" y="583920"/>
            <a:ext cx="2824560" cy="3998520"/>
          </a:xfrm>
          <a:prstGeom prst="rect">
            <a:avLst/>
          </a:prstGeom>
          <a:noFill/>
          <a:ln w="0">
            <a:noFill/>
          </a:ln>
        </p:spPr>
        <p:txBody>
          <a:bodyPr lIns="0" tIns="274320" rIns="91440" bIns="45720" anchor="t">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プレゼンテーションの提供にエネルギーを注ぎ込み、長く印象を残す方法について学びます。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効果的なコミュニケーションの目標の </a:t>
            </a:r>
            <a:r>
              <a:rPr lang="en-US" sz="2000" b="0" u="none" strike="noStrike">
                <a:solidFill>
                  <a:schemeClr val="dk1"/>
                </a:solidFill>
                <a:effectLst/>
                <a:uFillTx/>
                <a:latin typeface="Meiryo UI"/>
                <a:ea typeface="Meiryo UI"/>
              </a:rPr>
              <a:t>1 </a:t>
            </a:r>
            <a:r>
              <a:rPr lang="ja-JP" sz="2000" b="0" u="none" strike="noStrike">
                <a:solidFill>
                  <a:schemeClr val="dk1"/>
                </a:solidFill>
                <a:effectLst/>
                <a:uFillTx/>
                <a:latin typeface="Meiryo UI"/>
                <a:ea typeface="Meiryo UI"/>
              </a:rPr>
              <a:t>つは、聞き手に意欲を起こさせることです。</a:t>
            </a:r>
            <a:endParaRPr lang="en-US" sz="2000" b="0" u="none" strike="noStrike">
              <a:solidFill>
                <a:schemeClr val="dk1"/>
              </a:solidFill>
              <a:effectLst/>
              <a:uFillTx/>
              <a:latin typeface="Meiryo UI"/>
            </a:endParaRPr>
          </a:p>
        </p:txBody>
      </p:sp>
      <p:graphicFrame>
        <p:nvGraphicFramePr>
          <p:cNvPr id="618" name="表プレースホルダー 2"/>
          <p:cNvGraphicFramePr/>
          <p:nvPr/>
        </p:nvGraphicFramePr>
        <p:xfrm>
          <a:off x="3670200" y="584280"/>
          <a:ext cx="7929360" cy="4093200"/>
        </p:xfrm>
        <a:graphic>
          <a:graphicData uri="http://schemas.openxmlformats.org/drawingml/2006/table">
            <a:tbl>
              <a:tblPr/>
              <a:tblGrid>
                <a:gridCol w="2453400"/>
                <a:gridCol w="2022480"/>
                <a:gridCol w="1616040"/>
                <a:gridCol w="1837800"/>
              </a:tblGrid>
              <a:tr h="51120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指標</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測定</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目標</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実績</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70884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聴衆者数</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出席者数</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150</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120</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70884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エンゲージメント時間</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分</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60</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75</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511200">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Q&amp;A </a:t>
                      </a:r>
                      <a:r>
                        <a:rPr lang="ja-JP" sz="1800" b="0" u="none" strike="noStrike">
                          <a:solidFill>
                            <a:schemeClr val="dk1"/>
                          </a:solidFill>
                          <a:effectLst/>
                          <a:uFillTx/>
                          <a:latin typeface="Meiryo UI"/>
                          <a:ea typeface="Meiryo UI"/>
                        </a:rPr>
                        <a:t>のやり取り</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質問数</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10</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15</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r h="51120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ポジティブなフィードバック</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パーセンテージ </a:t>
                      </a:r>
                      <a:r>
                        <a:rPr lang="en-US" sz="1800" b="0" u="none" strike="noStrike">
                          <a:solidFill>
                            <a:schemeClr val="dk1"/>
                          </a:solidFill>
                          <a:effectLst/>
                          <a:uFillTx/>
                          <a:latin typeface="Meiryo UI"/>
                          <a:ea typeface="Meiryo UI"/>
                        </a:rPr>
                        <a:t>(%)</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90</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95</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20000"/>
                      </a:schemeClr>
                    </a:solidFill>
                  </a:tcPr>
                </a:tc>
              </a:tr>
              <a:tr h="101268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情報保持率</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パーセンテージ </a:t>
                      </a:r>
                      <a:r>
                        <a:rPr lang="en-US" sz="1800" b="0" u="none" strike="noStrike">
                          <a:solidFill>
                            <a:schemeClr val="dk1"/>
                          </a:solidFill>
                          <a:effectLst/>
                          <a:uFillTx/>
                          <a:latin typeface="Meiryo UI"/>
                          <a:ea typeface="Meiryo UI"/>
                        </a:rPr>
                        <a:t>(%)</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80</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85</a:t>
                      </a:r>
                      <a:endParaRPr lang="en-US" sz="1800" b="0" u="none" strike="noStrike">
                        <a:solidFill>
                          <a:srgbClr val="000000"/>
                        </a:solidFill>
                        <a:effectLst/>
                        <a:uFillTx/>
                        <a:latin typeface="Arial"/>
                      </a:endParaRPr>
                    </a:p>
                  </a:txBody>
                  <a:tcPr anchor="ctr" marL="91440" marR="91440" marT="45720" marB="45720">
                    <a:lnL w="12240">
                      <a:solidFill>
                        <a:srgbClr val="FBE284"/>
                      </a:solidFill>
                      <a:prstDash val="solid"/>
                    </a:lnL>
                    <a:lnR w="12240">
                      <a:solidFill>
                        <a:srgbClr val="FBE284"/>
                      </a:solidFill>
                      <a:prstDash val="solid"/>
                    </a:lnR>
                    <a:lnT w="12240">
                      <a:solidFill>
                        <a:srgbClr val="FBE284"/>
                      </a:solidFill>
                      <a:prstDash val="solid"/>
                    </a:lnT>
                    <a:lnB w="12240">
                      <a:solidFill>
                        <a:srgbClr val="FBE284"/>
                      </a:solidFill>
                      <a:prstDash val="solid"/>
                    </a:lnB>
                    <a:solidFill>
                      <a:schemeClr val="accent2">
                        <a:tint val="40000"/>
                      </a:schemeClr>
                    </a:solidFill>
                  </a:tcPr>
                </a:tc>
              </a:tr>
            </a:tbl>
          </a:graphicData>
        </a:graphic>
      </p:graphicFrame>
    </p:spTree>
  </p:cSld>
  <mc:AlternateContent>
    <mc:Choice Requires="p14">
      <p:transition spd="slow" p14:dur="2000"/>
    </mc:Choice>
    <mc:Fallback>
      <p:transition spd="slow"/>
    </mc:Fallback>
  </mc:AlternateContent>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title" hasCustomPrompt="1"/>
          </p:nvPr>
        </p:nvSpPr>
        <p:spPr>
          <a:xfrm>
            <a:off x="3661560" y="4661640"/>
            <a:ext cx="7935480" cy="137988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動的グローバル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アドレスへのアクセス</a:t>
            </a:r>
            <a:endParaRPr lang="en-US" sz="4400" b="1" u="none" spc="99" strike="noStrike">
              <a:solidFill>
                <a:schemeClr val="dk1"/>
              </a:solidFill>
              <a:effectLst/>
              <a:uFillTx/>
              <a:latin typeface="Meiryo UI"/>
            </a:endParaRPr>
          </a:p>
        </p:txBody>
      </p:sp>
      <p:sp>
        <p:nvSpPr>
          <p:cNvPr id="620" name="PlaceHolder 2"/>
          <p:cNvSpPr>
            <a:spLocks noGrp="1"/>
          </p:cNvSpPr>
          <p:nvPr>
            <p:ph hasCustomPrompt="1"/>
          </p:nvPr>
        </p:nvSpPr>
        <p:spPr>
          <a:xfrm>
            <a:off x="3670920" y="583920"/>
            <a:ext cx="7926120" cy="3998520"/>
          </a:xfrm>
          <a:prstGeom prst="rect">
            <a:avLst/>
          </a:prstGeom>
          <a:noFill/>
          <a:ln w="0">
            <a:noFill/>
          </a:ln>
        </p:spPr>
        <p:txBody>
          <a:bodyPr lIns="0" tIns="45720" rIns="91440" bIns="45720" anchor="t">
            <a:noAutofit/>
          </a:bodyPr>
          <a:p>
            <a:pPr indent="0" algn="l" defTabSz="914400">
              <a:lnSpc>
                <a:spcPct val="90000"/>
              </a:lnSpc>
              <a:spcBef>
                <a:spcPts val="1800"/>
              </a:spcBef>
              <a:buNone/>
              <a:tabLst>
                <a:tab pos="0" algn="l"/>
              </a:tabLst>
            </a:pPr>
            <a:endParaRPr lang="en-US" sz="2000" b="0" u="none" strike="noStrike">
              <a:solidFill>
                <a:schemeClr val="dk1"/>
              </a:solidFill>
              <a:effectLst/>
              <a:uFillTx/>
              <a:latin typeface="Meiryo UI"/>
            </a:endParaRPr>
          </a:p>
        </p:txBody>
      </p:sp>
      <p:graphicFrame>
        <p:nvGraphicFramePr>
          <p:cNvPr id="621" name="Diagram9"/>
          <p:cNvGraphicFramePr/>
          <p:nvPr>
            <p:extLst>
              <p:ext uri="{D42A27DB-BD31-4B8C-83A1-F6EECF244321}">
                <p14:modId xmlns:p14="http://schemas.microsoft.com/office/powerpoint/2010/main" val="2194148507"/>
              </p:ext>
            </p:extLst>
          </p:nvPr>
        </p:nvGraphicFramePr>
        <p:xfrm>
          <a:off x="603720" y="583920"/>
          <a:ext cx="2824560" cy="399852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2" name="PlaceHolder 1"/>
          <p:cNvSpPr>
            <a:spLocks noGrp="1"/>
          </p:cNvSpPr>
          <p:nvPr>
            <p:ph type="title" hasCustomPrompt="1"/>
          </p:nvPr>
        </p:nvSpPr>
        <p:spPr>
          <a:xfrm>
            <a:off x="594360" y="202320"/>
            <a:ext cx="10972080" cy="15696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動的グローバル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アドレスへのアクセス</a:t>
            </a:r>
            <a:endParaRPr lang="en-US" sz="4400" b="1" u="none" spc="99" strike="noStrike">
              <a:solidFill>
                <a:schemeClr val="dk1"/>
              </a:solidFill>
              <a:effectLst/>
              <a:uFillTx/>
              <a:latin typeface="Meiryo UI"/>
            </a:endParaRPr>
          </a:p>
        </p:txBody>
      </p:sp>
      <p:graphicFrame>
        <p:nvGraphicFramePr>
          <p:cNvPr id="623" name="Diagram10"/>
          <p:cNvGraphicFramePr/>
          <p:nvPr>
            <p:extLst>
              <p:ext uri="{D42A27DB-BD31-4B8C-83A1-F6EECF244321}">
                <p14:modId xmlns:p14="http://schemas.microsoft.com/office/powerpoint/2010/main" val="675957318"/>
              </p:ext>
            </p:extLst>
          </p:nvPr>
        </p:nvGraphicFramePr>
        <p:xfrm>
          <a:off x="594360" y="2628720"/>
          <a:ext cx="10972080" cy="3636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title" hasCustomPrompt="1"/>
          </p:nvPr>
        </p:nvSpPr>
        <p:spPr>
          <a:xfrm>
            <a:off x="594360" y="102960"/>
            <a:ext cx="10873080" cy="1679400"/>
          </a:xfrm>
          <a:prstGeom prst="rect">
            <a:avLst/>
          </a:prstGeom>
          <a:noFill/>
          <a:ln w="0">
            <a:noFill/>
          </a:ln>
        </p:spPr>
        <p:txBody>
          <a:bodyPr lIns="0" tIns="0" rIns="0" bIns="0" anchor="b">
            <a:norm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動的グローバル</a:t>
            </a:r>
            <a:r>
              <a:rPr lang="en-US" sz="4400" b="1" u="none" spc="99" strike="noStrike">
                <a:solidFill>
                  <a:schemeClr val="dk1"/>
                </a:solidFill>
                <a:effectLst/>
                <a:uFillTx/>
                <a:latin typeface="Meiryo UI"/>
                <a:ea typeface="Meiryo UI"/>
              </a:rPr>
              <a:t>IP</a:t>
            </a:r>
            <a:r>
              <a:rPr lang="ja-JP" sz="4400" b="1" u="none" spc="99" strike="noStrike">
                <a:solidFill>
                  <a:schemeClr val="dk1"/>
                </a:solidFill>
                <a:effectLst/>
                <a:uFillTx/>
                <a:latin typeface="Meiryo UI"/>
                <a:ea typeface="Meiryo UI"/>
              </a:rPr>
              <a:t>アドレスへのアクセス</a:t>
            </a:r>
            <a:endParaRPr lang="en-US" sz="4400" b="1" u="none" spc="99" strike="noStrike">
              <a:solidFill>
                <a:schemeClr val="dk1"/>
              </a:solidFill>
              <a:effectLst/>
              <a:uFillTx/>
              <a:latin typeface="Meiryo UI"/>
            </a:endParaRPr>
          </a:p>
        </p:txBody>
      </p:sp>
      <p:graphicFrame>
        <p:nvGraphicFramePr>
          <p:cNvPr id="625" name="Diagram11"/>
          <p:cNvGraphicFramePr/>
          <p:nvPr>
            <p:extLst>
              <p:ext uri="{D42A27DB-BD31-4B8C-83A1-F6EECF244321}">
                <p14:modId xmlns:p14="http://schemas.microsoft.com/office/powerpoint/2010/main" val="2546106950"/>
              </p:ext>
            </p:extLst>
          </p:nvPr>
        </p:nvGraphicFramePr>
        <p:xfrm>
          <a:off x="3657600" y="2282040"/>
          <a:ext cx="7809840" cy="3698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mc:AlternateContent>
    <mc:Choice Requires="p14">
      <p:transition spd="slow" p14:dur="2000"/>
    </mc:Choice>
    <mc:Fallback>
      <p:transition spd="slow"/>
    </mc:Fallback>
  </mc:AlternateContent>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6" name="PlaceHolder 1"/>
          <p:cNvSpPr>
            <a:spLocks noGrp="1"/>
          </p:cNvSpPr>
          <p:nvPr>
            <p:ph type="title" hasCustomPrompt="1"/>
          </p:nvPr>
        </p:nvSpPr>
        <p:spPr>
          <a:xfrm>
            <a:off x="594360" y="198360"/>
            <a:ext cx="10972080" cy="157356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最後のヒントと考慮事項</a:t>
            </a:r>
            <a:endParaRPr lang="en-US" sz="4400" b="1" u="none" spc="99" strike="noStrike">
              <a:solidFill>
                <a:schemeClr val="dk1"/>
              </a:solidFill>
              <a:effectLst/>
              <a:uFillTx/>
              <a:latin typeface="Meiryo UI"/>
            </a:endParaRPr>
          </a:p>
        </p:txBody>
      </p:sp>
      <p:sp>
        <p:nvSpPr>
          <p:cNvPr id="627" name="PlaceHolder 2"/>
          <p:cNvSpPr>
            <a:spLocks noGrp="1"/>
          </p:cNvSpPr>
          <p:nvPr>
            <p:ph hasCustomPrompt="1"/>
          </p:nvPr>
        </p:nvSpPr>
        <p:spPr>
          <a:xfrm>
            <a:off x="595440" y="2676600"/>
            <a:ext cx="5745960" cy="3596760"/>
          </a:xfrm>
          <a:prstGeom prst="rect">
            <a:avLst/>
          </a:prstGeom>
          <a:noFill/>
          <a:ln w="0">
            <a:noFill/>
          </a:ln>
        </p:spPr>
        <p:txBody>
          <a:bodyPr lIns="0" tIns="45720" rIns="91440" bIns="45720" anchor="t">
            <a:noAutofit/>
          </a:bodyPr>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一貫したリハーサル</a:t>
            </a:r>
            <a:endParaRPr lang="en-US" sz="2000" b="0" u="none" strike="noStrike">
              <a:solidFill>
                <a:schemeClr val="dk1"/>
              </a:solidFill>
              <a:effectLst/>
              <a:uFillTx/>
              <a:latin typeface="Meiryo UI"/>
            </a:endParaRPr>
          </a:p>
          <a:p>
            <a:pPr marL="685800" lvl="1" indent="-283320" algn="l" defTabSz="914400">
              <a:lnSpc>
                <a:spcPct val="90000"/>
              </a:lnSpc>
              <a:spcBef>
                <a:spcPts val="601"/>
              </a:spcBef>
              <a:buClr>
                <a:srgbClr val="000000"/>
              </a:buClr>
              <a:buFont typeface="Arial"/>
              <a:buChar char="•"/>
              <a:tabLst>
                <a:tab pos="0" algn="l"/>
              </a:tabLst>
            </a:pPr>
            <a:r>
              <a:rPr lang="ja-JP" sz="2000" b="0" u="none" strike="noStrike">
                <a:solidFill>
                  <a:schemeClr val="dk1"/>
                </a:solidFill>
                <a:effectLst/>
                <a:uFillTx/>
                <a:latin typeface="Meiryo UI"/>
                <a:ea typeface="Meiryo UI"/>
              </a:rPr>
              <a:t>親しみやすさを高める</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提供のスタイルを洗練する</a:t>
            </a:r>
            <a:endParaRPr lang="en-US" sz="2000" b="0" u="none" strike="noStrike">
              <a:solidFill>
                <a:schemeClr val="dk1"/>
              </a:solidFill>
              <a:effectLst/>
              <a:uFillTx/>
              <a:latin typeface="Meiryo UI"/>
            </a:endParaRPr>
          </a:p>
          <a:p>
            <a:pPr marL="685800" lvl="1" indent="-283320" algn="l" defTabSz="914400">
              <a:lnSpc>
                <a:spcPct val="90000"/>
              </a:lnSpc>
              <a:spcBef>
                <a:spcPts val="601"/>
              </a:spcBef>
              <a:buClr>
                <a:srgbClr val="000000"/>
              </a:buClr>
              <a:buFont typeface="Arial"/>
              <a:buChar char="•"/>
              <a:tabLst>
                <a:tab pos="0" algn="l"/>
              </a:tabLst>
            </a:pPr>
            <a:r>
              <a:rPr lang="ja-JP" sz="2000" b="0" u="none" strike="noStrike">
                <a:solidFill>
                  <a:schemeClr val="dk1"/>
                </a:solidFill>
                <a:effectLst/>
                <a:uFillTx/>
                <a:latin typeface="Meiryo UI"/>
                <a:ea typeface="Meiryo UI"/>
              </a:rPr>
              <a:t>ペース、トーン、強調</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タイミングと切り替え</a:t>
            </a:r>
            <a:endParaRPr lang="en-US" sz="2000" b="0" u="none" strike="noStrike">
              <a:solidFill>
                <a:schemeClr val="dk1"/>
              </a:solidFill>
              <a:effectLst/>
              <a:uFillTx/>
              <a:latin typeface="Meiryo UI"/>
            </a:endParaRPr>
          </a:p>
          <a:p>
            <a:pPr marL="685800" lvl="1" indent="-283320" algn="l" defTabSz="914400">
              <a:lnSpc>
                <a:spcPct val="90000"/>
              </a:lnSpc>
              <a:spcBef>
                <a:spcPts val="601"/>
              </a:spcBef>
              <a:buClr>
                <a:srgbClr val="000000"/>
              </a:buClr>
              <a:buFont typeface="Arial"/>
              <a:buChar char="•"/>
              <a:tabLst>
                <a:tab pos="0" algn="l"/>
              </a:tabLst>
            </a:pPr>
            <a:r>
              <a:rPr lang="ja-JP" sz="2000" b="0" u="none" strike="noStrike">
                <a:solidFill>
                  <a:schemeClr val="dk1"/>
                </a:solidFill>
                <a:effectLst/>
                <a:uFillTx/>
                <a:latin typeface="Meiryo UI"/>
                <a:ea typeface="Meiryo UI"/>
              </a:rPr>
              <a:t>シームレスでプロフェッショナルな提供を目指す</a:t>
            </a:r>
            <a:endParaRPr lang="en-US" sz="2000" b="0" u="none" strike="noStrike">
              <a:solidFill>
                <a:schemeClr val="dk1"/>
              </a:solidFill>
              <a:effectLst/>
              <a:uFillTx/>
              <a:latin typeface="Meiryo UI"/>
            </a:endParaRPr>
          </a:p>
          <a:p>
            <a:pPr indent="0" algn="l" defTabSz="914400">
              <a:lnSpc>
                <a:spcPct val="90000"/>
              </a:lnSpc>
              <a:spcBef>
                <a:spcPts val="1800"/>
              </a:spcBef>
              <a:buNone/>
              <a:tabLst>
                <a:tab pos="0" algn="l"/>
              </a:tabLst>
            </a:pPr>
            <a:r>
              <a:rPr lang="ja-JP" sz="2000" b="0" u="none" strike="noStrike">
                <a:solidFill>
                  <a:schemeClr val="dk1"/>
                </a:solidFill>
                <a:effectLst/>
                <a:uFillTx/>
                <a:latin typeface="Meiryo UI"/>
                <a:ea typeface="Meiryo UI"/>
              </a:rPr>
              <a:t>練習用の聞き手</a:t>
            </a:r>
            <a:endParaRPr lang="en-US" sz="2000" b="0" u="none" strike="noStrike">
              <a:solidFill>
                <a:schemeClr val="dk1"/>
              </a:solidFill>
              <a:effectLst/>
              <a:uFillTx/>
              <a:latin typeface="Meiryo UI"/>
            </a:endParaRPr>
          </a:p>
          <a:p>
            <a:pPr marL="685800" lvl="1" indent="-283320" algn="l" defTabSz="914400">
              <a:lnSpc>
                <a:spcPct val="90000"/>
              </a:lnSpc>
              <a:spcBef>
                <a:spcPts val="601"/>
              </a:spcBef>
              <a:buClr>
                <a:srgbClr val="000000"/>
              </a:buClr>
              <a:buFont typeface="Arial"/>
              <a:buChar char="•"/>
              <a:tabLst>
                <a:tab pos="0" algn="l"/>
              </a:tabLst>
            </a:pPr>
            <a:r>
              <a:rPr lang="ja-JP" sz="2000" b="0" u="none" strike="noStrike">
                <a:solidFill>
                  <a:schemeClr val="dk1"/>
                </a:solidFill>
                <a:effectLst/>
                <a:uFillTx/>
                <a:latin typeface="Meiryo UI"/>
                <a:ea typeface="Meiryo UI"/>
              </a:rPr>
              <a:t>同僚に聞いてもらい、感想を言ってもらう</a:t>
            </a:r>
            <a:endParaRPr lang="en-US" sz="2000" b="0" u="none" strike="noStrike">
              <a:solidFill>
                <a:schemeClr val="dk1"/>
              </a:solidFill>
              <a:effectLst/>
              <a:uFillTx/>
              <a:latin typeface="Meiryo UI"/>
            </a:endParaRPr>
          </a:p>
          <a:p>
            <a:pPr indent="0" algn="l" defTabSz="914400">
              <a:lnSpc>
                <a:spcPct val="90000"/>
              </a:lnSpc>
              <a:spcBef>
                <a:spcPts val="601"/>
              </a:spcBef>
              <a:buNone/>
              <a:tabLst>
                <a:tab pos="0" algn="l"/>
              </a:tabLst>
            </a:pPr>
            <a:endParaRPr lang="en-US" sz="2000" b="0" u="none" strike="noStrike">
              <a:solidFill>
                <a:schemeClr val="dk1"/>
              </a:solidFill>
              <a:effectLst/>
              <a:uFillTx/>
              <a:latin typeface="Meiryo UI"/>
            </a:endParaRPr>
          </a:p>
        </p:txBody>
      </p:sp>
      <p:sp>
        <p:nvSpPr>
          <p:cNvPr id="628" name="PlaceHolder 3"/>
          <p:cNvSpPr>
            <a:spLocks noGrp="1"/>
          </p:cNvSpPr>
          <p:nvPr>
            <p:ph hasCustomPrompt="1"/>
          </p:nvPr>
        </p:nvSpPr>
        <p:spPr>
          <a:xfrm>
            <a:off x="7620120" y="2676600"/>
            <a:ext cx="3946320" cy="3596760"/>
          </a:xfrm>
          <a:prstGeom prst="rect">
            <a:avLst/>
          </a:prstGeom>
          <a:noFill/>
          <a:ln w="0">
            <a:noFill/>
          </a:ln>
        </p:spPr>
        <p:txBody>
          <a:bodyPr lIns="0" tIns="45720" rIns="91440" bIns="45720" anchor="t">
            <a:noAutofit/>
          </a:bodyPr>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フィードバックを求める</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パフォーマンスを振り返る</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新しいテクニックを探索する</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個人の目標を設定する</a:t>
            </a:r>
            <a:endParaRPr lang="en-US" sz="2000" b="0" u="none" strike="noStrike">
              <a:solidFill>
                <a:schemeClr val="dk1"/>
              </a:solidFill>
              <a:effectLst/>
              <a:uFillTx/>
              <a:latin typeface="Meiryo UI"/>
            </a:endParaRPr>
          </a:p>
          <a:p>
            <a:pPr marL="343080" indent="-343080" algn="l" defTabSz="914400">
              <a:lnSpc>
                <a:spcPct val="90000"/>
              </a:lnSpc>
              <a:spcBef>
                <a:spcPts val="1800"/>
              </a:spcBef>
              <a:buClr>
                <a:srgbClr val="000000"/>
              </a:buClr>
              <a:buFont typeface="Arial"/>
              <a:buChar char="•"/>
              <a:tabLst>
                <a:tab pos="0" algn="l"/>
              </a:tabLst>
            </a:pPr>
            <a:r>
              <a:rPr lang="ja-JP" sz="2000" b="0" u="none" strike="noStrike">
                <a:solidFill>
                  <a:schemeClr val="dk1"/>
                </a:solidFill>
                <a:effectLst/>
                <a:uFillTx/>
                <a:latin typeface="Meiryo UI"/>
                <a:ea typeface="Meiryo UI"/>
              </a:rPr>
              <a:t>反復し、適応する</a:t>
            </a:r>
            <a:endParaRPr lang="en-US" sz="2000" b="0" u="none" strike="noStrike">
              <a:solidFill>
                <a:schemeClr val="dk1"/>
              </a:solidFill>
              <a:effectLst/>
              <a:uFillTx/>
              <a:latin typeface="Meiryo UI"/>
            </a:endParaRPr>
          </a:p>
        </p:txBody>
      </p:sp>
    </p:spTree>
  </p:cSld>
  <mc:AlternateContent>
    <mc:Choice Requires="p14">
      <p:transition spd="slow" p14:dur="2000"/>
    </mc:Choice>
    <mc:Fallback>
      <p:transition spd="slow"/>
    </mc:Fallback>
  </mc:AlternateContent>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title" hasCustomPrompt="1"/>
          </p:nvPr>
        </p:nvSpPr>
        <p:spPr>
          <a:xfrm>
            <a:off x="594360" y="583920"/>
            <a:ext cx="10972080" cy="1188000"/>
          </a:xfrm>
          <a:prstGeom prst="rect">
            <a:avLst/>
          </a:prstGeom>
          <a:noFill/>
          <a:ln w="0">
            <a:noFill/>
          </a:ln>
        </p:spPr>
        <p:txBody>
          <a:bodyPr lIns="0" tIns="0" rIns="0" bIns="0" anchor="b">
            <a:noAutofit/>
          </a:bodyPr>
          <a:p>
            <a:pPr indent="0" algn="l" defTabSz="914400">
              <a:lnSpc>
                <a:spcPct val="80000"/>
              </a:lnSpc>
              <a:buNone/>
              <a:tabLst>
                <a:tab pos="0" algn="l"/>
              </a:tabLst>
            </a:pPr>
            <a:r>
              <a:rPr lang="ja-JP" sz="4400" b="1" u="none" spc="99" strike="noStrike">
                <a:solidFill>
                  <a:schemeClr val="dk1"/>
                </a:solidFill>
                <a:effectLst/>
                <a:uFillTx/>
                <a:latin typeface="Meiryo UI"/>
                <a:ea typeface="Meiryo UI"/>
              </a:rPr>
              <a:t>スピーキング エンゲージメント指標</a:t>
            </a:r>
            <a:endParaRPr lang="en-US" sz="4400" b="1" u="none" spc="99" strike="noStrike">
              <a:solidFill>
                <a:schemeClr val="dk1"/>
              </a:solidFill>
              <a:effectLst/>
              <a:uFillTx/>
              <a:latin typeface="Meiryo UI"/>
            </a:endParaRPr>
          </a:p>
        </p:txBody>
      </p:sp>
      <p:graphicFrame>
        <p:nvGraphicFramePr>
          <p:cNvPr id="630" name="表プレースホルダー 3"/>
          <p:cNvGraphicFramePr/>
          <p:nvPr/>
        </p:nvGraphicFramePr>
        <p:xfrm>
          <a:off x="593640" y="2629080"/>
          <a:ext cx="10990440" cy="3658320"/>
        </p:xfrm>
        <a:graphic>
          <a:graphicData uri="http://schemas.openxmlformats.org/drawingml/2006/table">
            <a:tbl>
              <a:tblPr/>
              <a:tblGrid>
                <a:gridCol w="3072960"/>
                <a:gridCol w="2604600"/>
                <a:gridCol w="2687760"/>
                <a:gridCol w="2625480"/>
              </a:tblGrid>
              <a:tr h="594360">
                <a:tc>
                  <a:txBody>
                    <a:bodyPr anchor="ctr">
                      <a:noAutofit/>
                    </a:bodyPr>
                    <a:p>
                      <a:pPr algn="ctr" defTabSz="914400">
                        <a:lnSpc>
                          <a:spcPct val="100000"/>
                        </a:lnSpc>
                      </a:pPr>
                      <a:r>
                        <a:rPr lang="ja-JP" sz="1800" b="1" u="none" strike="noStrike">
                          <a:solidFill>
                            <a:schemeClr val="dk1"/>
                          </a:solidFill>
                          <a:effectLst/>
                          <a:uFillTx/>
                          <a:latin typeface="Meiryo UI"/>
                          <a:ea typeface="Meiryo UI"/>
                        </a:rPr>
                        <a:t>影響要因</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ja-JP" sz="1800" b="1" u="none" strike="noStrike">
                          <a:solidFill>
                            <a:schemeClr val="dk1"/>
                          </a:solidFill>
                          <a:effectLst/>
                          <a:uFillTx/>
                          <a:latin typeface="Meiryo UI"/>
                          <a:ea typeface="Meiryo UI"/>
                        </a:rPr>
                        <a:t>測定</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ja-JP" sz="1800" b="1" u="none" strike="noStrike">
                          <a:solidFill>
                            <a:schemeClr val="dk1"/>
                          </a:solidFill>
                          <a:effectLst/>
                          <a:uFillTx/>
                          <a:latin typeface="Meiryo UI"/>
                          <a:ea typeface="Meiryo UI"/>
                        </a:rPr>
                        <a:t>目標</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ja-JP" sz="1800" b="1" u="none" strike="noStrike">
                          <a:solidFill>
                            <a:schemeClr val="dk1"/>
                          </a:solidFill>
                          <a:effectLst/>
                          <a:uFillTx/>
                          <a:latin typeface="Meiryo UI"/>
                          <a:ea typeface="Meiryo UI"/>
                        </a:rPr>
                        <a:t>達成</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r>
              <a:tr h="59436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聞き手とのやり取り</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パーセンテージ </a:t>
                      </a:r>
                      <a:r>
                        <a:rPr lang="en-US" sz="1800" b="0" u="none" strike="noStrike">
                          <a:solidFill>
                            <a:schemeClr val="dk1"/>
                          </a:solidFill>
                          <a:effectLst/>
                          <a:uFillTx/>
                          <a:latin typeface="Meiryo UI"/>
                          <a:ea typeface="Meiryo UI"/>
                        </a:rPr>
                        <a:t>(%)</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85</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88</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r>
              <a:tr h="59436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知識の定着率</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パーセンテージ </a:t>
                      </a:r>
                      <a:r>
                        <a:rPr lang="en-US" sz="1800" b="0" u="none" strike="noStrike">
                          <a:solidFill>
                            <a:schemeClr val="dk1"/>
                          </a:solidFill>
                          <a:effectLst/>
                          <a:uFillTx/>
                          <a:latin typeface="Meiryo UI"/>
                          <a:ea typeface="Meiryo UI"/>
                        </a:rPr>
                        <a:t>(%)</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75</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80</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r>
              <a:tr h="59436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プレゼンテーション後のアンケート</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平均評価</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4.2</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4.5</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r>
              <a:tr h="59436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紹介率</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パーセンテージ </a:t>
                      </a:r>
                      <a:r>
                        <a:rPr lang="en-US" sz="1800" b="0" u="none" strike="noStrike">
                          <a:solidFill>
                            <a:schemeClr val="dk1"/>
                          </a:solidFill>
                          <a:effectLst/>
                          <a:uFillTx/>
                          <a:latin typeface="Meiryo UI"/>
                          <a:ea typeface="Meiryo UI"/>
                        </a:rPr>
                        <a:t>(%)</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10</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12</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20000"/>
                      </a:schemeClr>
                    </a:solidFill>
                  </a:tcPr>
                </a:tc>
              </a:tr>
              <a:tr h="594360">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コラボレーションのチャンス</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ja-JP" sz="1800" b="0" u="none" strike="noStrike">
                          <a:solidFill>
                            <a:schemeClr val="dk1"/>
                          </a:solidFill>
                          <a:effectLst/>
                          <a:uFillTx/>
                          <a:latin typeface="Meiryo UI"/>
                          <a:ea typeface="Meiryo UI"/>
                        </a:rPr>
                        <a:t>チャンスの数</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8</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c>
                  <a:txBody>
                    <a:bodyPr anchor="ctr">
                      <a:noAutofit/>
                    </a:bodyPr>
                    <a:p>
                      <a:pPr algn="ctr" defTabSz="914400">
                        <a:lnSpc>
                          <a:spcPct val="100000"/>
                        </a:lnSpc>
                      </a:pPr>
                      <a:r>
                        <a:rPr lang="en-US" sz="1800" b="0" u="none" strike="noStrike">
                          <a:solidFill>
                            <a:schemeClr val="dk1"/>
                          </a:solidFill>
                          <a:effectLst/>
                          <a:uFillTx/>
                          <a:latin typeface="Meiryo UI"/>
                          <a:ea typeface="Meiryo UI"/>
                        </a:rPr>
                        <a:t>10</a:t>
                      </a:r>
                      <a:endParaRPr lang="en-US" sz="1800" b="0" u="none" strike="noStrike">
                        <a:solidFill>
                          <a:srgbClr val="000000"/>
                        </a:solidFill>
                        <a:effectLst/>
                        <a:uFillTx/>
                        <a:latin typeface="Arial"/>
                      </a:endParaRPr>
                    </a:p>
                  </a:txBody>
                  <a:tcPr anchor="ctr" marL="91440" marR="91440" marT="45720" marB="45720">
                    <a:lnL w="12240">
                      <a:solidFill>
                        <a:srgbClr val="A9D4DB"/>
                      </a:solidFill>
                      <a:prstDash val="solid"/>
                    </a:lnL>
                    <a:lnR w="12240">
                      <a:solidFill>
                        <a:srgbClr val="A9D4DB"/>
                      </a:solidFill>
                      <a:prstDash val="solid"/>
                    </a:lnR>
                    <a:lnT w="12240">
                      <a:solidFill>
                        <a:srgbClr val="A9D4DB"/>
                      </a:solidFill>
                      <a:prstDash val="solid"/>
                    </a:lnT>
                    <a:lnB w="12240">
                      <a:solidFill>
                        <a:srgbClr val="A9D4DB"/>
                      </a:solidFill>
                      <a:prstDash val="solid"/>
                    </a:lnB>
                    <a:solidFill>
                      <a:schemeClr val="accent1">
                        <a:tint val="40000"/>
                      </a:schemeClr>
                    </a:solid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ユーザー設定">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Meiryo UI" pitchFamily="0" charset="1"/>
        <a:ea typeface="Meiryo UI" pitchFamily="0" charset="1"/>
        <a:cs typeface=""/>
      </a:majorFont>
      <a:minorFont>
        <a:latin typeface="Meiryo UI" pitchFamily="0" charset="1"/>
        <a:ea typeface="Meiryo UI"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ユーザー設定">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Meiryo UI" pitchFamily="0" charset="1"/>
        <a:ea typeface="Meiryo UI" pitchFamily="0" charset="1"/>
        <a:cs typeface=""/>
      </a:majorFont>
      <a:minorFont>
        <a:latin typeface="Meiryo UI" pitchFamily="0" charset="1"/>
        <a:ea typeface="Meiryo UI"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ユーザー設定">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Meiryo UI" pitchFamily="0" charset="1"/>
        <a:ea typeface="Meiryo UI" pitchFamily="0" charset="1"/>
        <a:cs typeface=""/>
      </a:majorFont>
      <a:minorFont>
        <a:latin typeface="Meiryo UI" pitchFamily="0" charset="1"/>
        <a:ea typeface="Meiryo UI"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F4B194E-8B30-4377-8C59-ECFB902D2A26}">
  <ds:schemaRefs>
    <ds:schemaRef ds:uri="http://purl.org/dc/dcmitype/"/>
    <ds:schemaRef ds:uri="71af3243-3dd4-4a8d-8c0d-dd76da1f02a5"/>
    <ds:schemaRef ds:uri="http://schemas.microsoft.com/office/2006/documentManagement/types"/>
    <ds:schemaRef ds:uri="http://purl.org/dc/elements/1.1/"/>
    <ds:schemaRef ds:uri="http://schemas.microsoft.com/office/infopath/2007/PartnerControls"/>
    <ds:schemaRef ds:uri="16c05727-aa75-4e4a-9b5f-8a80a1165891"/>
    <ds:schemaRef ds:uri="http://www.w3.org/XML/1998/namespace"/>
    <ds:schemaRef ds:uri="http://schemas.microsoft.com/office/2006/metadata/properties"/>
    <ds:schemaRef ds:uri="230e9df3-be65-4c73-a93b-d1236ebd677e"/>
    <ds:schemaRef ds:uri="http://schemas.openxmlformats.org/package/2006/metadata/core-properties"/>
    <ds:schemaRef ds:uri="http://schemas.microsoft.com/sharepoint/v3"/>
    <ds:schemaRef ds:uri="http://purl.org/dc/terms/"/>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2013 - 2022 Theme</Template>
  <TotalTime>13625</TotalTime>
  <Application>LibreOffice/26.2.2.2$Linux_X86_64 LibreOffice_project/620$Build-2</Application>
  <AppVersion>15.0000</AppVersion>
  <Words>10978</Words>
  <Paragraphs>1644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2026-01-14T00:21:09Z</dcterms:created>
  <dc:creator>VA 26</dc:creator>
  <dc:description/>
  <dc:language>ja-JP</dc:language>
  <cp:lastModifiedBy/>
  <dcterms:modified xsi:type="dcterms:W3CDTF">2026-04-26T17:24:29Z</dcterms:modified>
  <cp:revision>201</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Notes">
    <vt:i4>190</vt:i4>
  </property>
  <property fmtid="{D5CDD505-2E9C-101B-9397-08002B2CF9AE}" pid="4" name="PresentationFormat">
    <vt:lpwstr>ワイド画面</vt:lpwstr>
  </property>
  <property fmtid="{D5CDD505-2E9C-101B-9397-08002B2CF9AE}" pid="5" name="Slides">
    <vt:i4>201</vt:i4>
  </property>
</Properties>
</file>